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4"/>
  </p:notesMasterIdLst>
  <p:sldIdLst>
    <p:sldId id="256" r:id="rId2"/>
    <p:sldId id="258" r:id="rId3"/>
    <p:sldId id="260" r:id="rId4"/>
    <p:sldId id="259" r:id="rId5"/>
    <p:sldId id="261" r:id="rId6"/>
    <p:sldId id="296" r:id="rId7"/>
    <p:sldId id="297" r:id="rId8"/>
    <p:sldId id="298" r:id="rId9"/>
    <p:sldId id="299" r:id="rId10"/>
    <p:sldId id="300" r:id="rId11"/>
    <p:sldId id="302" r:id="rId12"/>
    <p:sldId id="303" r:id="rId13"/>
  </p:sldIdLst>
  <p:sldSz cx="9144000" cy="5143500" type="screen16x9"/>
  <p:notesSz cx="6858000" cy="9144000"/>
  <p:embeddedFontLst>
    <p:embeddedFont>
      <p:font typeface="Actor" panose="020B0604020202020204" charset="0"/>
      <p:regular r:id="rId15"/>
    </p:embeddedFont>
    <p:embeddedFont>
      <p:font typeface="Anaheim" panose="020B0604020202020204" charset="0"/>
      <p:regular r:id="rId16"/>
    </p:embeddedFont>
    <p:embeddedFont>
      <p:font typeface="Impact" panose="020B0806030902050204" pitchFamily="34" charset="0"/>
      <p:regular r:id="rId17"/>
    </p:embeddedFont>
    <p:embeddedFont>
      <p:font typeface="Nunito Light" pitchFamily="2" charset="0"/>
      <p:regular r:id="rId18"/>
      <p:italic r:id="rId19"/>
    </p:embeddedFont>
    <p:embeddedFont>
      <p:font typeface="Raleway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4443213-1EF7-4992-ABA7-9C0BA5A099DB}">
  <a:tblStyle styleId="{B4443213-1EF7-4992-ABA7-9C0BA5A099D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221F553-AA18-44B9-A51E-9E44D9D5C7B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9c79cf4c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9c79cf4c0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29d198f1ee2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29d198f1ee2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29d198f1ee2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29d198f1ee2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10517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350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70617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29d198f1ee2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29d198f1ee2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28190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802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9c79cf4c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9c79cf4c0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29483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040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209088"/>
            <a:ext cx="4156200" cy="224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30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341" y="3458513"/>
            <a:ext cx="41562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>
            <a:spLocks noGrp="1"/>
          </p:cNvSpPr>
          <p:nvPr>
            <p:ph type="pic" idx="2"/>
          </p:nvPr>
        </p:nvSpPr>
        <p:spPr>
          <a:xfrm>
            <a:off x="5183575" y="539500"/>
            <a:ext cx="3960300" cy="4064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grpSp>
        <p:nvGrpSpPr>
          <p:cNvPr id="12" name="Google Shape;12;p2"/>
          <p:cNvGrpSpPr/>
          <p:nvPr/>
        </p:nvGrpSpPr>
        <p:grpSpPr>
          <a:xfrm>
            <a:off x="-320100" y="118"/>
            <a:ext cx="4891350" cy="5119819"/>
            <a:chOff x="-320100" y="118"/>
            <a:chExt cx="4891350" cy="5119819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-320100" y="4088063"/>
              <a:ext cx="1033462" cy="1031875"/>
              <a:chOff x="422275" y="2508250"/>
              <a:chExt cx="1033462" cy="1031875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422275" y="3025775"/>
                <a:ext cx="84138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49" h="129" extrusionOk="0">
                    <a:moveTo>
                      <a:pt x="29" y="129"/>
                    </a:moveTo>
                    <a:cubicBezTo>
                      <a:pt x="10" y="88"/>
                      <a:pt x="0" y="45"/>
                      <a:pt x="0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3" y="41"/>
                      <a:pt x="32" y="82"/>
                      <a:pt x="49" y="119"/>
                    </a:cubicBezTo>
                    <a:lnTo>
                      <a:pt x="29" y="129"/>
                    </a:ln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509588" y="3287713"/>
                <a:ext cx="176213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03" extrusionOk="0">
                    <a:moveTo>
                      <a:pt x="93" y="103"/>
                    </a:moveTo>
                    <a:cubicBezTo>
                      <a:pt x="56" y="80"/>
                      <a:pt x="24" y="49"/>
                      <a:pt x="0" y="13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41" y="34"/>
                      <a:pt x="71" y="63"/>
                      <a:pt x="105" y="84"/>
                    </a:cubicBezTo>
                    <a:lnTo>
                      <a:pt x="93" y="103"/>
                    </a:ln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28663" y="3460750"/>
                <a:ext cx="96838" cy="65087"/>
              </a:xfrm>
              <a:custGeom>
                <a:avLst/>
                <a:gdLst/>
                <a:ahLst/>
                <a:cxnLst/>
                <a:rect l="l" t="t" r="r" b="b"/>
                <a:pathLst>
                  <a:path w="58" h="39" extrusionOk="0">
                    <a:moveTo>
                      <a:pt x="52" y="39"/>
                    </a:moveTo>
                    <a:cubicBezTo>
                      <a:pt x="34" y="34"/>
                      <a:pt x="17" y="28"/>
                      <a:pt x="0" y="2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5" y="7"/>
                      <a:pt x="41" y="12"/>
                      <a:pt x="58" y="16"/>
                    </a:cubicBezTo>
                    <a:lnTo>
                      <a:pt x="52" y="39"/>
                    </a:ln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874713" y="3465513"/>
                <a:ext cx="260350" cy="74612"/>
              </a:xfrm>
              <a:custGeom>
                <a:avLst/>
                <a:gdLst/>
                <a:ahLst/>
                <a:cxnLst/>
                <a:rect l="l" t="t" r="r" b="b"/>
                <a:pathLst>
                  <a:path w="154" h="44" extrusionOk="0">
                    <a:moveTo>
                      <a:pt x="38" y="44"/>
                    </a:moveTo>
                    <a:cubicBezTo>
                      <a:pt x="25" y="44"/>
                      <a:pt x="13" y="44"/>
                      <a:pt x="0" y="42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15" y="21"/>
                      <a:pt x="26" y="22"/>
                      <a:pt x="38" y="22"/>
                    </a:cubicBezTo>
                    <a:cubicBezTo>
                      <a:pt x="75" y="22"/>
                      <a:pt x="111" y="14"/>
                      <a:pt x="145" y="0"/>
                    </a:cubicBezTo>
                    <a:cubicBezTo>
                      <a:pt x="154" y="22"/>
                      <a:pt x="154" y="22"/>
                      <a:pt x="154" y="22"/>
                    </a:cubicBezTo>
                    <a:cubicBezTo>
                      <a:pt x="117" y="37"/>
                      <a:pt x="78" y="44"/>
                      <a:pt x="38" y="44"/>
                    </a:cubicBez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198563" y="3281363"/>
                <a:ext cx="174625" cy="176212"/>
              </a:xfrm>
              <a:custGeom>
                <a:avLst/>
                <a:gdLst/>
                <a:ahLst/>
                <a:cxnLst/>
                <a:rect l="l" t="t" r="r" b="b"/>
                <a:pathLst>
                  <a:path w="103" h="104" extrusionOk="0">
                    <a:moveTo>
                      <a:pt x="12" y="104"/>
                    </a:moveTo>
                    <a:cubicBezTo>
                      <a:pt x="0" y="85"/>
                      <a:pt x="0" y="85"/>
                      <a:pt x="0" y="85"/>
                    </a:cubicBezTo>
                    <a:cubicBezTo>
                      <a:pt x="33" y="63"/>
                      <a:pt x="63" y="34"/>
                      <a:pt x="84" y="0"/>
                    </a:cubicBezTo>
                    <a:cubicBezTo>
                      <a:pt x="103" y="12"/>
                      <a:pt x="103" y="12"/>
                      <a:pt x="103" y="12"/>
                    </a:cubicBezTo>
                    <a:cubicBezTo>
                      <a:pt x="80" y="49"/>
                      <a:pt x="49" y="81"/>
                      <a:pt x="12" y="104"/>
                    </a:cubicBez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406525" y="2925763"/>
                <a:ext cx="49212" cy="198437"/>
              </a:xfrm>
              <a:custGeom>
                <a:avLst/>
                <a:gdLst/>
                <a:ahLst/>
                <a:cxnLst/>
                <a:rect l="l" t="t" r="r" b="b"/>
                <a:pathLst>
                  <a:path w="29" h="118" extrusionOk="0">
                    <a:moveTo>
                      <a:pt x="23" y="118"/>
                    </a:moveTo>
                    <a:cubicBezTo>
                      <a:pt x="0" y="113"/>
                      <a:pt x="0" y="113"/>
                      <a:pt x="0" y="113"/>
                    </a:cubicBezTo>
                    <a:cubicBezTo>
                      <a:pt x="4" y="95"/>
                      <a:pt x="6" y="77"/>
                      <a:pt x="6" y="59"/>
                    </a:cubicBezTo>
                    <a:cubicBezTo>
                      <a:pt x="6" y="40"/>
                      <a:pt x="4" y="22"/>
                      <a:pt x="0" y="4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7" y="19"/>
                      <a:pt x="29" y="39"/>
                      <a:pt x="29" y="59"/>
                    </a:cubicBezTo>
                    <a:cubicBezTo>
                      <a:pt x="29" y="78"/>
                      <a:pt x="27" y="98"/>
                      <a:pt x="23" y="118"/>
                    </a:cubicBez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219200" y="2606675"/>
                <a:ext cx="198437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118" h="144" extrusionOk="0">
                    <a:moveTo>
                      <a:pt x="97" y="144"/>
                    </a:moveTo>
                    <a:cubicBezTo>
                      <a:pt x="77" y="94"/>
                      <a:pt x="44" y="51"/>
                      <a:pt x="0" y="1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61" y="35"/>
                      <a:pt x="97" y="81"/>
                      <a:pt x="118" y="135"/>
                    </a:cubicBezTo>
                    <a:lnTo>
                      <a:pt x="97" y="144"/>
                    </a:ln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77888" y="2508250"/>
                <a:ext cx="315913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87" h="60" extrusionOk="0">
                    <a:moveTo>
                      <a:pt x="176" y="60"/>
                    </a:moveTo>
                    <a:cubicBezTo>
                      <a:pt x="134" y="36"/>
                      <a:pt x="85" y="23"/>
                      <a:pt x="36" y="23"/>
                    </a:cubicBezTo>
                    <a:cubicBezTo>
                      <a:pt x="25" y="23"/>
                      <a:pt x="14" y="23"/>
                      <a:pt x="3" y="25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2" y="0"/>
                      <a:pt x="24" y="0"/>
                      <a:pt x="36" y="0"/>
                    </a:cubicBezTo>
                    <a:cubicBezTo>
                      <a:pt x="89" y="0"/>
                      <a:pt x="142" y="14"/>
                      <a:pt x="187" y="40"/>
                    </a:cubicBezTo>
                    <a:lnTo>
                      <a:pt x="176" y="60"/>
                    </a:ln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665163" y="2522538"/>
                <a:ext cx="160337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" h="57" extrusionOk="0">
                    <a:moveTo>
                      <a:pt x="12" y="57"/>
                    </a:moveTo>
                    <a:cubicBezTo>
                      <a:pt x="0" y="38"/>
                      <a:pt x="0" y="38"/>
                      <a:pt x="0" y="38"/>
                    </a:cubicBezTo>
                    <a:cubicBezTo>
                      <a:pt x="28" y="21"/>
                      <a:pt x="58" y="8"/>
                      <a:pt x="89" y="0"/>
                    </a:cubicBezTo>
                    <a:cubicBezTo>
                      <a:pt x="95" y="23"/>
                      <a:pt x="95" y="23"/>
                      <a:pt x="95" y="23"/>
                    </a:cubicBezTo>
                    <a:cubicBezTo>
                      <a:pt x="65" y="30"/>
                      <a:pt x="38" y="41"/>
                      <a:pt x="12" y="57"/>
                    </a:cubicBez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431800" y="2651125"/>
                <a:ext cx="177800" cy="28416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69" extrusionOk="0">
                    <a:moveTo>
                      <a:pt x="23" y="169"/>
                    </a:moveTo>
                    <a:cubicBezTo>
                      <a:pt x="0" y="165"/>
                      <a:pt x="0" y="165"/>
                      <a:pt x="0" y="165"/>
                    </a:cubicBezTo>
                    <a:cubicBezTo>
                      <a:pt x="12" y="101"/>
                      <a:pt x="43" y="44"/>
                      <a:pt x="90" y="0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63" y="57"/>
                      <a:pt x="34" y="110"/>
                      <a:pt x="23" y="169"/>
                    </a:cubicBezTo>
                    <a:close/>
                  </a:path>
                </a:pathLst>
              </a:custGeom>
              <a:solidFill>
                <a:srgbClr val="746C6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520700" y="3173413"/>
                <a:ext cx="1111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66" h="90" extrusionOk="0">
                    <a:moveTo>
                      <a:pt x="52" y="90"/>
                    </a:moveTo>
                    <a:cubicBezTo>
                      <a:pt x="29" y="66"/>
                      <a:pt x="12" y="38"/>
                      <a:pt x="0" y="7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9" y="28"/>
                      <a:pt x="45" y="55"/>
                      <a:pt x="66" y="77"/>
                    </a:cubicBezTo>
                    <a:lnTo>
                      <a:pt x="52" y="90"/>
                    </a:ln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649288" y="3340100"/>
                <a:ext cx="290512" cy="131762"/>
              </a:xfrm>
              <a:custGeom>
                <a:avLst/>
                <a:gdLst/>
                <a:ahLst/>
                <a:cxnLst/>
                <a:rect l="l" t="t" r="r" b="b"/>
                <a:pathLst>
                  <a:path w="172" h="78" extrusionOk="0">
                    <a:moveTo>
                      <a:pt x="172" y="78"/>
                    </a:moveTo>
                    <a:cubicBezTo>
                      <a:pt x="109" y="78"/>
                      <a:pt x="48" y="55"/>
                      <a:pt x="0" y="15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7" y="38"/>
                      <a:pt x="113" y="59"/>
                      <a:pt x="172" y="59"/>
                    </a:cubicBezTo>
                    <a:lnTo>
                      <a:pt x="172" y="78"/>
                    </a:ln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025525" y="3335338"/>
                <a:ext cx="207963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4" h="75" extrusionOk="0">
                    <a:moveTo>
                      <a:pt x="4" y="75"/>
                    </a:moveTo>
                    <a:cubicBezTo>
                      <a:pt x="0" y="56"/>
                      <a:pt x="0" y="56"/>
                      <a:pt x="0" y="56"/>
                    </a:cubicBezTo>
                    <a:cubicBezTo>
                      <a:pt x="41" y="48"/>
                      <a:pt x="80" y="28"/>
                      <a:pt x="112" y="0"/>
                    </a:cubicBezTo>
                    <a:cubicBezTo>
                      <a:pt x="124" y="14"/>
                      <a:pt x="124" y="14"/>
                      <a:pt x="124" y="14"/>
                    </a:cubicBezTo>
                    <a:cubicBezTo>
                      <a:pt x="90" y="45"/>
                      <a:pt x="49" y="66"/>
                      <a:pt x="4" y="75"/>
                    </a:cubicBez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1246188" y="3165475"/>
                <a:ext cx="112712" cy="160337"/>
              </a:xfrm>
              <a:custGeom>
                <a:avLst/>
                <a:gdLst/>
                <a:ahLst/>
                <a:cxnLst/>
                <a:rect l="l" t="t" r="r" b="b"/>
                <a:pathLst>
                  <a:path w="67" h="95" extrusionOk="0">
                    <a:moveTo>
                      <a:pt x="14" y="95"/>
                    </a:moveTo>
                    <a:cubicBezTo>
                      <a:pt x="0" y="82"/>
                      <a:pt x="0" y="82"/>
                      <a:pt x="0" y="82"/>
                    </a:cubicBezTo>
                    <a:cubicBezTo>
                      <a:pt x="22" y="58"/>
                      <a:pt x="38" y="30"/>
                      <a:pt x="49" y="0"/>
                    </a:cubicBezTo>
                    <a:cubicBezTo>
                      <a:pt x="67" y="6"/>
                      <a:pt x="67" y="6"/>
                      <a:pt x="67" y="6"/>
                    </a:cubicBezTo>
                    <a:cubicBezTo>
                      <a:pt x="56" y="39"/>
                      <a:pt x="37" y="69"/>
                      <a:pt x="14" y="95"/>
                    </a:cubicBez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1341438" y="2919413"/>
                <a:ext cx="44450" cy="182562"/>
              </a:xfrm>
              <a:custGeom>
                <a:avLst/>
                <a:gdLst/>
                <a:ahLst/>
                <a:cxnLst/>
                <a:rect l="l" t="t" r="r" b="b"/>
                <a:pathLst>
                  <a:path w="26" h="109" extrusionOk="0">
                    <a:moveTo>
                      <a:pt x="22" y="109"/>
                    </a:moveTo>
                    <a:cubicBezTo>
                      <a:pt x="3" y="106"/>
                      <a:pt x="3" y="106"/>
                      <a:pt x="3" y="106"/>
                    </a:cubicBezTo>
                    <a:cubicBezTo>
                      <a:pt x="6" y="92"/>
                      <a:pt x="7" y="77"/>
                      <a:pt x="7" y="63"/>
                    </a:cubicBezTo>
                    <a:cubicBezTo>
                      <a:pt x="7" y="43"/>
                      <a:pt x="5" y="23"/>
                      <a:pt x="0" y="4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3" y="20"/>
                      <a:pt x="26" y="41"/>
                      <a:pt x="26" y="63"/>
                    </a:cubicBezTo>
                    <a:cubicBezTo>
                      <a:pt x="26" y="78"/>
                      <a:pt x="25" y="94"/>
                      <a:pt x="22" y="109"/>
                    </a:cubicBez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244600" y="2720975"/>
                <a:ext cx="112712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67" h="92" extrusionOk="0">
                    <a:moveTo>
                      <a:pt x="49" y="92"/>
                    </a:moveTo>
                    <a:cubicBezTo>
                      <a:pt x="38" y="63"/>
                      <a:pt x="21" y="36"/>
                      <a:pt x="0" y="1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37" y="25"/>
                      <a:pt x="55" y="54"/>
                      <a:pt x="67" y="85"/>
                    </a:cubicBezTo>
                    <a:lnTo>
                      <a:pt x="49" y="92"/>
                    </a:ln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1030288" y="2587625"/>
                <a:ext cx="192087" cy="115887"/>
              </a:xfrm>
              <a:custGeom>
                <a:avLst/>
                <a:gdLst/>
                <a:ahLst/>
                <a:cxnLst/>
                <a:rect l="l" t="t" r="r" b="b"/>
                <a:pathLst>
                  <a:path w="114" h="68" extrusionOk="0">
                    <a:moveTo>
                      <a:pt x="102" y="68"/>
                    </a:moveTo>
                    <a:cubicBezTo>
                      <a:pt x="72" y="44"/>
                      <a:pt x="37" y="27"/>
                      <a:pt x="0" y="19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4" y="9"/>
                      <a:pt x="82" y="27"/>
                      <a:pt x="114" y="53"/>
                    </a:cubicBezTo>
                    <a:lnTo>
                      <a:pt x="102" y="68"/>
                    </a:ln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706438" y="2576513"/>
                <a:ext cx="276225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164" h="55" extrusionOk="0">
                    <a:moveTo>
                      <a:pt x="10" y="55"/>
                    </a:moveTo>
                    <a:cubicBezTo>
                      <a:pt x="0" y="39"/>
                      <a:pt x="0" y="39"/>
                      <a:pt x="0" y="39"/>
                    </a:cubicBezTo>
                    <a:cubicBezTo>
                      <a:pt x="42" y="14"/>
                      <a:pt x="89" y="0"/>
                      <a:pt x="138" y="0"/>
                    </a:cubicBezTo>
                    <a:cubicBezTo>
                      <a:pt x="146" y="0"/>
                      <a:pt x="155" y="1"/>
                      <a:pt x="164" y="2"/>
                    </a:cubicBezTo>
                    <a:cubicBezTo>
                      <a:pt x="162" y="21"/>
                      <a:pt x="162" y="21"/>
                      <a:pt x="162" y="21"/>
                    </a:cubicBezTo>
                    <a:cubicBezTo>
                      <a:pt x="154" y="20"/>
                      <a:pt x="146" y="20"/>
                      <a:pt x="138" y="20"/>
                    </a:cubicBezTo>
                    <a:cubicBezTo>
                      <a:pt x="93" y="20"/>
                      <a:pt x="49" y="32"/>
                      <a:pt x="10" y="55"/>
                    </a:cubicBez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523875" y="2673350"/>
                <a:ext cx="155575" cy="19526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15" extrusionOk="0">
                    <a:moveTo>
                      <a:pt x="18" y="115"/>
                    </a:moveTo>
                    <a:cubicBezTo>
                      <a:pt x="0" y="108"/>
                      <a:pt x="0" y="108"/>
                      <a:pt x="0" y="108"/>
                    </a:cubicBezTo>
                    <a:cubicBezTo>
                      <a:pt x="17" y="66"/>
                      <a:pt x="45" y="29"/>
                      <a:pt x="81" y="0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59" y="41"/>
                      <a:pt x="34" y="76"/>
                      <a:pt x="18" y="115"/>
                    </a:cubicBez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492125" y="2916238"/>
                <a:ext cx="44450" cy="211138"/>
              </a:xfrm>
              <a:custGeom>
                <a:avLst/>
                <a:gdLst/>
                <a:ahLst/>
                <a:cxnLst/>
                <a:rect l="l" t="t" r="r" b="b"/>
                <a:pathLst>
                  <a:path w="26" h="125" extrusionOk="0">
                    <a:moveTo>
                      <a:pt x="7" y="125"/>
                    </a:moveTo>
                    <a:cubicBezTo>
                      <a:pt x="2" y="105"/>
                      <a:pt x="0" y="84"/>
                      <a:pt x="0" y="64"/>
                    </a:cubicBezTo>
                    <a:cubicBezTo>
                      <a:pt x="0" y="42"/>
                      <a:pt x="2" y="21"/>
                      <a:pt x="7" y="0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21" y="24"/>
                      <a:pt x="19" y="44"/>
                      <a:pt x="19" y="64"/>
                    </a:cubicBezTo>
                    <a:cubicBezTo>
                      <a:pt x="19" y="83"/>
                      <a:pt x="21" y="102"/>
                      <a:pt x="25" y="121"/>
                    </a:cubicBezTo>
                    <a:lnTo>
                      <a:pt x="7" y="125"/>
                    </a:lnTo>
                    <a:close/>
                  </a:path>
                </a:pathLst>
              </a:custGeom>
              <a:solidFill>
                <a:srgbClr val="324E7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939800" y="3117850"/>
                <a:ext cx="366713" cy="287337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0" extrusionOk="0">
                    <a:moveTo>
                      <a:pt x="0" y="170"/>
                    </a:moveTo>
                    <a:cubicBezTo>
                      <a:pt x="0" y="161"/>
                      <a:pt x="0" y="161"/>
                      <a:pt x="0" y="161"/>
                    </a:cubicBezTo>
                    <a:cubicBezTo>
                      <a:pt x="98" y="161"/>
                      <a:pt x="183" y="95"/>
                      <a:pt x="209" y="0"/>
                    </a:cubicBezTo>
                    <a:cubicBezTo>
                      <a:pt x="218" y="3"/>
                      <a:pt x="218" y="3"/>
                      <a:pt x="218" y="3"/>
                    </a:cubicBezTo>
                    <a:cubicBezTo>
                      <a:pt x="192" y="101"/>
                      <a:pt x="102" y="170"/>
                      <a:pt x="0" y="17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298575" y="2960688"/>
                <a:ext cx="20638" cy="65088"/>
              </a:xfrm>
              <a:custGeom>
                <a:avLst/>
                <a:gdLst/>
                <a:ahLst/>
                <a:cxnLst/>
                <a:rect l="l" t="t" r="r" b="b"/>
                <a:pathLst>
                  <a:path w="12" h="38" extrusionOk="0">
                    <a:moveTo>
                      <a:pt x="12" y="38"/>
                    </a:moveTo>
                    <a:cubicBezTo>
                      <a:pt x="3" y="38"/>
                      <a:pt x="3" y="38"/>
                      <a:pt x="3" y="38"/>
                    </a:cubicBezTo>
                    <a:cubicBezTo>
                      <a:pt x="3" y="26"/>
                      <a:pt x="2" y="13"/>
                      <a:pt x="0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1" y="12"/>
                      <a:pt x="12" y="25"/>
                      <a:pt x="12" y="3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169988" y="2730500"/>
                <a:ext cx="603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36" h="36" extrusionOk="0">
                    <a:moveTo>
                      <a:pt x="29" y="36"/>
                    </a:moveTo>
                    <a:cubicBezTo>
                      <a:pt x="20" y="26"/>
                      <a:pt x="10" y="16"/>
                      <a:pt x="0" y="7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7" y="9"/>
                      <a:pt x="27" y="19"/>
                      <a:pt x="36" y="30"/>
                    </a:cubicBezTo>
                    <a:lnTo>
                      <a:pt x="29" y="3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979488" y="2646363"/>
                <a:ext cx="17303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03" h="45" extrusionOk="0">
                    <a:moveTo>
                      <a:pt x="97" y="45"/>
                    </a:moveTo>
                    <a:cubicBezTo>
                      <a:pt x="69" y="25"/>
                      <a:pt x="35" y="13"/>
                      <a:pt x="0" y="9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38" y="4"/>
                      <a:pt x="73" y="17"/>
                      <a:pt x="103" y="37"/>
                    </a:cubicBezTo>
                    <a:lnTo>
                      <a:pt x="97" y="4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860425" y="2643188"/>
                <a:ext cx="7937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47" h="14" extrusionOk="0">
                    <a:moveTo>
                      <a:pt x="2" y="14"/>
                    </a:moveTo>
                    <a:cubicBezTo>
                      <a:pt x="0" y="5"/>
                      <a:pt x="0" y="5"/>
                      <a:pt x="0" y="5"/>
                    </a:cubicBezTo>
                    <a:cubicBezTo>
                      <a:pt x="15" y="2"/>
                      <a:pt x="31" y="0"/>
                      <a:pt x="47" y="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32" y="10"/>
                      <a:pt x="16" y="11"/>
                      <a:pt x="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576263" y="2673350"/>
                <a:ext cx="219075" cy="239712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42" extrusionOk="0">
                    <a:moveTo>
                      <a:pt x="9" y="142"/>
                    </a:moveTo>
                    <a:cubicBezTo>
                      <a:pt x="0" y="139"/>
                      <a:pt x="0" y="139"/>
                      <a:pt x="0" y="139"/>
                    </a:cubicBezTo>
                    <a:cubicBezTo>
                      <a:pt x="20" y="77"/>
                      <a:pt x="66" y="26"/>
                      <a:pt x="126" y="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72" y="34"/>
                      <a:pt x="28" y="82"/>
                      <a:pt x="9" y="1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557213" y="2947988"/>
                <a:ext cx="23812" cy="77787"/>
              </a:xfrm>
              <a:custGeom>
                <a:avLst/>
                <a:gdLst/>
                <a:ahLst/>
                <a:cxnLst/>
                <a:rect l="l" t="t" r="r" b="b"/>
                <a:pathLst>
                  <a:path w="14" h="46" extrusionOk="0">
                    <a:moveTo>
                      <a:pt x="10" y="46"/>
                    </a:moveTo>
                    <a:cubicBezTo>
                      <a:pt x="0" y="46"/>
                      <a:pt x="0" y="46"/>
                      <a:pt x="0" y="46"/>
                    </a:cubicBezTo>
                    <a:cubicBezTo>
                      <a:pt x="0" y="30"/>
                      <a:pt x="2" y="15"/>
                      <a:pt x="5" y="0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1" y="16"/>
                      <a:pt x="10" y="31"/>
                      <a:pt x="10" y="4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576263" y="3135313"/>
                <a:ext cx="155575" cy="201613"/>
              </a:xfrm>
              <a:custGeom>
                <a:avLst/>
                <a:gdLst/>
                <a:ahLst/>
                <a:cxnLst/>
                <a:rect l="l" t="t" r="r" b="b"/>
                <a:pathLst>
                  <a:path w="92" h="120" extrusionOk="0">
                    <a:moveTo>
                      <a:pt x="87" y="120"/>
                    </a:moveTo>
                    <a:cubicBezTo>
                      <a:pt x="46" y="92"/>
                      <a:pt x="15" y="50"/>
                      <a:pt x="0" y="3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23" y="46"/>
                      <a:pt x="53" y="85"/>
                      <a:pt x="92" y="112"/>
                    </a:cubicBezTo>
                    <a:lnTo>
                      <a:pt x="87" y="1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777875" y="3354388"/>
                <a:ext cx="539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2" h="20" extrusionOk="0">
                    <a:moveTo>
                      <a:pt x="29" y="20"/>
                    </a:moveTo>
                    <a:cubicBezTo>
                      <a:pt x="19" y="17"/>
                      <a:pt x="9" y="13"/>
                      <a:pt x="0" y="9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13" y="4"/>
                      <a:pt x="22" y="8"/>
                      <a:pt x="32" y="11"/>
                    </a:cubicBezTo>
                    <a:lnTo>
                      <a:pt x="29" y="2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" name="Google Shape;43;p2"/>
            <p:cNvGrpSpPr/>
            <p:nvPr/>
          </p:nvGrpSpPr>
          <p:grpSpPr>
            <a:xfrm rot="10800000">
              <a:off x="168" y="118"/>
              <a:ext cx="1787985" cy="1790153"/>
              <a:chOff x="4087813" y="1714500"/>
              <a:chExt cx="1309688" cy="1311275"/>
            </a:xfrm>
          </p:grpSpPr>
          <p:sp>
            <p:nvSpPr>
              <p:cNvPr id="44" name="Google Shape;44;p2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2" name="Google Shape;52;p2"/>
            <p:cNvCxnSpPr/>
            <p:nvPr/>
          </p:nvCxnSpPr>
          <p:spPr>
            <a:xfrm>
              <a:off x="1788150" y="4604000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 txBox="1">
            <a:spLocks noGrp="1"/>
          </p:cNvSpPr>
          <p:nvPr>
            <p:ph type="title"/>
          </p:nvPr>
        </p:nvSpPr>
        <p:spPr>
          <a:xfrm>
            <a:off x="4722775" y="2192750"/>
            <a:ext cx="37080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48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5" name="Google Shape;55;p3"/>
          <p:cNvSpPr txBox="1">
            <a:spLocks noGrp="1"/>
          </p:cNvSpPr>
          <p:nvPr>
            <p:ph type="title" idx="2" hasCustomPrompt="1"/>
          </p:nvPr>
        </p:nvSpPr>
        <p:spPr>
          <a:xfrm>
            <a:off x="4722775" y="1324063"/>
            <a:ext cx="14745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3"/>
          <p:cNvSpPr>
            <a:spLocks noGrp="1"/>
          </p:cNvSpPr>
          <p:nvPr>
            <p:ph type="pic" idx="3"/>
          </p:nvPr>
        </p:nvSpPr>
        <p:spPr>
          <a:xfrm>
            <a:off x="0" y="539500"/>
            <a:ext cx="3473700" cy="4064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grpSp>
        <p:nvGrpSpPr>
          <p:cNvPr id="57" name="Google Shape;57;p3"/>
          <p:cNvGrpSpPr/>
          <p:nvPr/>
        </p:nvGrpSpPr>
        <p:grpSpPr>
          <a:xfrm>
            <a:off x="7356018" y="145611"/>
            <a:ext cx="1787985" cy="4997885"/>
            <a:chOff x="7356018" y="145611"/>
            <a:chExt cx="1787985" cy="4997885"/>
          </a:xfrm>
        </p:grpSpPr>
        <p:grpSp>
          <p:nvGrpSpPr>
            <p:cNvPr id="58" name="Google Shape;58;p3"/>
            <p:cNvGrpSpPr/>
            <p:nvPr/>
          </p:nvGrpSpPr>
          <p:grpSpPr>
            <a:xfrm>
              <a:off x="7356018" y="3353343"/>
              <a:ext cx="1787985" cy="1790153"/>
              <a:chOff x="4087813" y="1714500"/>
              <a:chExt cx="1309688" cy="1311275"/>
            </a:xfrm>
          </p:grpSpPr>
          <p:sp>
            <p:nvSpPr>
              <p:cNvPr id="59" name="Google Shape;59;p3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917802" y="145611"/>
              <a:ext cx="1025928" cy="248431"/>
              <a:chOff x="4287838" y="1025525"/>
              <a:chExt cx="708025" cy="17145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>
            <a:spLocks noGrp="1"/>
          </p:cNvSpPr>
          <p:nvPr>
            <p:ph type="pic" idx="2"/>
          </p:nvPr>
        </p:nvSpPr>
        <p:spPr>
          <a:xfrm>
            <a:off x="4829575" y="539550"/>
            <a:ext cx="3601200" cy="4064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sp>
        <p:nvSpPr>
          <p:cNvPr id="165" name="Google Shape;16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5"/>
          <p:cNvSpPr txBox="1">
            <a:spLocks noGrp="1"/>
          </p:cNvSpPr>
          <p:nvPr>
            <p:ph type="subTitle" idx="1"/>
          </p:nvPr>
        </p:nvSpPr>
        <p:spPr>
          <a:xfrm>
            <a:off x="719994" y="3450799"/>
            <a:ext cx="3246600" cy="11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5"/>
          <p:cNvSpPr txBox="1">
            <a:spLocks noGrp="1"/>
          </p:cNvSpPr>
          <p:nvPr>
            <p:ph type="subTitle" idx="3"/>
          </p:nvPr>
        </p:nvSpPr>
        <p:spPr>
          <a:xfrm>
            <a:off x="720000" y="1696374"/>
            <a:ext cx="3246600" cy="115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5"/>
          <p:cNvSpPr txBox="1">
            <a:spLocks noGrp="1"/>
          </p:cNvSpPr>
          <p:nvPr>
            <p:ph type="subTitle" idx="4"/>
          </p:nvPr>
        </p:nvSpPr>
        <p:spPr>
          <a:xfrm>
            <a:off x="720005" y="1322625"/>
            <a:ext cx="3246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69" name="Google Shape;169;p5"/>
          <p:cNvSpPr txBox="1">
            <a:spLocks noGrp="1"/>
          </p:cNvSpPr>
          <p:nvPr>
            <p:ph type="subTitle" idx="5"/>
          </p:nvPr>
        </p:nvSpPr>
        <p:spPr>
          <a:xfrm>
            <a:off x="719994" y="3077050"/>
            <a:ext cx="3246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70" name="Google Shape;170;p5"/>
          <p:cNvGrpSpPr/>
          <p:nvPr/>
        </p:nvGrpSpPr>
        <p:grpSpPr>
          <a:xfrm>
            <a:off x="200264" y="118"/>
            <a:ext cx="8943739" cy="4997799"/>
            <a:chOff x="200264" y="118"/>
            <a:chExt cx="8943739" cy="4997799"/>
          </a:xfrm>
        </p:grpSpPr>
        <p:grpSp>
          <p:nvGrpSpPr>
            <p:cNvPr id="171" name="Google Shape;171;p5"/>
            <p:cNvGrpSpPr/>
            <p:nvPr/>
          </p:nvGrpSpPr>
          <p:grpSpPr>
            <a:xfrm rot="10800000" flipH="1">
              <a:off x="7356018" y="118"/>
              <a:ext cx="1787985" cy="1790153"/>
              <a:chOff x="4087813" y="1714500"/>
              <a:chExt cx="1309688" cy="1311275"/>
            </a:xfrm>
          </p:grpSpPr>
          <p:sp>
            <p:nvSpPr>
              <p:cNvPr id="172" name="Google Shape;172;p5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" name="Google Shape;180;p5"/>
            <p:cNvGrpSpPr/>
            <p:nvPr/>
          </p:nvGrpSpPr>
          <p:grpSpPr>
            <a:xfrm>
              <a:off x="200264" y="4749486"/>
              <a:ext cx="1025928" cy="248431"/>
              <a:chOff x="4287838" y="1025525"/>
              <a:chExt cx="708025" cy="171450"/>
            </a:xfrm>
          </p:grpSpPr>
          <p:sp>
            <p:nvSpPr>
              <p:cNvPr id="181" name="Google Shape;181;p5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1" name="Google Shape;191;p5"/>
          <p:cNvGrpSpPr/>
          <p:nvPr/>
        </p:nvGrpSpPr>
        <p:grpSpPr>
          <a:xfrm>
            <a:off x="-172819" y="170821"/>
            <a:ext cx="738953" cy="737378"/>
            <a:chOff x="1120775" y="368300"/>
            <a:chExt cx="744538" cy="742950"/>
          </a:xfrm>
        </p:grpSpPr>
        <p:sp>
          <p:nvSpPr>
            <p:cNvPr id="192" name="Google Shape;192;p5"/>
            <p:cNvSpPr/>
            <p:nvPr/>
          </p:nvSpPr>
          <p:spPr>
            <a:xfrm>
              <a:off x="1120775" y="739775"/>
              <a:ext cx="60325" cy="157163"/>
            </a:xfrm>
            <a:custGeom>
              <a:avLst/>
              <a:gdLst/>
              <a:ahLst/>
              <a:cxnLst/>
              <a:rect l="l" t="t" r="r" b="b"/>
              <a:pathLst>
                <a:path w="36" h="94" extrusionOk="0">
                  <a:moveTo>
                    <a:pt x="21" y="94"/>
                  </a:moveTo>
                  <a:cubicBezTo>
                    <a:pt x="7" y="64"/>
                    <a:pt x="0" y="33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0"/>
                    <a:pt x="23" y="59"/>
                    <a:pt x="36" y="87"/>
                  </a:cubicBezTo>
                  <a:lnTo>
                    <a:pt x="21" y="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5"/>
            <p:cNvSpPr/>
            <p:nvPr/>
          </p:nvSpPr>
          <p:spPr>
            <a:xfrm>
              <a:off x="1184275" y="930275"/>
              <a:ext cx="127000" cy="125413"/>
            </a:xfrm>
            <a:custGeom>
              <a:avLst/>
              <a:gdLst/>
              <a:ahLst/>
              <a:cxnLst/>
              <a:rect l="l" t="t" r="r" b="b"/>
              <a:pathLst>
                <a:path w="76" h="75" extrusionOk="0">
                  <a:moveTo>
                    <a:pt x="67" y="75"/>
                  </a:moveTo>
                  <a:cubicBezTo>
                    <a:pt x="41" y="58"/>
                    <a:pt x="17" y="35"/>
                    <a:pt x="0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0" y="24"/>
                    <a:pt x="51" y="45"/>
                    <a:pt x="76" y="61"/>
                  </a:cubicBezTo>
                  <a:lnTo>
                    <a:pt x="67" y="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1341438" y="1054100"/>
              <a:ext cx="69850" cy="46037"/>
            </a:xfrm>
            <a:custGeom>
              <a:avLst/>
              <a:gdLst/>
              <a:ahLst/>
              <a:cxnLst/>
              <a:rect l="l" t="t" r="r" b="b"/>
              <a:pathLst>
                <a:path w="41" h="27" extrusionOk="0">
                  <a:moveTo>
                    <a:pt x="37" y="27"/>
                  </a:moveTo>
                  <a:cubicBezTo>
                    <a:pt x="25" y="24"/>
                    <a:pt x="12" y="20"/>
                    <a:pt x="0" y="1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5"/>
                    <a:pt x="30" y="9"/>
                    <a:pt x="41" y="11"/>
                  </a:cubicBezTo>
                  <a:lnTo>
                    <a:pt x="37" y="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1447800" y="1057275"/>
              <a:ext cx="187325" cy="53975"/>
            </a:xfrm>
            <a:custGeom>
              <a:avLst/>
              <a:gdLst/>
              <a:ahLst/>
              <a:cxnLst/>
              <a:rect l="l" t="t" r="r" b="b"/>
              <a:pathLst>
                <a:path w="111" h="32" extrusionOk="0">
                  <a:moveTo>
                    <a:pt x="27" y="32"/>
                  </a:moveTo>
                  <a:cubicBezTo>
                    <a:pt x="18" y="32"/>
                    <a:pt x="9" y="31"/>
                    <a:pt x="0" y="3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0" y="15"/>
                    <a:pt x="18" y="15"/>
                    <a:pt x="27" y="15"/>
                  </a:cubicBezTo>
                  <a:cubicBezTo>
                    <a:pt x="54" y="15"/>
                    <a:pt x="80" y="10"/>
                    <a:pt x="104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84" y="26"/>
                    <a:pt x="56" y="32"/>
                    <a:pt x="27" y="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1681163" y="923925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9" y="75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4" y="46"/>
                    <a:pt x="45" y="24"/>
                    <a:pt x="61" y="0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58" y="35"/>
                    <a:pt x="35" y="58"/>
                    <a:pt x="9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1830388" y="668338"/>
              <a:ext cx="34925" cy="142875"/>
            </a:xfrm>
            <a:custGeom>
              <a:avLst/>
              <a:gdLst/>
              <a:ahLst/>
              <a:cxnLst/>
              <a:rect l="l" t="t" r="r" b="b"/>
              <a:pathLst>
                <a:path w="20" h="85" extrusionOk="0">
                  <a:moveTo>
                    <a:pt x="16" y="8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" y="69"/>
                    <a:pt x="4" y="56"/>
                    <a:pt x="4" y="42"/>
                  </a:cubicBezTo>
                  <a:cubicBezTo>
                    <a:pt x="4" y="29"/>
                    <a:pt x="2" y="16"/>
                    <a:pt x="0" y="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14"/>
                    <a:pt x="20" y="28"/>
                    <a:pt x="20" y="42"/>
                  </a:cubicBezTo>
                  <a:cubicBezTo>
                    <a:pt x="20" y="57"/>
                    <a:pt x="19" y="71"/>
                    <a:pt x="16" y="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5"/>
            <p:cNvSpPr/>
            <p:nvPr/>
          </p:nvSpPr>
          <p:spPr>
            <a:xfrm>
              <a:off x="1695450" y="438150"/>
              <a:ext cx="144463" cy="174625"/>
            </a:xfrm>
            <a:custGeom>
              <a:avLst/>
              <a:gdLst/>
              <a:ahLst/>
              <a:cxnLst/>
              <a:rect l="l" t="t" r="r" b="b"/>
              <a:pathLst>
                <a:path w="85" h="103" extrusionOk="0">
                  <a:moveTo>
                    <a:pt x="70" y="103"/>
                  </a:moveTo>
                  <a:cubicBezTo>
                    <a:pt x="55" y="67"/>
                    <a:pt x="31" y="36"/>
                    <a:pt x="0" y="1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4" y="25"/>
                    <a:pt x="70" y="58"/>
                    <a:pt x="85" y="97"/>
                  </a:cubicBezTo>
                  <a:lnTo>
                    <a:pt x="70" y="1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5"/>
            <p:cNvSpPr/>
            <p:nvPr/>
          </p:nvSpPr>
          <p:spPr>
            <a:xfrm>
              <a:off x="1449388" y="368300"/>
              <a:ext cx="228600" cy="71438"/>
            </a:xfrm>
            <a:custGeom>
              <a:avLst/>
              <a:gdLst/>
              <a:ahLst/>
              <a:cxnLst/>
              <a:rect l="l" t="t" r="r" b="b"/>
              <a:pathLst>
                <a:path w="135" h="43" extrusionOk="0">
                  <a:moveTo>
                    <a:pt x="127" y="43"/>
                  </a:moveTo>
                  <a:cubicBezTo>
                    <a:pt x="96" y="26"/>
                    <a:pt x="61" y="16"/>
                    <a:pt x="26" y="16"/>
                  </a:cubicBezTo>
                  <a:cubicBezTo>
                    <a:pt x="18" y="16"/>
                    <a:pt x="10" y="17"/>
                    <a:pt x="2" y="18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9" y="0"/>
                    <a:pt x="17" y="0"/>
                    <a:pt x="26" y="0"/>
                  </a:cubicBezTo>
                  <a:cubicBezTo>
                    <a:pt x="64" y="0"/>
                    <a:pt x="102" y="10"/>
                    <a:pt x="135" y="29"/>
                  </a:cubicBezTo>
                  <a:lnTo>
                    <a:pt x="127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1296988" y="377825"/>
              <a:ext cx="114300" cy="69850"/>
            </a:xfrm>
            <a:custGeom>
              <a:avLst/>
              <a:gdLst/>
              <a:ahLst/>
              <a:cxnLst/>
              <a:rect l="l" t="t" r="r" b="b"/>
              <a:pathLst>
                <a:path w="68" h="41" extrusionOk="0">
                  <a:moveTo>
                    <a:pt x="9" y="41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20" y="15"/>
                    <a:pt x="42" y="6"/>
                    <a:pt x="64" y="0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47" y="21"/>
                    <a:pt x="28" y="30"/>
                    <a:pt x="9" y="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5"/>
            <p:cNvSpPr/>
            <p:nvPr/>
          </p:nvSpPr>
          <p:spPr>
            <a:xfrm>
              <a:off x="1127125" y="468313"/>
              <a:ext cx="130175" cy="206375"/>
            </a:xfrm>
            <a:custGeom>
              <a:avLst/>
              <a:gdLst/>
              <a:ahLst/>
              <a:cxnLst/>
              <a:rect l="l" t="t" r="r" b="b"/>
              <a:pathLst>
                <a:path w="77" h="122" extrusionOk="0">
                  <a:moveTo>
                    <a:pt x="16" y="122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9" y="73"/>
                    <a:pt x="31" y="32"/>
                    <a:pt x="65" y="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45" y="42"/>
                    <a:pt x="24" y="80"/>
                    <a:pt x="16" y="1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5"/>
            <p:cNvSpPr/>
            <p:nvPr/>
          </p:nvSpPr>
          <p:spPr>
            <a:xfrm>
              <a:off x="1192213" y="847725"/>
              <a:ext cx="80963" cy="109538"/>
            </a:xfrm>
            <a:custGeom>
              <a:avLst/>
              <a:gdLst/>
              <a:ahLst/>
              <a:cxnLst/>
              <a:rect l="l" t="t" r="r" b="b"/>
              <a:pathLst>
                <a:path w="48" h="65" extrusionOk="0">
                  <a:moveTo>
                    <a:pt x="38" y="65"/>
                  </a:moveTo>
                  <a:cubicBezTo>
                    <a:pt x="21" y="47"/>
                    <a:pt x="9" y="27"/>
                    <a:pt x="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21"/>
                    <a:pt x="33" y="39"/>
                    <a:pt x="48" y="56"/>
                  </a:cubicBezTo>
                  <a:lnTo>
                    <a:pt x="38" y="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5"/>
            <p:cNvSpPr/>
            <p:nvPr/>
          </p:nvSpPr>
          <p:spPr>
            <a:xfrm>
              <a:off x="1284288" y="966788"/>
              <a:ext cx="209550" cy="93663"/>
            </a:xfrm>
            <a:custGeom>
              <a:avLst/>
              <a:gdLst/>
              <a:ahLst/>
              <a:cxnLst/>
              <a:rect l="l" t="t" r="r" b="b"/>
              <a:pathLst>
                <a:path w="124" h="56" extrusionOk="0">
                  <a:moveTo>
                    <a:pt x="124" y="56"/>
                  </a:moveTo>
                  <a:cubicBezTo>
                    <a:pt x="78" y="56"/>
                    <a:pt x="34" y="40"/>
                    <a:pt x="0" y="1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1" y="28"/>
                    <a:pt x="82" y="43"/>
                    <a:pt x="124" y="43"/>
                  </a:cubicBezTo>
                  <a:lnTo>
                    <a:pt x="124" y="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1555750" y="963613"/>
              <a:ext cx="150813" cy="90488"/>
            </a:xfrm>
            <a:custGeom>
              <a:avLst/>
              <a:gdLst/>
              <a:ahLst/>
              <a:cxnLst/>
              <a:rect l="l" t="t" r="r" b="b"/>
              <a:pathLst>
                <a:path w="89" h="54" extrusionOk="0">
                  <a:moveTo>
                    <a:pt x="3" y="54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30" y="34"/>
                    <a:pt x="57" y="20"/>
                    <a:pt x="80" y="0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65" y="32"/>
                    <a:pt x="35" y="47"/>
                    <a:pt x="3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5"/>
            <p:cNvSpPr/>
            <p:nvPr/>
          </p:nvSpPr>
          <p:spPr>
            <a:xfrm>
              <a:off x="1714500" y="839788"/>
              <a:ext cx="82550" cy="117475"/>
            </a:xfrm>
            <a:custGeom>
              <a:avLst/>
              <a:gdLst/>
              <a:ahLst/>
              <a:cxnLst/>
              <a:rect l="l" t="t" r="r" b="b"/>
              <a:pathLst>
                <a:path w="49" h="69" extrusionOk="0">
                  <a:moveTo>
                    <a:pt x="10" y="69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6" y="42"/>
                    <a:pt x="28" y="22"/>
                    <a:pt x="36" y="0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0" y="29"/>
                    <a:pt x="27" y="50"/>
                    <a:pt x="10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5"/>
            <p:cNvSpPr/>
            <p:nvPr/>
          </p:nvSpPr>
          <p:spPr>
            <a:xfrm>
              <a:off x="1784350" y="663575"/>
              <a:ext cx="31750" cy="133350"/>
            </a:xfrm>
            <a:custGeom>
              <a:avLst/>
              <a:gdLst/>
              <a:ahLst/>
              <a:cxnLst/>
              <a:rect l="l" t="t" r="r" b="b"/>
              <a:pathLst>
                <a:path w="19" h="79" extrusionOk="0">
                  <a:moveTo>
                    <a:pt x="16" y="79"/>
                  </a:moveTo>
                  <a:cubicBezTo>
                    <a:pt x="2" y="77"/>
                    <a:pt x="2" y="77"/>
                    <a:pt x="2" y="77"/>
                  </a:cubicBezTo>
                  <a:cubicBezTo>
                    <a:pt x="4" y="66"/>
                    <a:pt x="5" y="56"/>
                    <a:pt x="5" y="45"/>
                  </a:cubicBezTo>
                  <a:cubicBezTo>
                    <a:pt x="5" y="31"/>
                    <a:pt x="4" y="17"/>
                    <a:pt x="0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" y="15"/>
                    <a:pt x="19" y="30"/>
                    <a:pt x="19" y="45"/>
                  </a:cubicBezTo>
                  <a:cubicBezTo>
                    <a:pt x="19" y="57"/>
                    <a:pt x="18" y="68"/>
                    <a:pt x="16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5"/>
            <p:cNvSpPr/>
            <p:nvPr/>
          </p:nvSpPr>
          <p:spPr>
            <a:xfrm>
              <a:off x="1714500" y="520700"/>
              <a:ext cx="80963" cy="112712"/>
            </a:xfrm>
            <a:custGeom>
              <a:avLst/>
              <a:gdLst/>
              <a:ahLst/>
              <a:cxnLst/>
              <a:rect l="l" t="t" r="r" b="b"/>
              <a:pathLst>
                <a:path w="48" h="66" extrusionOk="0">
                  <a:moveTo>
                    <a:pt x="35" y="66"/>
                  </a:moveTo>
                  <a:cubicBezTo>
                    <a:pt x="27" y="45"/>
                    <a:pt x="15" y="26"/>
                    <a:pt x="0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6" y="18"/>
                    <a:pt x="39" y="39"/>
                    <a:pt x="48" y="61"/>
                  </a:cubicBezTo>
                  <a:lnTo>
                    <a:pt x="35" y="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1558925" y="425450"/>
              <a:ext cx="139700" cy="82550"/>
            </a:xfrm>
            <a:custGeom>
              <a:avLst/>
              <a:gdLst/>
              <a:ahLst/>
              <a:cxnLst/>
              <a:rect l="l" t="t" r="r" b="b"/>
              <a:pathLst>
                <a:path w="82" h="49" extrusionOk="0">
                  <a:moveTo>
                    <a:pt x="73" y="49"/>
                  </a:moveTo>
                  <a:cubicBezTo>
                    <a:pt x="52" y="32"/>
                    <a:pt x="27" y="19"/>
                    <a:pt x="0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2" y="6"/>
                    <a:pt x="59" y="20"/>
                    <a:pt x="82" y="38"/>
                  </a:cubicBezTo>
                  <a:lnTo>
                    <a:pt x="73" y="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5"/>
            <p:cNvSpPr/>
            <p:nvPr/>
          </p:nvSpPr>
          <p:spPr>
            <a:xfrm>
              <a:off x="1327150" y="417513"/>
              <a:ext cx="198437" cy="66675"/>
            </a:xfrm>
            <a:custGeom>
              <a:avLst/>
              <a:gdLst/>
              <a:ahLst/>
              <a:cxnLst/>
              <a:rect l="l" t="t" r="r" b="b"/>
              <a:pathLst>
                <a:path w="118" h="40" extrusionOk="0">
                  <a:moveTo>
                    <a:pt x="7" y="40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30" y="10"/>
                    <a:pt x="64" y="0"/>
                    <a:pt x="99" y="0"/>
                  </a:cubicBezTo>
                  <a:cubicBezTo>
                    <a:pt x="105" y="0"/>
                    <a:pt x="111" y="0"/>
                    <a:pt x="118" y="1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1" y="14"/>
                    <a:pt x="105" y="14"/>
                    <a:pt x="99" y="14"/>
                  </a:cubicBezTo>
                  <a:cubicBezTo>
                    <a:pt x="66" y="14"/>
                    <a:pt x="35" y="23"/>
                    <a:pt x="7" y="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5"/>
            <p:cNvSpPr/>
            <p:nvPr/>
          </p:nvSpPr>
          <p:spPr>
            <a:xfrm>
              <a:off x="1195388" y="487363"/>
              <a:ext cx="111125" cy="138113"/>
            </a:xfrm>
            <a:custGeom>
              <a:avLst/>
              <a:gdLst/>
              <a:ahLst/>
              <a:cxnLst/>
              <a:rect l="l" t="t" r="r" b="b"/>
              <a:pathLst>
                <a:path w="66" h="82" extrusionOk="0">
                  <a:moveTo>
                    <a:pt x="12" y="82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2" y="47"/>
                    <a:pt x="32" y="20"/>
                    <a:pt x="58" y="0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43" y="29"/>
                    <a:pt x="24" y="54"/>
                    <a:pt x="12" y="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5"/>
            <p:cNvSpPr/>
            <p:nvPr/>
          </p:nvSpPr>
          <p:spPr>
            <a:xfrm>
              <a:off x="1171575" y="661988"/>
              <a:ext cx="31750" cy="152400"/>
            </a:xfrm>
            <a:custGeom>
              <a:avLst/>
              <a:gdLst/>
              <a:ahLst/>
              <a:cxnLst/>
              <a:rect l="l" t="t" r="r" b="b"/>
              <a:pathLst>
                <a:path w="19" h="91" extrusionOk="0">
                  <a:moveTo>
                    <a:pt x="5" y="91"/>
                  </a:moveTo>
                  <a:cubicBezTo>
                    <a:pt x="1" y="76"/>
                    <a:pt x="0" y="61"/>
                    <a:pt x="0" y="46"/>
                  </a:cubicBezTo>
                  <a:cubicBezTo>
                    <a:pt x="0" y="31"/>
                    <a:pt x="2" y="15"/>
                    <a:pt x="5" y="0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5" y="17"/>
                    <a:pt x="13" y="32"/>
                    <a:pt x="13" y="46"/>
                  </a:cubicBezTo>
                  <a:cubicBezTo>
                    <a:pt x="13" y="60"/>
                    <a:pt x="15" y="74"/>
                    <a:pt x="18" y="87"/>
                  </a:cubicBezTo>
                  <a:lnTo>
                    <a:pt x="5" y="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1493838" y="806450"/>
              <a:ext cx="265113" cy="207963"/>
            </a:xfrm>
            <a:custGeom>
              <a:avLst/>
              <a:gdLst/>
              <a:ahLst/>
              <a:cxnLst/>
              <a:rect l="l" t="t" r="r" b="b"/>
              <a:pathLst>
                <a:path w="157" h="123" extrusionOk="0">
                  <a:moveTo>
                    <a:pt x="0" y="123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70" y="116"/>
                    <a:pt x="132" y="68"/>
                    <a:pt x="150" y="0"/>
                  </a:cubicBezTo>
                  <a:cubicBezTo>
                    <a:pt x="157" y="2"/>
                    <a:pt x="157" y="2"/>
                    <a:pt x="157" y="2"/>
                  </a:cubicBezTo>
                  <a:cubicBezTo>
                    <a:pt x="138" y="73"/>
                    <a:pt x="73" y="123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5"/>
            <p:cNvSpPr/>
            <p:nvPr/>
          </p:nvSpPr>
          <p:spPr>
            <a:xfrm>
              <a:off x="1752600" y="693738"/>
              <a:ext cx="14288" cy="46037"/>
            </a:xfrm>
            <a:custGeom>
              <a:avLst/>
              <a:gdLst/>
              <a:ahLst/>
              <a:cxnLst/>
              <a:rect l="l" t="t" r="r" b="b"/>
              <a:pathLst>
                <a:path w="9" h="27" extrusionOk="0">
                  <a:moveTo>
                    <a:pt x="9" y="27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19"/>
                    <a:pt x="2" y="1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9"/>
                    <a:pt x="9" y="18"/>
                    <a:pt x="9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5"/>
            <p:cNvSpPr/>
            <p:nvPr/>
          </p:nvSpPr>
          <p:spPr>
            <a:xfrm>
              <a:off x="1658938" y="527050"/>
              <a:ext cx="46037" cy="44450"/>
            </a:xfrm>
            <a:custGeom>
              <a:avLst/>
              <a:gdLst/>
              <a:ahLst/>
              <a:cxnLst/>
              <a:rect l="l" t="t" r="r" b="b"/>
              <a:pathLst>
                <a:path w="27" h="27" extrusionOk="0">
                  <a:moveTo>
                    <a:pt x="21" y="27"/>
                  </a:moveTo>
                  <a:cubicBezTo>
                    <a:pt x="15" y="19"/>
                    <a:pt x="8" y="12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3" y="7"/>
                    <a:pt x="20" y="14"/>
                    <a:pt x="27" y="22"/>
                  </a:cubicBezTo>
                  <a:lnTo>
                    <a:pt x="21" y="2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5"/>
            <p:cNvSpPr/>
            <p:nvPr/>
          </p:nvSpPr>
          <p:spPr>
            <a:xfrm>
              <a:off x="1524000" y="466725"/>
              <a:ext cx="123825" cy="55563"/>
            </a:xfrm>
            <a:custGeom>
              <a:avLst/>
              <a:gdLst/>
              <a:ahLst/>
              <a:cxnLst/>
              <a:rect l="l" t="t" r="r" b="b"/>
              <a:pathLst>
                <a:path w="73" h="33" extrusionOk="0">
                  <a:moveTo>
                    <a:pt x="70" y="33"/>
                  </a:moveTo>
                  <a:cubicBezTo>
                    <a:pt x="49" y="18"/>
                    <a:pt x="25" y="9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3"/>
                    <a:pt x="52" y="12"/>
                    <a:pt x="73" y="27"/>
                  </a:cubicBezTo>
                  <a:lnTo>
                    <a:pt x="70" y="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1436688" y="465138"/>
              <a:ext cx="57150" cy="17463"/>
            </a:xfrm>
            <a:custGeom>
              <a:avLst/>
              <a:gdLst/>
              <a:ahLst/>
              <a:cxnLst/>
              <a:rect l="l" t="t" r="r" b="b"/>
              <a:pathLst>
                <a:path w="34" h="10" extrusionOk="0">
                  <a:moveTo>
                    <a:pt x="1" y="1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1" y="1"/>
                    <a:pt x="22" y="0"/>
                    <a:pt x="34" y="0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23" y="7"/>
                    <a:pt x="12" y="8"/>
                    <a:pt x="1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5"/>
            <p:cNvSpPr/>
            <p:nvPr/>
          </p:nvSpPr>
          <p:spPr>
            <a:xfrm>
              <a:off x="1231900" y="487363"/>
              <a:ext cx="158750" cy="173037"/>
            </a:xfrm>
            <a:custGeom>
              <a:avLst/>
              <a:gdLst/>
              <a:ahLst/>
              <a:cxnLst/>
              <a:rect l="l" t="t" r="r" b="b"/>
              <a:pathLst>
                <a:path w="94" h="102" extrusionOk="0">
                  <a:moveTo>
                    <a:pt x="6" y="102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14" y="55"/>
                    <a:pt x="47" y="18"/>
                    <a:pt x="91" y="0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52" y="24"/>
                    <a:pt x="20" y="59"/>
                    <a:pt x="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5"/>
            <p:cNvSpPr/>
            <p:nvPr/>
          </p:nvSpPr>
          <p:spPr>
            <a:xfrm>
              <a:off x="1219200" y="685800"/>
              <a:ext cx="15875" cy="53975"/>
            </a:xfrm>
            <a:custGeom>
              <a:avLst/>
              <a:gdLst/>
              <a:ahLst/>
              <a:cxnLst/>
              <a:rect l="l" t="t" r="r" b="b"/>
              <a:pathLst>
                <a:path w="10" h="32" extrusionOk="0">
                  <a:moveTo>
                    <a:pt x="7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21"/>
                    <a:pt x="1" y="10"/>
                    <a:pt x="4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11"/>
                    <a:pt x="7" y="22"/>
                    <a:pt x="7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5"/>
            <p:cNvSpPr/>
            <p:nvPr/>
          </p:nvSpPr>
          <p:spPr>
            <a:xfrm>
              <a:off x="1231900" y="820738"/>
              <a:ext cx="111125" cy="144463"/>
            </a:xfrm>
            <a:custGeom>
              <a:avLst/>
              <a:gdLst/>
              <a:ahLst/>
              <a:cxnLst/>
              <a:rect l="l" t="t" r="r" b="b"/>
              <a:pathLst>
                <a:path w="66" h="86" extrusionOk="0">
                  <a:moveTo>
                    <a:pt x="62" y="86"/>
                  </a:moveTo>
                  <a:cubicBezTo>
                    <a:pt x="33" y="66"/>
                    <a:pt x="11" y="36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32"/>
                    <a:pt x="38" y="61"/>
                    <a:pt x="66" y="80"/>
                  </a:cubicBezTo>
                  <a:lnTo>
                    <a:pt x="62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5"/>
            <p:cNvSpPr/>
            <p:nvPr/>
          </p:nvSpPr>
          <p:spPr>
            <a:xfrm>
              <a:off x="1377950" y="976313"/>
              <a:ext cx="38100" cy="25400"/>
            </a:xfrm>
            <a:custGeom>
              <a:avLst/>
              <a:gdLst/>
              <a:ahLst/>
              <a:cxnLst/>
              <a:rect l="l" t="t" r="r" b="b"/>
              <a:pathLst>
                <a:path w="23" h="15" extrusionOk="0">
                  <a:moveTo>
                    <a:pt x="21" y="15"/>
                  </a:moveTo>
                  <a:cubicBezTo>
                    <a:pt x="14" y="12"/>
                    <a:pt x="7" y="10"/>
                    <a:pt x="0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9" y="3"/>
                    <a:pt x="16" y="6"/>
                    <a:pt x="23" y="8"/>
                  </a:cubicBezTo>
                  <a:lnTo>
                    <a:pt x="2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5"/>
            <p:cNvSpPr/>
            <p:nvPr/>
          </p:nvSpPr>
          <p:spPr>
            <a:xfrm>
              <a:off x="1325563" y="739775"/>
              <a:ext cx="26988" cy="69850"/>
            </a:xfrm>
            <a:custGeom>
              <a:avLst/>
              <a:gdLst/>
              <a:ahLst/>
              <a:cxnLst/>
              <a:rect l="l" t="t" r="r" b="b"/>
              <a:pathLst>
                <a:path w="16" h="42" extrusionOk="0">
                  <a:moveTo>
                    <a:pt x="9" y="42"/>
                  </a:moveTo>
                  <a:cubicBezTo>
                    <a:pt x="3" y="29"/>
                    <a:pt x="0" y="15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4"/>
                    <a:pt x="11" y="27"/>
                    <a:pt x="16" y="39"/>
                  </a:cubicBezTo>
                  <a:lnTo>
                    <a:pt x="9" y="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5"/>
            <p:cNvSpPr/>
            <p:nvPr/>
          </p:nvSpPr>
          <p:spPr>
            <a:xfrm>
              <a:off x="1354138" y="8255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0" y="34"/>
                  </a:moveTo>
                  <a:cubicBezTo>
                    <a:pt x="18" y="26"/>
                    <a:pt x="8" y="16"/>
                    <a:pt x="0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3" y="11"/>
                    <a:pt x="23" y="21"/>
                    <a:pt x="34" y="28"/>
                  </a:cubicBezTo>
                  <a:lnTo>
                    <a:pt x="30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5"/>
            <p:cNvSpPr/>
            <p:nvPr/>
          </p:nvSpPr>
          <p:spPr>
            <a:xfrm>
              <a:off x="1423988" y="882650"/>
              <a:ext cx="33337" cy="20638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7" y="12"/>
                  </a:moveTo>
                  <a:cubicBezTo>
                    <a:pt x="11" y="11"/>
                    <a:pt x="6" y="9"/>
                    <a:pt x="0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8" y="2"/>
                    <a:pt x="14" y="4"/>
                    <a:pt x="19" y="5"/>
                  </a:cubicBezTo>
                  <a:lnTo>
                    <a:pt x="17" y="1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5"/>
            <p:cNvSpPr/>
            <p:nvPr/>
          </p:nvSpPr>
          <p:spPr>
            <a:xfrm>
              <a:off x="1473200" y="884238"/>
              <a:ext cx="84138" cy="23812"/>
            </a:xfrm>
            <a:custGeom>
              <a:avLst/>
              <a:gdLst/>
              <a:ahLst/>
              <a:cxnLst/>
              <a:rect l="l" t="t" r="r" b="b"/>
              <a:pathLst>
                <a:path w="50" h="14" extrusionOk="0">
                  <a:moveTo>
                    <a:pt x="12" y="14"/>
                  </a:moveTo>
                  <a:cubicBezTo>
                    <a:pt x="8" y="14"/>
                    <a:pt x="4" y="14"/>
                    <a:pt x="0" y="13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4" y="6"/>
                    <a:pt x="8" y="6"/>
                    <a:pt x="12" y="6"/>
                  </a:cubicBezTo>
                  <a:cubicBezTo>
                    <a:pt x="24" y="6"/>
                    <a:pt x="36" y="4"/>
                    <a:pt x="47" y="0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38" y="11"/>
                    <a:pt x="25" y="14"/>
                    <a:pt x="1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1577975" y="82391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4" y="34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" y="21"/>
                    <a:pt x="20" y="11"/>
                    <a:pt x="28" y="0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6" y="16"/>
                    <a:pt x="16" y="26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5"/>
            <p:cNvSpPr/>
            <p:nvPr/>
          </p:nvSpPr>
          <p:spPr>
            <a:xfrm>
              <a:off x="1646238" y="706438"/>
              <a:ext cx="14288" cy="65088"/>
            </a:xfrm>
            <a:custGeom>
              <a:avLst/>
              <a:gdLst/>
              <a:ahLst/>
              <a:cxnLst/>
              <a:rect l="l" t="t" r="r" b="b"/>
              <a:pathLst>
                <a:path w="9" h="38" extrusionOk="0">
                  <a:moveTo>
                    <a:pt x="8" y="38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" y="31"/>
                    <a:pt x="2" y="25"/>
                    <a:pt x="2" y="19"/>
                  </a:cubicBezTo>
                  <a:cubicBezTo>
                    <a:pt x="2" y="13"/>
                    <a:pt x="1" y="7"/>
                    <a:pt x="0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6"/>
                    <a:pt x="9" y="13"/>
                    <a:pt x="9" y="19"/>
                  </a:cubicBezTo>
                  <a:cubicBezTo>
                    <a:pt x="9" y="26"/>
                    <a:pt x="9" y="32"/>
                    <a:pt x="8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5"/>
            <p:cNvSpPr/>
            <p:nvPr/>
          </p:nvSpPr>
          <p:spPr>
            <a:xfrm>
              <a:off x="1584325" y="603250"/>
              <a:ext cx="66675" cy="77787"/>
            </a:xfrm>
            <a:custGeom>
              <a:avLst/>
              <a:gdLst/>
              <a:ahLst/>
              <a:cxnLst/>
              <a:rect l="l" t="t" r="r" b="b"/>
              <a:pathLst>
                <a:path w="39" h="46" extrusionOk="0">
                  <a:moveTo>
                    <a:pt x="32" y="46"/>
                  </a:moveTo>
                  <a:cubicBezTo>
                    <a:pt x="25" y="30"/>
                    <a:pt x="14" y="16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0" y="11"/>
                    <a:pt x="32" y="26"/>
                    <a:pt x="39" y="44"/>
                  </a:cubicBezTo>
                  <a:lnTo>
                    <a:pt x="32" y="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1473200" y="571500"/>
              <a:ext cx="103187" cy="31750"/>
            </a:xfrm>
            <a:custGeom>
              <a:avLst/>
              <a:gdLst/>
              <a:ahLst/>
              <a:cxnLst/>
              <a:rect l="l" t="t" r="r" b="b"/>
              <a:pathLst>
                <a:path w="61" h="19" extrusionOk="0">
                  <a:moveTo>
                    <a:pt x="58" y="19"/>
                  </a:moveTo>
                  <a:cubicBezTo>
                    <a:pt x="44" y="11"/>
                    <a:pt x="28" y="7"/>
                    <a:pt x="12" y="7"/>
                  </a:cubicBezTo>
                  <a:cubicBezTo>
                    <a:pt x="8" y="7"/>
                    <a:pt x="5" y="7"/>
                    <a:pt x="1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2" y="0"/>
                  </a:cubicBezTo>
                  <a:cubicBezTo>
                    <a:pt x="29" y="0"/>
                    <a:pt x="46" y="4"/>
                    <a:pt x="61" y="13"/>
                  </a:cubicBezTo>
                  <a:lnTo>
                    <a:pt x="58" y="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5"/>
            <p:cNvSpPr/>
            <p:nvPr/>
          </p:nvSpPr>
          <p:spPr>
            <a:xfrm>
              <a:off x="1404938" y="574675"/>
              <a:ext cx="52388" cy="33337"/>
            </a:xfrm>
            <a:custGeom>
              <a:avLst/>
              <a:gdLst/>
              <a:ahLst/>
              <a:cxnLst/>
              <a:rect l="l" t="t" r="r" b="b"/>
              <a:pathLst>
                <a:path w="31" h="19" extrusionOk="0">
                  <a:moveTo>
                    <a:pt x="4" y="19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9" y="7"/>
                    <a:pt x="19" y="3"/>
                    <a:pt x="29" y="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1" y="10"/>
                    <a:pt x="12" y="14"/>
                    <a:pt x="4" y="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1328738" y="617538"/>
              <a:ext cx="57150" cy="92075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7" y="55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4" y="33"/>
                    <a:pt x="14" y="14"/>
                    <a:pt x="29" y="0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0" y="19"/>
                    <a:pt x="11" y="36"/>
                    <a:pt x="7" y="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5"/>
            <p:cNvSpPr/>
            <p:nvPr/>
          </p:nvSpPr>
          <p:spPr>
            <a:xfrm>
              <a:off x="1357313" y="78740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7" y="30"/>
                  </a:moveTo>
                  <a:cubicBezTo>
                    <a:pt x="10" y="21"/>
                    <a:pt x="4" y="1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9"/>
                    <a:pt x="15" y="18"/>
                    <a:pt x="22" y="25"/>
                  </a:cubicBezTo>
                  <a:lnTo>
                    <a:pt x="17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5"/>
            <p:cNvSpPr/>
            <p:nvPr/>
          </p:nvSpPr>
          <p:spPr>
            <a:xfrm>
              <a:off x="1400175" y="841375"/>
              <a:ext cx="93663" cy="44450"/>
            </a:xfrm>
            <a:custGeom>
              <a:avLst/>
              <a:gdLst/>
              <a:ahLst/>
              <a:cxnLst/>
              <a:rect l="l" t="t" r="r" b="b"/>
              <a:pathLst>
                <a:path w="56" h="26" extrusionOk="0">
                  <a:moveTo>
                    <a:pt x="56" y="26"/>
                  </a:moveTo>
                  <a:cubicBezTo>
                    <a:pt x="35" y="26"/>
                    <a:pt x="15" y="18"/>
                    <a:pt x="0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8" y="13"/>
                    <a:pt x="37" y="19"/>
                    <a:pt x="56" y="19"/>
                  </a:cubicBezTo>
                  <a:lnTo>
                    <a:pt x="56" y="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5"/>
            <p:cNvSpPr/>
            <p:nvPr/>
          </p:nvSpPr>
          <p:spPr>
            <a:xfrm>
              <a:off x="1522413" y="839788"/>
              <a:ext cx="68263" cy="42863"/>
            </a:xfrm>
            <a:custGeom>
              <a:avLst/>
              <a:gdLst/>
              <a:ahLst/>
              <a:cxnLst/>
              <a:rect l="l" t="t" r="r" b="b"/>
              <a:pathLst>
                <a:path w="40" h="25" extrusionOk="0">
                  <a:moveTo>
                    <a:pt x="1" y="25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3" y="16"/>
                    <a:pt x="26" y="10"/>
                    <a:pt x="36" y="0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29" y="15"/>
                    <a:pt x="15" y="22"/>
                    <a:pt x="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5"/>
            <p:cNvSpPr/>
            <p:nvPr/>
          </p:nvSpPr>
          <p:spPr>
            <a:xfrm>
              <a:off x="1593850" y="784225"/>
              <a:ext cx="36513" cy="53975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5" y="32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7" y="19"/>
                    <a:pt x="13" y="10"/>
                    <a:pt x="16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8" y="13"/>
                    <a:pt x="12" y="23"/>
                    <a:pt x="5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5"/>
            <p:cNvSpPr/>
            <p:nvPr/>
          </p:nvSpPr>
          <p:spPr>
            <a:xfrm>
              <a:off x="1625600" y="704850"/>
              <a:ext cx="12700" cy="61913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7" y="36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2" y="30"/>
                    <a:pt x="2" y="25"/>
                    <a:pt x="2" y="20"/>
                  </a:cubicBezTo>
                  <a:cubicBezTo>
                    <a:pt x="2" y="14"/>
                    <a:pt x="1" y="7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6"/>
                    <a:pt x="8" y="13"/>
                    <a:pt x="8" y="20"/>
                  </a:cubicBezTo>
                  <a:cubicBezTo>
                    <a:pt x="8" y="25"/>
                    <a:pt x="8" y="31"/>
                    <a:pt x="7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5"/>
            <p:cNvSpPr/>
            <p:nvPr/>
          </p:nvSpPr>
          <p:spPr>
            <a:xfrm>
              <a:off x="1593850" y="64135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6" y="30"/>
                  </a:moveTo>
                  <a:cubicBezTo>
                    <a:pt x="12" y="20"/>
                    <a:pt x="7" y="12"/>
                    <a:pt x="0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2" y="8"/>
                    <a:pt x="18" y="17"/>
                    <a:pt x="22" y="28"/>
                  </a:cubicBezTo>
                  <a:lnTo>
                    <a:pt x="16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5"/>
            <p:cNvSpPr/>
            <p:nvPr/>
          </p:nvSpPr>
          <p:spPr>
            <a:xfrm>
              <a:off x="1524000" y="596900"/>
              <a:ext cx="61912" cy="38100"/>
            </a:xfrm>
            <a:custGeom>
              <a:avLst/>
              <a:gdLst/>
              <a:ahLst/>
              <a:cxnLst/>
              <a:rect l="l" t="t" r="r" b="b"/>
              <a:pathLst>
                <a:path w="37" h="22" extrusionOk="0">
                  <a:moveTo>
                    <a:pt x="33" y="22"/>
                  </a:moveTo>
                  <a:cubicBezTo>
                    <a:pt x="23" y="14"/>
                    <a:pt x="12" y="9"/>
                    <a:pt x="0" y="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4" y="3"/>
                    <a:pt x="26" y="9"/>
                    <a:pt x="37" y="17"/>
                  </a:cubicBezTo>
                  <a:lnTo>
                    <a:pt x="33" y="2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5"/>
            <p:cNvSpPr/>
            <p:nvPr/>
          </p:nvSpPr>
          <p:spPr>
            <a:xfrm>
              <a:off x="1417638" y="593725"/>
              <a:ext cx="90488" cy="30163"/>
            </a:xfrm>
            <a:custGeom>
              <a:avLst/>
              <a:gdLst/>
              <a:ahLst/>
              <a:cxnLst/>
              <a:rect l="l" t="t" r="r" b="b"/>
              <a:pathLst>
                <a:path w="53" h="18" extrusionOk="0">
                  <a:moveTo>
                    <a:pt x="3" y="18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4" y="4"/>
                    <a:pt x="29" y="0"/>
                    <a:pt x="45" y="0"/>
                  </a:cubicBezTo>
                  <a:cubicBezTo>
                    <a:pt x="48" y="0"/>
                    <a:pt x="51" y="0"/>
                    <a:pt x="53" y="0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0" y="6"/>
                    <a:pt x="47" y="6"/>
                    <a:pt x="45" y="6"/>
                  </a:cubicBezTo>
                  <a:cubicBezTo>
                    <a:pt x="30" y="6"/>
                    <a:pt x="16" y="10"/>
                    <a:pt x="3" y="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1358900" y="625475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30" h="37" extrusionOk="0">
                  <a:moveTo>
                    <a:pt x="6" y="37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5" y="21"/>
                    <a:pt x="14" y="9"/>
                    <a:pt x="26" y="0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19" y="13"/>
                    <a:pt x="11" y="24"/>
                    <a:pt x="6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1347788" y="703263"/>
              <a:ext cx="14288" cy="69850"/>
            </a:xfrm>
            <a:custGeom>
              <a:avLst/>
              <a:gdLst/>
              <a:ahLst/>
              <a:cxnLst/>
              <a:rect l="l" t="t" r="r" b="b"/>
              <a:pathLst>
                <a:path w="9" h="41" extrusionOk="0">
                  <a:moveTo>
                    <a:pt x="3" y="41"/>
                  </a:moveTo>
                  <a:cubicBezTo>
                    <a:pt x="1" y="35"/>
                    <a:pt x="0" y="28"/>
                    <a:pt x="0" y="21"/>
                  </a:cubicBezTo>
                  <a:cubicBezTo>
                    <a:pt x="0" y="14"/>
                    <a:pt x="1" y="7"/>
                    <a:pt x="3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8"/>
                    <a:pt x="7" y="15"/>
                    <a:pt x="7" y="21"/>
                  </a:cubicBezTo>
                  <a:cubicBezTo>
                    <a:pt x="7" y="28"/>
                    <a:pt x="7" y="34"/>
                    <a:pt x="9" y="40"/>
                  </a:cubicBezTo>
                  <a:lnTo>
                    <a:pt x="3" y="4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1493838" y="769938"/>
              <a:ext cx="119063" cy="93663"/>
            </a:xfrm>
            <a:custGeom>
              <a:avLst/>
              <a:gdLst/>
              <a:ahLst/>
              <a:cxnLst/>
              <a:rect l="l" t="t" r="r" b="b"/>
              <a:pathLst>
                <a:path w="71" h="56" extrusionOk="0">
                  <a:moveTo>
                    <a:pt x="0" y="56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32" y="53"/>
                    <a:pt x="60" y="31"/>
                    <a:pt x="68" y="0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62" y="33"/>
                    <a:pt x="33" y="56"/>
                    <a:pt x="0" y="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5"/>
            <p:cNvSpPr/>
            <p:nvPr/>
          </p:nvSpPr>
          <p:spPr>
            <a:xfrm>
              <a:off x="1609725" y="719138"/>
              <a:ext cx="7938" cy="20638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4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8"/>
                    <a:pt x="1" y="4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4"/>
                    <a:pt x="4" y="8"/>
                    <a:pt x="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5"/>
            <p:cNvSpPr/>
            <p:nvPr/>
          </p:nvSpPr>
          <p:spPr>
            <a:xfrm>
              <a:off x="1568450" y="642938"/>
              <a:ext cx="20638" cy="20638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0" y="12"/>
                  </a:moveTo>
                  <a:cubicBezTo>
                    <a:pt x="7" y="9"/>
                    <a:pt x="4" y="6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" y="3"/>
                    <a:pt x="9" y="7"/>
                    <a:pt x="12" y="10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1508125" y="615950"/>
              <a:ext cx="55563" cy="25400"/>
            </a:xfrm>
            <a:custGeom>
              <a:avLst/>
              <a:gdLst/>
              <a:ahLst/>
              <a:cxnLst/>
              <a:rect l="l" t="t" r="r" b="b"/>
              <a:pathLst>
                <a:path w="33" h="15" extrusionOk="0">
                  <a:moveTo>
                    <a:pt x="31" y="15"/>
                  </a:moveTo>
                  <a:cubicBezTo>
                    <a:pt x="22" y="9"/>
                    <a:pt x="11" y="5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2"/>
                    <a:pt x="23" y="6"/>
                    <a:pt x="33" y="13"/>
                  </a:cubicBezTo>
                  <a:lnTo>
                    <a:pt x="3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5"/>
            <p:cNvSpPr/>
            <p:nvPr/>
          </p:nvSpPr>
          <p:spPr>
            <a:xfrm>
              <a:off x="1466850" y="615950"/>
              <a:ext cx="26988" cy="6350"/>
            </a:xfrm>
            <a:custGeom>
              <a:avLst/>
              <a:gdLst/>
              <a:ahLst/>
              <a:cxnLst/>
              <a:rect l="l" t="t" r="r" b="b"/>
              <a:pathLst>
                <a:path w="16" h="4" extrusionOk="0">
                  <a:moveTo>
                    <a:pt x="1" y="4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1" y="0"/>
                    <a:pt x="16" y="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1" y="3"/>
                    <a:pt x="6" y="3"/>
                    <a:pt x="1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5"/>
            <p:cNvSpPr/>
            <p:nvPr/>
          </p:nvSpPr>
          <p:spPr>
            <a:xfrm>
              <a:off x="1376363" y="625475"/>
              <a:ext cx="69850" cy="77787"/>
            </a:xfrm>
            <a:custGeom>
              <a:avLst/>
              <a:gdLst/>
              <a:ahLst/>
              <a:cxnLst/>
              <a:rect l="l" t="t" r="r" b="b"/>
              <a:pathLst>
                <a:path w="42" h="46" extrusionOk="0">
                  <a:moveTo>
                    <a:pt x="3" y="46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6" y="25"/>
                    <a:pt x="21" y="8"/>
                    <a:pt x="41" y="0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23" y="11"/>
                    <a:pt x="9" y="26"/>
                    <a:pt x="3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5"/>
            <p:cNvSpPr/>
            <p:nvPr/>
          </p:nvSpPr>
          <p:spPr>
            <a:xfrm>
              <a:off x="1368425" y="714375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3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1" y="5"/>
                    <a:pt x="2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6"/>
                    <a:pt x="3" y="11"/>
                    <a:pt x="3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5"/>
            <p:cNvSpPr/>
            <p:nvPr/>
          </p:nvSpPr>
          <p:spPr>
            <a:xfrm>
              <a:off x="1376363" y="776288"/>
              <a:ext cx="50800" cy="65087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28" y="39"/>
                  </a:moveTo>
                  <a:cubicBezTo>
                    <a:pt x="15" y="30"/>
                    <a:pt x="5" y="16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14"/>
                    <a:pt x="17" y="27"/>
                    <a:pt x="30" y="36"/>
                  </a:cubicBezTo>
                  <a:lnTo>
                    <a:pt x="28" y="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5"/>
            <p:cNvSpPr/>
            <p:nvPr/>
          </p:nvSpPr>
          <p:spPr>
            <a:xfrm>
              <a:off x="1441450" y="847725"/>
              <a:ext cx="17463" cy="11113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9" y="7"/>
                  </a:moveTo>
                  <a:cubicBezTo>
                    <a:pt x="6" y="6"/>
                    <a:pt x="3" y="4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1"/>
                    <a:pt x="7" y="3"/>
                    <a:pt x="10" y="4"/>
                  </a:cubicBezTo>
                  <a:lnTo>
                    <a:pt x="9" y="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7"/>
          <p:cNvGrpSpPr/>
          <p:nvPr/>
        </p:nvGrpSpPr>
        <p:grpSpPr>
          <a:xfrm>
            <a:off x="8430775" y="-184363"/>
            <a:ext cx="1449389" cy="1447800"/>
            <a:chOff x="5502275" y="4098925"/>
            <a:chExt cx="1449389" cy="1447800"/>
          </a:xfrm>
        </p:grpSpPr>
        <p:sp>
          <p:nvSpPr>
            <p:cNvPr id="283" name="Google Shape;283;p7"/>
            <p:cNvSpPr/>
            <p:nvPr/>
          </p:nvSpPr>
          <p:spPr>
            <a:xfrm>
              <a:off x="5502275" y="4098925"/>
              <a:ext cx="1449389" cy="1447800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30" y="858"/>
                  </a:moveTo>
                  <a:cubicBezTo>
                    <a:pt x="193" y="858"/>
                    <a:pt x="0" y="665"/>
                    <a:pt x="0" y="429"/>
                  </a:cubicBezTo>
                  <a:cubicBezTo>
                    <a:pt x="0" y="192"/>
                    <a:pt x="193" y="0"/>
                    <a:pt x="430" y="0"/>
                  </a:cubicBezTo>
                  <a:cubicBezTo>
                    <a:pt x="666" y="0"/>
                    <a:pt x="859" y="192"/>
                    <a:pt x="859" y="429"/>
                  </a:cubicBezTo>
                  <a:cubicBezTo>
                    <a:pt x="859" y="665"/>
                    <a:pt x="666" y="858"/>
                    <a:pt x="430" y="858"/>
                  </a:cubicBezTo>
                  <a:close/>
                  <a:moveTo>
                    <a:pt x="430" y="10"/>
                  </a:moveTo>
                  <a:cubicBezTo>
                    <a:pt x="199" y="10"/>
                    <a:pt x="11" y="198"/>
                    <a:pt x="11" y="429"/>
                  </a:cubicBezTo>
                  <a:cubicBezTo>
                    <a:pt x="11" y="659"/>
                    <a:pt x="199" y="847"/>
                    <a:pt x="430" y="847"/>
                  </a:cubicBezTo>
                  <a:cubicBezTo>
                    <a:pt x="660" y="847"/>
                    <a:pt x="848" y="659"/>
                    <a:pt x="848" y="429"/>
                  </a:cubicBezTo>
                  <a:cubicBezTo>
                    <a:pt x="848" y="198"/>
                    <a:pt x="660" y="10"/>
                    <a:pt x="430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5548313" y="4143375"/>
              <a:ext cx="1357313" cy="1358900"/>
            </a:xfrm>
            <a:custGeom>
              <a:avLst/>
              <a:gdLst/>
              <a:ahLst/>
              <a:cxnLst/>
              <a:rect l="l" t="t" r="r" b="b"/>
              <a:pathLst>
                <a:path w="805" h="805" extrusionOk="0">
                  <a:moveTo>
                    <a:pt x="403" y="805"/>
                  </a:moveTo>
                  <a:cubicBezTo>
                    <a:pt x="180" y="805"/>
                    <a:pt x="0" y="625"/>
                    <a:pt x="0" y="403"/>
                  </a:cubicBezTo>
                  <a:cubicBezTo>
                    <a:pt x="0" y="181"/>
                    <a:pt x="180" y="0"/>
                    <a:pt x="403" y="0"/>
                  </a:cubicBezTo>
                  <a:cubicBezTo>
                    <a:pt x="625" y="0"/>
                    <a:pt x="805" y="181"/>
                    <a:pt x="805" y="403"/>
                  </a:cubicBezTo>
                  <a:cubicBezTo>
                    <a:pt x="805" y="625"/>
                    <a:pt x="625" y="805"/>
                    <a:pt x="403" y="805"/>
                  </a:cubicBezTo>
                  <a:close/>
                  <a:moveTo>
                    <a:pt x="403" y="7"/>
                  </a:moveTo>
                  <a:cubicBezTo>
                    <a:pt x="184" y="7"/>
                    <a:pt x="7" y="185"/>
                    <a:pt x="7" y="403"/>
                  </a:cubicBezTo>
                  <a:cubicBezTo>
                    <a:pt x="7" y="621"/>
                    <a:pt x="184" y="798"/>
                    <a:pt x="403" y="798"/>
                  </a:cubicBezTo>
                  <a:cubicBezTo>
                    <a:pt x="621" y="798"/>
                    <a:pt x="798" y="621"/>
                    <a:pt x="798" y="403"/>
                  </a:cubicBezTo>
                  <a:cubicBezTo>
                    <a:pt x="798" y="185"/>
                    <a:pt x="621" y="7"/>
                    <a:pt x="403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5595938" y="4192588"/>
              <a:ext cx="1262063" cy="1262063"/>
            </a:xfrm>
            <a:custGeom>
              <a:avLst/>
              <a:gdLst/>
              <a:ahLst/>
              <a:cxnLst/>
              <a:rect l="l" t="t" r="r" b="b"/>
              <a:pathLst>
                <a:path w="749" h="748" extrusionOk="0">
                  <a:moveTo>
                    <a:pt x="375" y="748"/>
                  </a:moveTo>
                  <a:cubicBezTo>
                    <a:pt x="375" y="748"/>
                    <a:pt x="375" y="748"/>
                    <a:pt x="375" y="748"/>
                  </a:cubicBezTo>
                  <a:cubicBezTo>
                    <a:pt x="372" y="748"/>
                    <a:pt x="369" y="748"/>
                    <a:pt x="366" y="748"/>
                  </a:cubicBezTo>
                  <a:cubicBezTo>
                    <a:pt x="367" y="689"/>
                    <a:pt x="367" y="689"/>
                    <a:pt x="367" y="689"/>
                  </a:cubicBezTo>
                  <a:cubicBezTo>
                    <a:pt x="370" y="689"/>
                    <a:pt x="372" y="689"/>
                    <a:pt x="375" y="689"/>
                  </a:cubicBezTo>
                  <a:lnTo>
                    <a:pt x="375" y="748"/>
                  </a:lnTo>
                  <a:close/>
                  <a:moveTo>
                    <a:pt x="382" y="748"/>
                  </a:moveTo>
                  <a:cubicBezTo>
                    <a:pt x="381" y="689"/>
                    <a:pt x="381" y="689"/>
                    <a:pt x="381" y="689"/>
                  </a:cubicBezTo>
                  <a:cubicBezTo>
                    <a:pt x="383" y="689"/>
                    <a:pt x="386" y="689"/>
                    <a:pt x="388" y="689"/>
                  </a:cubicBezTo>
                  <a:cubicBezTo>
                    <a:pt x="390" y="747"/>
                    <a:pt x="390" y="747"/>
                    <a:pt x="390" y="747"/>
                  </a:cubicBezTo>
                  <a:cubicBezTo>
                    <a:pt x="388" y="747"/>
                    <a:pt x="385" y="748"/>
                    <a:pt x="382" y="748"/>
                  </a:cubicBezTo>
                  <a:close/>
                  <a:moveTo>
                    <a:pt x="359" y="747"/>
                  </a:moveTo>
                  <a:cubicBezTo>
                    <a:pt x="356" y="747"/>
                    <a:pt x="353" y="747"/>
                    <a:pt x="350" y="747"/>
                  </a:cubicBezTo>
                  <a:cubicBezTo>
                    <a:pt x="354" y="689"/>
                    <a:pt x="354" y="689"/>
                    <a:pt x="354" y="689"/>
                  </a:cubicBezTo>
                  <a:cubicBezTo>
                    <a:pt x="356" y="689"/>
                    <a:pt x="359" y="689"/>
                    <a:pt x="361" y="689"/>
                  </a:cubicBezTo>
                  <a:lnTo>
                    <a:pt x="359" y="747"/>
                  </a:lnTo>
                  <a:close/>
                  <a:moveTo>
                    <a:pt x="398" y="747"/>
                  </a:moveTo>
                  <a:cubicBezTo>
                    <a:pt x="394" y="689"/>
                    <a:pt x="394" y="689"/>
                    <a:pt x="394" y="689"/>
                  </a:cubicBezTo>
                  <a:cubicBezTo>
                    <a:pt x="397" y="688"/>
                    <a:pt x="399" y="688"/>
                    <a:pt x="401" y="688"/>
                  </a:cubicBezTo>
                  <a:cubicBezTo>
                    <a:pt x="406" y="746"/>
                    <a:pt x="406" y="746"/>
                    <a:pt x="406" y="746"/>
                  </a:cubicBezTo>
                  <a:cubicBezTo>
                    <a:pt x="403" y="747"/>
                    <a:pt x="401" y="747"/>
                    <a:pt x="398" y="747"/>
                  </a:cubicBezTo>
                  <a:close/>
                  <a:moveTo>
                    <a:pt x="343" y="746"/>
                  </a:moveTo>
                  <a:cubicBezTo>
                    <a:pt x="340" y="746"/>
                    <a:pt x="337" y="746"/>
                    <a:pt x="334" y="746"/>
                  </a:cubicBezTo>
                  <a:cubicBezTo>
                    <a:pt x="341" y="687"/>
                    <a:pt x="341" y="687"/>
                    <a:pt x="341" y="687"/>
                  </a:cubicBezTo>
                  <a:cubicBezTo>
                    <a:pt x="343" y="688"/>
                    <a:pt x="345" y="688"/>
                    <a:pt x="348" y="688"/>
                  </a:cubicBezTo>
                  <a:lnTo>
                    <a:pt x="343" y="746"/>
                  </a:lnTo>
                  <a:close/>
                  <a:moveTo>
                    <a:pt x="414" y="746"/>
                  </a:moveTo>
                  <a:cubicBezTo>
                    <a:pt x="407" y="688"/>
                    <a:pt x="407" y="688"/>
                    <a:pt x="407" y="688"/>
                  </a:cubicBezTo>
                  <a:cubicBezTo>
                    <a:pt x="410" y="687"/>
                    <a:pt x="412" y="687"/>
                    <a:pt x="415" y="687"/>
                  </a:cubicBezTo>
                  <a:cubicBezTo>
                    <a:pt x="422" y="745"/>
                    <a:pt x="422" y="745"/>
                    <a:pt x="422" y="745"/>
                  </a:cubicBezTo>
                  <a:cubicBezTo>
                    <a:pt x="419" y="745"/>
                    <a:pt x="416" y="745"/>
                    <a:pt x="414" y="746"/>
                  </a:cubicBezTo>
                  <a:close/>
                  <a:moveTo>
                    <a:pt x="327" y="745"/>
                  </a:moveTo>
                  <a:cubicBezTo>
                    <a:pt x="324" y="744"/>
                    <a:pt x="321" y="744"/>
                    <a:pt x="319" y="744"/>
                  </a:cubicBezTo>
                  <a:cubicBezTo>
                    <a:pt x="327" y="686"/>
                    <a:pt x="327" y="686"/>
                    <a:pt x="327" y="686"/>
                  </a:cubicBezTo>
                  <a:cubicBezTo>
                    <a:pt x="330" y="686"/>
                    <a:pt x="332" y="686"/>
                    <a:pt x="334" y="687"/>
                  </a:cubicBezTo>
                  <a:lnTo>
                    <a:pt x="327" y="745"/>
                  </a:lnTo>
                  <a:close/>
                  <a:moveTo>
                    <a:pt x="429" y="744"/>
                  </a:moveTo>
                  <a:cubicBezTo>
                    <a:pt x="421" y="686"/>
                    <a:pt x="421" y="686"/>
                    <a:pt x="421" y="686"/>
                  </a:cubicBezTo>
                  <a:cubicBezTo>
                    <a:pt x="423" y="686"/>
                    <a:pt x="426" y="685"/>
                    <a:pt x="428" y="685"/>
                  </a:cubicBezTo>
                  <a:cubicBezTo>
                    <a:pt x="438" y="742"/>
                    <a:pt x="438" y="742"/>
                    <a:pt x="438" y="742"/>
                  </a:cubicBezTo>
                  <a:cubicBezTo>
                    <a:pt x="435" y="743"/>
                    <a:pt x="432" y="743"/>
                    <a:pt x="429" y="744"/>
                  </a:cubicBezTo>
                  <a:close/>
                  <a:moveTo>
                    <a:pt x="311" y="742"/>
                  </a:moveTo>
                  <a:cubicBezTo>
                    <a:pt x="309" y="742"/>
                    <a:pt x="306" y="741"/>
                    <a:pt x="303" y="741"/>
                  </a:cubicBezTo>
                  <a:cubicBezTo>
                    <a:pt x="314" y="683"/>
                    <a:pt x="314" y="683"/>
                    <a:pt x="314" y="683"/>
                  </a:cubicBezTo>
                  <a:cubicBezTo>
                    <a:pt x="316" y="684"/>
                    <a:pt x="319" y="684"/>
                    <a:pt x="321" y="685"/>
                  </a:cubicBezTo>
                  <a:lnTo>
                    <a:pt x="311" y="742"/>
                  </a:lnTo>
                  <a:close/>
                  <a:moveTo>
                    <a:pt x="445" y="741"/>
                  </a:moveTo>
                  <a:cubicBezTo>
                    <a:pt x="434" y="684"/>
                    <a:pt x="434" y="684"/>
                    <a:pt x="434" y="684"/>
                  </a:cubicBezTo>
                  <a:cubicBezTo>
                    <a:pt x="436" y="683"/>
                    <a:pt x="439" y="683"/>
                    <a:pt x="441" y="682"/>
                  </a:cubicBezTo>
                  <a:cubicBezTo>
                    <a:pt x="453" y="739"/>
                    <a:pt x="453" y="739"/>
                    <a:pt x="453" y="739"/>
                  </a:cubicBezTo>
                  <a:cubicBezTo>
                    <a:pt x="451" y="740"/>
                    <a:pt x="448" y="741"/>
                    <a:pt x="445" y="741"/>
                  </a:cubicBezTo>
                  <a:close/>
                  <a:moveTo>
                    <a:pt x="296" y="739"/>
                  </a:moveTo>
                  <a:cubicBezTo>
                    <a:pt x="293" y="739"/>
                    <a:pt x="290" y="738"/>
                    <a:pt x="287" y="737"/>
                  </a:cubicBezTo>
                  <a:cubicBezTo>
                    <a:pt x="301" y="681"/>
                    <a:pt x="301" y="681"/>
                    <a:pt x="301" y="681"/>
                  </a:cubicBezTo>
                  <a:cubicBezTo>
                    <a:pt x="303" y="681"/>
                    <a:pt x="306" y="682"/>
                    <a:pt x="308" y="682"/>
                  </a:cubicBezTo>
                  <a:lnTo>
                    <a:pt x="296" y="739"/>
                  </a:lnTo>
                  <a:close/>
                  <a:moveTo>
                    <a:pt x="460" y="738"/>
                  </a:moveTo>
                  <a:cubicBezTo>
                    <a:pt x="447" y="681"/>
                    <a:pt x="447" y="681"/>
                    <a:pt x="447" y="681"/>
                  </a:cubicBezTo>
                  <a:cubicBezTo>
                    <a:pt x="449" y="680"/>
                    <a:pt x="452" y="680"/>
                    <a:pt x="454" y="679"/>
                  </a:cubicBezTo>
                  <a:cubicBezTo>
                    <a:pt x="469" y="736"/>
                    <a:pt x="469" y="736"/>
                    <a:pt x="469" y="736"/>
                  </a:cubicBezTo>
                  <a:cubicBezTo>
                    <a:pt x="466" y="736"/>
                    <a:pt x="463" y="737"/>
                    <a:pt x="460" y="738"/>
                  </a:cubicBezTo>
                  <a:close/>
                  <a:moveTo>
                    <a:pt x="280" y="736"/>
                  </a:moveTo>
                  <a:cubicBezTo>
                    <a:pt x="278" y="735"/>
                    <a:pt x="275" y="734"/>
                    <a:pt x="272" y="733"/>
                  </a:cubicBezTo>
                  <a:cubicBezTo>
                    <a:pt x="288" y="677"/>
                    <a:pt x="288" y="677"/>
                    <a:pt x="288" y="677"/>
                  </a:cubicBezTo>
                  <a:cubicBezTo>
                    <a:pt x="290" y="678"/>
                    <a:pt x="293" y="679"/>
                    <a:pt x="295" y="679"/>
                  </a:cubicBezTo>
                  <a:lnTo>
                    <a:pt x="280" y="736"/>
                  </a:lnTo>
                  <a:close/>
                  <a:moveTo>
                    <a:pt x="476" y="734"/>
                  </a:moveTo>
                  <a:cubicBezTo>
                    <a:pt x="460" y="678"/>
                    <a:pt x="460" y="678"/>
                    <a:pt x="460" y="678"/>
                  </a:cubicBezTo>
                  <a:cubicBezTo>
                    <a:pt x="462" y="677"/>
                    <a:pt x="465" y="676"/>
                    <a:pt x="467" y="675"/>
                  </a:cubicBezTo>
                  <a:cubicBezTo>
                    <a:pt x="484" y="731"/>
                    <a:pt x="484" y="731"/>
                    <a:pt x="484" y="731"/>
                  </a:cubicBezTo>
                  <a:cubicBezTo>
                    <a:pt x="481" y="732"/>
                    <a:pt x="479" y="733"/>
                    <a:pt x="476" y="734"/>
                  </a:cubicBezTo>
                  <a:close/>
                  <a:moveTo>
                    <a:pt x="265" y="731"/>
                  </a:moveTo>
                  <a:cubicBezTo>
                    <a:pt x="262" y="731"/>
                    <a:pt x="260" y="730"/>
                    <a:pt x="257" y="729"/>
                  </a:cubicBezTo>
                  <a:cubicBezTo>
                    <a:pt x="275" y="673"/>
                    <a:pt x="275" y="673"/>
                    <a:pt x="275" y="673"/>
                  </a:cubicBezTo>
                  <a:cubicBezTo>
                    <a:pt x="278" y="674"/>
                    <a:pt x="280" y="675"/>
                    <a:pt x="282" y="676"/>
                  </a:cubicBezTo>
                  <a:lnTo>
                    <a:pt x="265" y="731"/>
                  </a:lnTo>
                  <a:close/>
                  <a:moveTo>
                    <a:pt x="491" y="729"/>
                  </a:moveTo>
                  <a:cubicBezTo>
                    <a:pt x="473" y="674"/>
                    <a:pt x="473" y="674"/>
                    <a:pt x="473" y="674"/>
                  </a:cubicBezTo>
                  <a:cubicBezTo>
                    <a:pt x="475" y="673"/>
                    <a:pt x="477" y="672"/>
                    <a:pt x="480" y="671"/>
                  </a:cubicBezTo>
                  <a:cubicBezTo>
                    <a:pt x="499" y="726"/>
                    <a:pt x="499" y="726"/>
                    <a:pt x="499" y="726"/>
                  </a:cubicBezTo>
                  <a:cubicBezTo>
                    <a:pt x="496" y="727"/>
                    <a:pt x="494" y="728"/>
                    <a:pt x="491" y="729"/>
                  </a:cubicBezTo>
                  <a:close/>
                  <a:moveTo>
                    <a:pt x="250" y="726"/>
                  </a:moveTo>
                  <a:cubicBezTo>
                    <a:pt x="247" y="725"/>
                    <a:pt x="244" y="724"/>
                    <a:pt x="242" y="723"/>
                  </a:cubicBezTo>
                  <a:cubicBezTo>
                    <a:pt x="263" y="669"/>
                    <a:pt x="263" y="669"/>
                    <a:pt x="263" y="669"/>
                  </a:cubicBezTo>
                  <a:cubicBezTo>
                    <a:pt x="265" y="670"/>
                    <a:pt x="267" y="671"/>
                    <a:pt x="269" y="671"/>
                  </a:cubicBezTo>
                  <a:lnTo>
                    <a:pt x="250" y="726"/>
                  </a:lnTo>
                  <a:close/>
                  <a:moveTo>
                    <a:pt x="506" y="724"/>
                  </a:moveTo>
                  <a:cubicBezTo>
                    <a:pt x="485" y="669"/>
                    <a:pt x="485" y="669"/>
                    <a:pt x="485" y="669"/>
                  </a:cubicBezTo>
                  <a:cubicBezTo>
                    <a:pt x="488" y="668"/>
                    <a:pt x="490" y="667"/>
                    <a:pt x="492" y="667"/>
                  </a:cubicBezTo>
                  <a:cubicBezTo>
                    <a:pt x="514" y="721"/>
                    <a:pt x="514" y="721"/>
                    <a:pt x="514" y="721"/>
                  </a:cubicBezTo>
                  <a:cubicBezTo>
                    <a:pt x="511" y="722"/>
                    <a:pt x="509" y="723"/>
                    <a:pt x="506" y="724"/>
                  </a:cubicBezTo>
                  <a:close/>
                  <a:moveTo>
                    <a:pt x="235" y="721"/>
                  </a:moveTo>
                  <a:cubicBezTo>
                    <a:pt x="232" y="720"/>
                    <a:pt x="230" y="719"/>
                    <a:pt x="227" y="718"/>
                  </a:cubicBezTo>
                  <a:cubicBezTo>
                    <a:pt x="250" y="664"/>
                    <a:pt x="250" y="664"/>
                    <a:pt x="250" y="664"/>
                  </a:cubicBezTo>
                  <a:cubicBezTo>
                    <a:pt x="252" y="665"/>
                    <a:pt x="255" y="666"/>
                    <a:pt x="257" y="667"/>
                  </a:cubicBezTo>
                  <a:lnTo>
                    <a:pt x="235" y="721"/>
                  </a:lnTo>
                  <a:close/>
                  <a:moveTo>
                    <a:pt x="521" y="718"/>
                  </a:moveTo>
                  <a:cubicBezTo>
                    <a:pt x="498" y="664"/>
                    <a:pt x="498" y="664"/>
                    <a:pt x="498" y="664"/>
                  </a:cubicBezTo>
                  <a:cubicBezTo>
                    <a:pt x="500" y="663"/>
                    <a:pt x="502" y="662"/>
                    <a:pt x="504" y="661"/>
                  </a:cubicBezTo>
                  <a:cubicBezTo>
                    <a:pt x="529" y="715"/>
                    <a:pt x="529" y="715"/>
                    <a:pt x="529" y="715"/>
                  </a:cubicBezTo>
                  <a:cubicBezTo>
                    <a:pt x="526" y="716"/>
                    <a:pt x="523" y="717"/>
                    <a:pt x="521" y="718"/>
                  </a:cubicBezTo>
                  <a:close/>
                  <a:moveTo>
                    <a:pt x="220" y="715"/>
                  </a:moveTo>
                  <a:cubicBezTo>
                    <a:pt x="218" y="713"/>
                    <a:pt x="215" y="712"/>
                    <a:pt x="213" y="711"/>
                  </a:cubicBezTo>
                  <a:cubicBezTo>
                    <a:pt x="238" y="658"/>
                    <a:pt x="238" y="658"/>
                    <a:pt x="238" y="658"/>
                  </a:cubicBezTo>
                  <a:cubicBezTo>
                    <a:pt x="240" y="659"/>
                    <a:pt x="242" y="660"/>
                    <a:pt x="245" y="661"/>
                  </a:cubicBezTo>
                  <a:lnTo>
                    <a:pt x="220" y="715"/>
                  </a:lnTo>
                  <a:close/>
                  <a:moveTo>
                    <a:pt x="535" y="712"/>
                  </a:moveTo>
                  <a:cubicBezTo>
                    <a:pt x="510" y="659"/>
                    <a:pt x="510" y="659"/>
                    <a:pt x="510" y="659"/>
                  </a:cubicBezTo>
                  <a:cubicBezTo>
                    <a:pt x="512" y="658"/>
                    <a:pt x="514" y="657"/>
                    <a:pt x="517" y="656"/>
                  </a:cubicBezTo>
                  <a:cubicBezTo>
                    <a:pt x="543" y="708"/>
                    <a:pt x="543" y="708"/>
                    <a:pt x="543" y="708"/>
                  </a:cubicBezTo>
                  <a:cubicBezTo>
                    <a:pt x="540" y="709"/>
                    <a:pt x="538" y="710"/>
                    <a:pt x="535" y="712"/>
                  </a:cubicBezTo>
                  <a:close/>
                  <a:moveTo>
                    <a:pt x="206" y="708"/>
                  </a:moveTo>
                  <a:cubicBezTo>
                    <a:pt x="203" y="706"/>
                    <a:pt x="201" y="705"/>
                    <a:pt x="198" y="704"/>
                  </a:cubicBezTo>
                  <a:cubicBezTo>
                    <a:pt x="226" y="652"/>
                    <a:pt x="226" y="652"/>
                    <a:pt x="226" y="652"/>
                  </a:cubicBezTo>
                  <a:cubicBezTo>
                    <a:pt x="228" y="653"/>
                    <a:pt x="230" y="654"/>
                    <a:pt x="232" y="656"/>
                  </a:cubicBezTo>
                  <a:lnTo>
                    <a:pt x="206" y="708"/>
                  </a:lnTo>
                  <a:close/>
                  <a:moveTo>
                    <a:pt x="549" y="704"/>
                  </a:moveTo>
                  <a:cubicBezTo>
                    <a:pt x="522" y="653"/>
                    <a:pt x="522" y="653"/>
                    <a:pt x="522" y="653"/>
                  </a:cubicBezTo>
                  <a:cubicBezTo>
                    <a:pt x="524" y="652"/>
                    <a:pt x="526" y="650"/>
                    <a:pt x="528" y="649"/>
                  </a:cubicBezTo>
                  <a:cubicBezTo>
                    <a:pt x="557" y="700"/>
                    <a:pt x="557" y="700"/>
                    <a:pt x="557" y="700"/>
                  </a:cubicBezTo>
                  <a:cubicBezTo>
                    <a:pt x="554" y="702"/>
                    <a:pt x="552" y="703"/>
                    <a:pt x="549" y="704"/>
                  </a:cubicBezTo>
                  <a:close/>
                  <a:moveTo>
                    <a:pt x="192" y="700"/>
                  </a:moveTo>
                  <a:cubicBezTo>
                    <a:pt x="189" y="699"/>
                    <a:pt x="187" y="697"/>
                    <a:pt x="184" y="696"/>
                  </a:cubicBezTo>
                  <a:cubicBezTo>
                    <a:pt x="214" y="646"/>
                    <a:pt x="214" y="646"/>
                    <a:pt x="214" y="646"/>
                  </a:cubicBezTo>
                  <a:cubicBezTo>
                    <a:pt x="216" y="647"/>
                    <a:pt x="218" y="648"/>
                    <a:pt x="221" y="649"/>
                  </a:cubicBezTo>
                  <a:lnTo>
                    <a:pt x="192" y="700"/>
                  </a:lnTo>
                  <a:close/>
                  <a:moveTo>
                    <a:pt x="563" y="697"/>
                  </a:moveTo>
                  <a:cubicBezTo>
                    <a:pt x="534" y="646"/>
                    <a:pt x="534" y="646"/>
                    <a:pt x="534" y="646"/>
                  </a:cubicBezTo>
                  <a:cubicBezTo>
                    <a:pt x="536" y="645"/>
                    <a:pt x="538" y="644"/>
                    <a:pt x="540" y="642"/>
                  </a:cubicBezTo>
                  <a:cubicBezTo>
                    <a:pt x="571" y="692"/>
                    <a:pt x="571" y="692"/>
                    <a:pt x="571" y="692"/>
                  </a:cubicBezTo>
                  <a:cubicBezTo>
                    <a:pt x="568" y="694"/>
                    <a:pt x="566" y="695"/>
                    <a:pt x="563" y="697"/>
                  </a:cubicBezTo>
                  <a:close/>
                  <a:moveTo>
                    <a:pt x="178" y="692"/>
                  </a:moveTo>
                  <a:cubicBezTo>
                    <a:pt x="176" y="691"/>
                    <a:pt x="173" y="689"/>
                    <a:pt x="171" y="688"/>
                  </a:cubicBezTo>
                  <a:cubicBezTo>
                    <a:pt x="203" y="638"/>
                    <a:pt x="203" y="638"/>
                    <a:pt x="203" y="638"/>
                  </a:cubicBezTo>
                  <a:cubicBezTo>
                    <a:pt x="205" y="640"/>
                    <a:pt x="207" y="641"/>
                    <a:pt x="209" y="642"/>
                  </a:cubicBezTo>
                  <a:lnTo>
                    <a:pt x="178" y="692"/>
                  </a:lnTo>
                  <a:close/>
                  <a:moveTo>
                    <a:pt x="577" y="688"/>
                  </a:moveTo>
                  <a:cubicBezTo>
                    <a:pt x="545" y="639"/>
                    <a:pt x="545" y="639"/>
                    <a:pt x="545" y="639"/>
                  </a:cubicBezTo>
                  <a:cubicBezTo>
                    <a:pt x="547" y="638"/>
                    <a:pt x="549" y="637"/>
                    <a:pt x="551" y="635"/>
                  </a:cubicBezTo>
                  <a:cubicBezTo>
                    <a:pt x="584" y="684"/>
                    <a:pt x="584" y="684"/>
                    <a:pt x="584" y="684"/>
                  </a:cubicBezTo>
                  <a:cubicBezTo>
                    <a:pt x="581" y="685"/>
                    <a:pt x="579" y="687"/>
                    <a:pt x="577" y="688"/>
                  </a:cubicBezTo>
                  <a:close/>
                  <a:moveTo>
                    <a:pt x="165" y="684"/>
                  </a:moveTo>
                  <a:cubicBezTo>
                    <a:pt x="163" y="682"/>
                    <a:pt x="160" y="680"/>
                    <a:pt x="158" y="679"/>
                  </a:cubicBezTo>
                  <a:cubicBezTo>
                    <a:pt x="192" y="631"/>
                    <a:pt x="192" y="631"/>
                    <a:pt x="192" y="631"/>
                  </a:cubicBezTo>
                  <a:cubicBezTo>
                    <a:pt x="194" y="632"/>
                    <a:pt x="196" y="634"/>
                    <a:pt x="198" y="635"/>
                  </a:cubicBezTo>
                  <a:lnTo>
                    <a:pt x="165" y="684"/>
                  </a:lnTo>
                  <a:close/>
                  <a:moveTo>
                    <a:pt x="590" y="680"/>
                  </a:moveTo>
                  <a:cubicBezTo>
                    <a:pt x="556" y="632"/>
                    <a:pt x="556" y="632"/>
                    <a:pt x="556" y="632"/>
                  </a:cubicBezTo>
                  <a:cubicBezTo>
                    <a:pt x="558" y="630"/>
                    <a:pt x="560" y="629"/>
                    <a:pt x="562" y="628"/>
                  </a:cubicBezTo>
                  <a:cubicBezTo>
                    <a:pt x="597" y="675"/>
                    <a:pt x="597" y="675"/>
                    <a:pt x="597" y="675"/>
                  </a:cubicBezTo>
                  <a:cubicBezTo>
                    <a:pt x="594" y="676"/>
                    <a:pt x="592" y="678"/>
                    <a:pt x="590" y="680"/>
                  </a:cubicBezTo>
                  <a:close/>
                  <a:moveTo>
                    <a:pt x="152" y="674"/>
                  </a:moveTo>
                  <a:cubicBezTo>
                    <a:pt x="150" y="673"/>
                    <a:pt x="147" y="671"/>
                    <a:pt x="145" y="669"/>
                  </a:cubicBezTo>
                  <a:cubicBezTo>
                    <a:pt x="181" y="623"/>
                    <a:pt x="181" y="623"/>
                    <a:pt x="181" y="623"/>
                  </a:cubicBezTo>
                  <a:cubicBezTo>
                    <a:pt x="183" y="624"/>
                    <a:pt x="185" y="626"/>
                    <a:pt x="187" y="627"/>
                  </a:cubicBezTo>
                  <a:lnTo>
                    <a:pt x="152" y="674"/>
                  </a:lnTo>
                  <a:close/>
                  <a:moveTo>
                    <a:pt x="603" y="670"/>
                  </a:moveTo>
                  <a:cubicBezTo>
                    <a:pt x="567" y="624"/>
                    <a:pt x="567" y="624"/>
                    <a:pt x="567" y="624"/>
                  </a:cubicBezTo>
                  <a:cubicBezTo>
                    <a:pt x="569" y="622"/>
                    <a:pt x="571" y="621"/>
                    <a:pt x="573" y="619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7" y="667"/>
                    <a:pt x="605" y="668"/>
                    <a:pt x="603" y="670"/>
                  </a:cubicBezTo>
                  <a:close/>
                  <a:moveTo>
                    <a:pt x="139" y="665"/>
                  </a:moveTo>
                  <a:cubicBezTo>
                    <a:pt x="137" y="663"/>
                    <a:pt x="135" y="661"/>
                    <a:pt x="133" y="659"/>
                  </a:cubicBezTo>
                  <a:cubicBezTo>
                    <a:pt x="171" y="614"/>
                    <a:pt x="171" y="614"/>
                    <a:pt x="171" y="614"/>
                  </a:cubicBezTo>
                  <a:cubicBezTo>
                    <a:pt x="172" y="616"/>
                    <a:pt x="174" y="618"/>
                    <a:pt x="176" y="619"/>
                  </a:cubicBezTo>
                  <a:lnTo>
                    <a:pt x="139" y="665"/>
                  </a:lnTo>
                  <a:close/>
                  <a:moveTo>
                    <a:pt x="615" y="660"/>
                  </a:moveTo>
                  <a:cubicBezTo>
                    <a:pt x="577" y="615"/>
                    <a:pt x="577" y="615"/>
                    <a:pt x="577" y="615"/>
                  </a:cubicBezTo>
                  <a:cubicBezTo>
                    <a:pt x="579" y="614"/>
                    <a:pt x="581" y="612"/>
                    <a:pt x="583" y="611"/>
                  </a:cubicBezTo>
                  <a:cubicBezTo>
                    <a:pt x="621" y="655"/>
                    <a:pt x="621" y="655"/>
                    <a:pt x="621" y="655"/>
                  </a:cubicBezTo>
                  <a:cubicBezTo>
                    <a:pt x="619" y="656"/>
                    <a:pt x="617" y="658"/>
                    <a:pt x="615" y="660"/>
                  </a:cubicBezTo>
                  <a:close/>
                  <a:moveTo>
                    <a:pt x="127" y="654"/>
                  </a:moveTo>
                  <a:cubicBezTo>
                    <a:pt x="125" y="652"/>
                    <a:pt x="123" y="651"/>
                    <a:pt x="121" y="649"/>
                  </a:cubicBezTo>
                  <a:cubicBezTo>
                    <a:pt x="161" y="606"/>
                    <a:pt x="161" y="606"/>
                    <a:pt x="161" y="606"/>
                  </a:cubicBezTo>
                  <a:cubicBezTo>
                    <a:pt x="162" y="607"/>
                    <a:pt x="164" y="609"/>
                    <a:pt x="166" y="610"/>
                  </a:cubicBezTo>
                  <a:lnTo>
                    <a:pt x="127" y="654"/>
                  </a:lnTo>
                  <a:close/>
                  <a:moveTo>
                    <a:pt x="627" y="650"/>
                  </a:moveTo>
                  <a:cubicBezTo>
                    <a:pt x="587" y="607"/>
                    <a:pt x="587" y="607"/>
                    <a:pt x="587" y="607"/>
                  </a:cubicBezTo>
                  <a:cubicBezTo>
                    <a:pt x="589" y="605"/>
                    <a:pt x="591" y="603"/>
                    <a:pt x="593" y="602"/>
                  </a:cubicBezTo>
                  <a:cubicBezTo>
                    <a:pt x="633" y="644"/>
                    <a:pt x="633" y="644"/>
                    <a:pt x="633" y="644"/>
                  </a:cubicBezTo>
                  <a:cubicBezTo>
                    <a:pt x="631" y="646"/>
                    <a:pt x="629" y="648"/>
                    <a:pt x="627" y="650"/>
                  </a:cubicBezTo>
                  <a:close/>
                  <a:moveTo>
                    <a:pt x="116" y="644"/>
                  </a:moveTo>
                  <a:cubicBezTo>
                    <a:pt x="114" y="642"/>
                    <a:pt x="111" y="640"/>
                    <a:pt x="109" y="638"/>
                  </a:cubicBezTo>
                  <a:cubicBezTo>
                    <a:pt x="151" y="596"/>
                    <a:pt x="151" y="596"/>
                    <a:pt x="151" y="596"/>
                  </a:cubicBezTo>
                  <a:cubicBezTo>
                    <a:pt x="153" y="598"/>
                    <a:pt x="154" y="600"/>
                    <a:pt x="156" y="601"/>
                  </a:cubicBezTo>
                  <a:lnTo>
                    <a:pt x="116" y="644"/>
                  </a:lnTo>
                  <a:close/>
                  <a:moveTo>
                    <a:pt x="638" y="639"/>
                  </a:moveTo>
                  <a:cubicBezTo>
                    <a:pt x="597" y="597"/>
                    <a:pt x="597" y="597"/>
                    <a:pt x="597" y="597"/>
                  </a:cubicBezTo>
                  <a:cubicBezTo>
                    <a:pt x="599" y="596"/>
                    <a:pt x="601" y="594"/>
                    <a:pt x="602" y="592"/>
                  </a:cubicBezTo>
                  <a:cubicBezTo>
                    <a:pt x="644" y="633"/>
                    <a:pt x="644" y="633"/>
                    <a:pt x="644" y="633"/>
                  </a:cubicBezTo>
                  <a:cubicBezTo>
                    <a:pt x="642" y="635"/>
                    <a:pt x="640" y="637"/>
                    <a:pt x="638" y="639"/>
                  </a:cubicBezTo>
                  <a:close/>
                  <a:moveTo>
                    <a:pt x="104" y="632"/>
                  </a:moveTo>
                  <a:cubicBezTo>
                    <a:pt x="102" y="630"/>
                    <a:pt x="100" y="628"/>
                    <a:pt x="98" y="626"/>
                  </a:cubicBezTo>
                  <a:cubicBezTo>
                    <a:pt x="142" y="587"/>
                    <a:pt x="142" y="587"/>
                    <a:pt x="142" y="587"/>
                  </a:cubicBezTo>
                  <a:cubicBezTo>
                    <a:pt x="143" y="588"/>
                    <a:pt x="145" y="590"/>
                    <a:pt x="147" y="592"/>
                  </a:cubicBezTo>
                  <a:lnTo>
                    <a:pt x="104" y="632"/>
                  </a:lnTo>
                  <a:close/>
                  <a:moveTo>
                    <a:pt x="649" y="627"/>
                  </a:moveTo>
                  <a:cubicBezTo>
                    <a:pt x="606" y="588"/>
                    <a:pt x="606" y="588"/>
                    <a:pt x="606" y="588"/>
                  </a:cubicBezTo>
                  <a:cubicBezTo>
                    <a:pt x="608" y="586"/>
                    <a:pt x="610" y="584"/>
                    <a:pt x="611" y="582"/>
                  </a:cubicBezTo>
                  <a:cubicBezTo>
                    <a:pt x="655" y="621"/>
                    <a:pt x="655" y="621"/>
                    <a:pt x="655" y="621"/>
                  </a:cubicBezTo>
                  <a:cubicBezTo>
                    <a:pt x="653" y="623"/>
                    <a:pt x="651" y="625"/>
                    <a:pt x="649" y="627"/>
                  </a:cubicBezTo>
                  <a:close/>
                  <a:moveTo>
                    <a:pt x="94" y="621"/>
                  </a:moveTo>
                  <a:cubicBezTo>
                    <a:pt x="92" y="619"/>
                    <a:pt x="90" y="616"/>
                    <a:pt x="88" y="614"/>
                  </a:cubicBezTo>
                  <a:cubicBezTo>
                    <a:pt x="133" y="577"/>
                    <a:pt x="133" y="577"/>
                    <a:pt x="133" y="577"/>
                  </a:cubicBezTo>
                  <a:cubicBezTo>
                    <a:pt x="134" y="578"/>
                    <a:pt x="136" y="580"/>
                    <a:pt x="138" y="582"/>
                  </a:cubicBezTo>
                  <a:lnTo>
                    <a:pt x="94" y="621"/>
                  </a:lnTo>
                  <a:close/>
                  <a:moveTo>
                    <a:pt x="660" y="616"/>
                  </a:moveTo>
                  <a:cubicBezTo>
                    <a:pt x="615" y="578"/>
                    <a:pt x="615" y="578"/>
                    <a:pt x="615" y="578"/>
                  </a:cubicBezTo>
                  <a:cubicBezTo>
                    <a:pt x="617" y="576"/>
                    <a:pt x="618" y="574"/>
                    <a:pt x="620" y="572"/>
                  </a:cubicBezTo>
                  <a:cubicBezTo>
                    <a:pt x="665" y="609"/>
                    <a:pt x="665" y="609"/>
                    <a:pt x="665" y="609"/>
                  </a:cubicBezTo>
                  <a:cubicBezTo>
                    <a:pt x="664" y="611"/>
                    <a:pt x="662" y="613"/>
                    <a:pt x="660" y="616"/>
                  </a:cubicBezTo>
                  <a:close/>
                  <a:moveTo>
                    <a:pt x="83" y="609"/>
                  </a:moveTo>
                  <a:cubicBezTo>
                    <a:pt x="82" y="606"/>
                    <a:pt x="80" y="604"/>
                    <a:pt x="78" y="602"/>
                  </a:cubicBezTo>
                  <a:cubicBezTo>
                    <a:pt x="124" y="566"/>
                    <a:pt x="124" y="566"/>
                    <a:pt x="124" y="566"/>
                  </a:cubicBezTo>
                  <a:cubicBezTo>
                    <a:pt x="126" y="568"/>
                    <a:pt x="127" y="570"/>
                    <a:pt x="129" y="572"/>
                  </a:cubicBezTo>
                  <a:lnTo>
                    <a:pt x="83" y="609"/>
                  </a:lnTo>
                  <a:close/>
                  <a:moveTo>
                    <a:pt x="670" y="603"/>
                  </a:moveTo>
                  <a:cubicBezTo>
                    <a:pt x="624" y="567"/>
                    <a:pt x="624" y="567"/>
                    <a:pt x="624" y="567"/>
                  </a:cubicBezTo>
                  <a:cubicBezTo>
                    <a:pt x="625" y="565"/>
                    <a:pt x="627" y="563"/>
                    <a:pt x="628" y="561"/>
                  </a:cubicBezTo>
                  <a:cubicBezTo>
                    <a:pt x="675" y="596"/>
                    <a:pt x="675" y="596"/>
                    <a:pt x="675" y="596"/>
                  </a:cubicBezTo>
                  <a:cubicBezTo>
                    <a:pt x="673" y="599"/>
                    <a:pt x="672" y="601"/>
                    <a:pt x="670" y="603"/>
                  </a:cubicBezTo>
                  <a:close/>
                  <a:moveTo>
                    <a:pt x="74" y="596"/>
                  </a:moveTo>
                  <a:cubicBezTo>
                    <a:pt x="72" y="594"/>
                    <a:pt x="70" y="591"/>
                    <a:pt x="69" y="589"/>
                  </a:cubicBezTo>
                  <a:cubicBezTo>
                    <a:pt x="116" y="555"/>
                    <a:pt x="116" y="555"/>
                    <a:pt x="116" y="555"/>
                  </a:cubicBezTo>
                  <a:cubicBezTo>
                    <a:pt x="118" y="557"/>
                    <a:pt x="119" y="559"/>
                    <a:pt x="121" y="561"/>
                  </a:cubicBezTo>
                  <a:lnTo>
                    <a:pt x="74" y="596"/>
                  </a:lnTo>
                  <a:close/>
                  <a:moveTo>
                    <a:pt x="679" y="590"/>
                  </a:moveTo>
                  <a:cubicBezTo>
                    <a:pt x="632" y="557"/>
                    <a:pt x="632" y="557"/>
                    <a:pt x="632" y="557"/>
                  </a:cubicBezTo>
                  <a:cubicBezTo>
                    <a:pt x="633" y="555"/>
                    <a:pt x="635" y="553"/>
                    <a:pt x="636" y="551"/>
                  </a:cubicBezTo>
                  <a:cubicBezTo>
                    <a:pt x="684" y="583"/>
                    <a:pt x="684" y="583"/>
                    <a:pt x="684" y="583"/>
                  </a:cubicBezTo>
                  <a:cubicBezTo>
                    <a:pt x="683" y="586"/>
                    <a:pt x="681" y="588"/>
                    <a:pt x="679" y="590"/>
                  </a:cubicBezTo>
                  <a:close/>
                  <a:moveTo>
                    <a:pt x="65" y="583"/>
                  </a:moveTo>
                  <a:cubicBezTo>
                    <a:pt x="63" y="581"/>
                    <a:pt x="61" y="578"/>
                    <a:pt x="60" y="576"/>
                  </a:cubicBezTo>
                  <a:cubicBezTo>
                    <a:pt x="109" y="544"/>
                    <a:pt x="109" y="544"/>
                    <a:pt x="109" y="544"/>
                  </a:cubicBezTo>
                  <a:cubicBezTo>
                    <a:pt x="110" y="546"/>
                    <a:pt x="112" y="548"/>
                    <a:pt x="113" y="550"/>
                  </a:cubicBezTo>
                  <a:lnTo>
                    <a:pt x="65" y="583"/>
                  </a:lnTo>
                  <a:close/>
                  <a:moveTo>
                    <a:pt x="688" y="577"/>
                  </a:moveTo>
                  <a:cubicBezTo>
                    <a:pt x="639" y="545"/>
                    <a:pt x="639" y="545"/>
                    <a:pt x="639" y="545"/>
                  </a:cubicBezTo>
                  <a:cubicBezTo>
                    <a:pt x="641" y="543"/>
                    <a:pt x="642" y="541"/>
                    <a:pt x="643" y="539"/>
                  </a:cubicBezTo>
                  <a:cubicBezTo>
                    <a:pt x="693" y="570"/>
                    <a:pt x="693" y="570"/>
                    <a:pt x="693" y="570"/>
                  </a:cubicBezTo>
                  <a:cubicBezTo>
                    <a:pt x="691" y="572"/>
                    <a:pt x="690" y="575"/>
                    <a:pt x="688" y="577"/>
                  </a:cubicBezTo>
                  <a:close/>
                  <a:moveTo>
                    <a:pt x="56" y="570"/>
                  </a:moveTo>
                  <a:cubicBezTo>
                    <a:pt x="54" y="567"/>
                    <a:pt x="53" y="565"/>
                    <a:pt x="52" y="562"/>
                  </a:cubicBezTo>
                  <a:cubicBezTo>
                    <a:pt x="102" y="533"/>
                    <a:pt x="102" y="533"/>
                    <a:pt x="102" y="533"/>
                  </a:cubicBezTo>
                  <a:cubicBezTo>
                    <a:pt x="103" y="535"/>
                    <a:pt x="104" y="537"/>
                    <a:pt x="106" y="539"/>
                  </a:cubicBezTo>
                  <a:lnTo>
                    <a:pt x="56" y="570"/>
                  </a:lnTo>
                  <a:close/>
                  <a:moveTo>
                    <a:pt x="697" y="564"/>
                  </a:moveTo>
                  <a:cubicBezTo>
                    <a:pt x="646" y="534"/>
                    <a:pt x="646" y="534"/>
                    <a:pt x="646" y="534"/>
                  </a:cubicBezTo>
                  <a:cubicBezTo>
                    <a:pt x="648" y="532"/>
                    <a:pt x="649" y="530"/>
                    <a:pt x="650" y="528"/>
                  </a:cubicBezTo>
                  <a:cubicBezTo>
                    <a:pt x="701" y="556"/>
                    <a:pt x="701" y="556"/>
                    <a:pt x="701" y="556"/>
                  </a:cubicBezTo>
                  <a:cubicBezTo>
                    <a:pt x="700" y="559"/>
                    <a:pt x="698" y="561"/>
                    <a:pt x="697" y="564"/>
                  </a:cubicBezTo>
                  <a:close/>
                  <a:moveTo>
                    <a:pt x="48" y="556"/>
                  </a:moveTo>
                  <a:cubicBezTo>
                    <a:pt x="47" y="554"/>
                    <a:pt x="45" y="551"/>
                    <a:pt x="44" y="549"/>
                  </a:cubicBezTo>
                  <a:cubicBezTo>
                    <a:pt x="95" y="521"/>
                    <a:pt x="95" y="521"/>
                    <a:pt x="95" y="521"/>
                  </a:cubicBezTo>
                  <a:cubicBezTo>
                    <a:pt x="97" y="523"/>
                    <a:pt x="98" y="525"/>
                    <a:pt x="99" y="528"/>
                  </a:cubicBezTo>
                  <a:lnTo>
                    <a:pt x="48" y="556"/>
                  </a:lnTo>
                  <a:close/>
                  <a:moveTo>
                    <a:pt x="704" y="550"/>
                  </a:moveTo>
                  <a:cubicBezTo>
                    <a:pt x="653" y="522"/>
                    <a:pt x="653" y="522"/>
                    <a:pt x="653" y="522"/>
                  </a:cubicBezTo>
                  <a:cubicBezTo>
                    <a:pt x="654" y="520"/>
                    <a:pt x="655" y="518"/>
                    <a:pt x="656" y="516"/>
                  </a:cubicBezTo>
                  <a:cubicBezTo>
                    <a:pt x="708" y="542"/>
                    <a:pt x="708" y="542"/>
                    <a:pt x="708" y="542"/>
                  </a:cubicBezTo>
                  <a:cubicBezTo>
                    <a:pt x="707" y="545"/>
                    <a:pt x="706" y="547"/>
                    <a:pt x="704" y="550"/>
                  </a:cubicBezTo>
                  <a:close/>
                  <a:moveTo>
                    <a:pt x="40" y="542"/>
                  </a:moveTo>
                  <a:cubicBezTo>
                    <a:pt x="39" y="540"/>
                    <a:pt x="38" y="537"/>
                    <a:pt x="37" y="534"/>
                  </a:cubicBezTo>
                  <a:cubicBezTo>
                    <a:pt x="89" y="509"/>
                    <a:pt x="89" y="509"/>
                    <a:pt x="89" y="509"/>
                  </a:cubicBezTo>
                  <a:cubicBezTo>
                    <a:pt x="91" y="511"/>
                    <a:pt x="92" y="514"/>
                    <a:pt x="93" y="516"/>
                  </a:cubicBezTo>
                  <a:lnTo>
                    <a:pt x="40" y="542"/>
                  </a:lnTo>
                  <a:close/>
                  <a:moveTo>
                    <a:pt x="712" y="536"/>
                  </a:moveTo>
                  <a:cubicBezTo>
                    <a:pt x="659" y="510"/>
                    <a:pt x="659" y="510"/>
                    <a:pt x="659" y="510"/>
                  </a:cubicBezTo>
                  <a:cubicBezTo>
                    <a:pt x="660" y="508"/>
                    <a:pt x="661" y="506"/>
                    <a:pt x="662" y="504"/>
                  </a:cubicBezTo>
                  <a:cubicBezTo>
                    <a:pt x="715" y="528"/>
                    <a:pt x="715" y="528"/>
                    <a:pt x="715" y="528"/>
                  </a:cubicBezTo>
                  <a:cubicBezTo>
                    <a:pt x="714" y="531"/>
                    <a:pt x="713" y="533"/>
                    <a:pt x="712" y="536"/>
                  </a:cubicBezTo>
                  <a:close/>
                  <a:moveTo>
                    <a:pt x="34" y="528"/>
                  </a:moveTo>
                  <a:cubicBezTo>
                    <a:pt x="32" y="525"/>
                    <a:pt x="31" y="523"/>
                    <a:pt x="30" y="520"/>
                  </a:cubicBezTo>
                  <a:cubicBezTo>
                    <a:pt x="84" y="497"/>
                    <a:pt x="84" y="497"/>
                    <a:pt x="84" y="497"/>
                  </a:cubicBezTo>
                  <a:cubicBezTo>
                    <a:pt x="85" y="499"/>
                    <a:pt x="86" y="502"/>
                    <a:pt x="87" y="504"/>
                  </a:cubicBezTo>
                  <a:lnTo>
                    <a:pt x="34" y="528"/>
                  </a:lnTo>
                  <a:close/>
                  <a:moveTo>
                    <a:pt x="718" y="521"/>
                  </a:moveTo>
                  <a:cubicBezTo>
                    <a:pt x="665" y="498"/>
                    <a:pt x="665" y="498"/>
                    <a:pt x="665" y="498"/>
                  </a:cubicBezTo>
                  <a:cubicBezTo>
                    <a:pt x="666" y="496"/>
                    <a:pt x="666" y="494"/>
                    <a:pt x="667" y="491"/>
                  </a:cubicBezTo>
                  <a:cubicBezTo>
                    <a:pt x="722" y="513"/>
                    <a:pt x="722" y="513"/>
                    <a:pt x="722" y="513"/>
                  </a:cubicBezTo>
                  <a:cubicBezTo>
                    <a:pt x="721" y="516"/>
                    <a:pt x="719" y="519"/>
                    <a:pt x="718" y="521"/>
                  </a:cubicBezTo>
                  <a:close/>
                  <a:moveTo>
                    <a:pt x="27" y="513"/>
                  </a:moveTo>
                  <a:cubicBezTo>
                    <a:pt x="26" y="511"/>
                    <a:pt x="25" y="508"/>
                    <a:pt x="24" y="505"/>
                  </a:cubicBezTo>
                  <a:cubicBezTo>
                    <a:pt x="79" y="485"/>
                    <a:pt x="79" y="485"/>
                    <a:pt x="79" y="485"/>
                  </a:cubicBezTo>
                  <a:cubicBezTo>
                    <a:pt x="80" y="487"/>
                    <a:pt x="81" y="489"/>
                    <a:pt x="82" y="491"/>
                  </a:cubicBezTo>
                  <a:lnTo>
                    <a:pt x="27" y="513"/>
                  </a:lnTo>
                  <a:close/>
                  <a:moveTo>
                    <a:pt x="724" y="506"/>
                  </a:moveTo>
                  <a:cubicBezTo>
                    <a:pt x="670" y="486"/>
                    <a:pt x="670" y="486"/>
                    <a:pt x="670" y="486"/>
                  </a:cubicBezTo>
                  <a:cubicBezTo>
                    <a:pt x="670" y="483"/>
                    <a:pt x="671" y="481"/>
                    <a:pt x="672" y="479"/>
                  </a:cubicBezTo>
                  <a:cubicBezTo>
                    <a:pt x="727" y="498"/>
                    <a:pt x="727" y="498"/>
                    <a:pt x="727" y="498"/>
                  </a:cubicBezTo>
                  <a:cubicBezTo>
                    <a:pt x="726" y="501"/>
                    <a:pt x="725" y="504"/>
                    <a:pt x="724" y="506"/>
                  </a:cubicBezTo>
                  <a:close/>
                  <a:moveTo>
                    <a:pt x="22" y="498"/>
                  </a:moveTo>
                  <a:cubicBezTo>
                    <a:pt x="21" y="496"/>
                    <a:pt x="20" y="493"/>
                    <a:pt x="19" y="490"/>
                  </a:cubicBezTo>
                  <a:cubicBezTo>
                    <a:pt x="75" y="472"/>
                    <a:pt x="75" y="472"/>
                    <a:pt x="75" y="472"/>
                  </a:cubicBezTo>
                  <a:cubicBezTo>
                    <a:pt x="75" y="474"/>
                    <a:pt x="76" y="477"/>
                    <a:pt x="77" y="479"/>
                  </a:cubicBezTo>
                  <a:lnTo>
                    <a:pt x="22" y="498"/>
                  </a:lnTo>
                  <a:close/>
                  <a:moveTo>
                    <a:pt x="730" y="491"/>
                  </a:moveTo>
                  <a:cubicBezTo>
                    <a:pt x="674" y="473"/>
                    <a:pt x="674" y="473"/>
                    <a:pt x="674" y="473"/>
                  </a:cubicBezTo>
                  <a:cubicBezTo>
                    <a:pt x="675" y="471"/>
                    <a:pt x="676" y="468"/>
                    <a:pt x="676" y="466"/>
                  </a:cubicBezTo>
                  <a:cubicBezTo>
                    <a:pt x="732" y="483"/>
                    <a:pt x="732" y="483"/>
                    <a:pt x="732" y="483"/>
                  </a:cubicBezTo>
                  <a:cubicBezTo>
                    <a:pt x="731" y="486"/>
                    <a:pt x="731" y="489"/>
                    <a:pt x="730" y="491"/>
                  </a:cubicBezTo>
                  <a:close/>
                  <a:moveTo>
                    <a:pt x="17" y="483"/>
                  </a:moveTo>
                  <a:cubicBezTo>
                    <a:pt x="16" y="481"/>
                    <a:pt x="15" y="478"/>
                    <a:pt x="14" y="475"/>
                  </a:cubicBezTo>
                  <a:cubicBezTo>
                    <a:pt x="71" y="459"/>
                    <a:pt x="71" y="459"/>
                    <a:pt x="71" y="459"/>
                  </a:cubicBezTo>
                  <a:cubicBezTo>
                    <a:pt x="71" y="462"/>
                    <a:pt x="72" y="464"/>
                    <a:pt x="73" y="466"/>
                  </a:cubicBezTo>
                  <a:lnTo>
                    <a:pt x="17" y="483"/>
                  </a:lnTo>
                  <a:close/>
                  <a:moveTo>
                    <a:pt x="734" y="476"/>
                  </a:moveTo>
                  <a:cubicBezTo>
                    <a:pt x="678" y="460"/>
                    <a:pt x="678" y="460"/>
                    <a:pt x="678" y="460"/>
                  </a:cubicBezTo>
                  <a:cubicBezTo>
                    <a:pt x="679" y="458"/>
                    <a:pt x="679" y="456"/>
                    <a:pt x="680" y="453"/>
                  </a:cubicBezTo>
                  <a:cubicBezTo>
                    <a:pt x="737" y="468"/>
                    <a:pt x="737" y="468"/>
                    <a:pt x="737" y="468"/>
                  </a:cubicBezTo>
                  <a:cubicBezTo>
                    <a:pt x="736" y="471"/>
                    <a:pt x="735" y="473"/>
                    <a:pt x="734" y="476"/>
                  </a:cubicBezTo>
                  <a:close/>
                  <a:moveTo>
                    <a:pt x="12" y="468"/>
                  </a:moveTo>
                  <a:cubicBezTo>
                    <a:pt x="12" y="465"/>
                    <a:pt x="11" y="463"/>
                    <a:pt x="10" y="460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9"/>
                    <a:pt x="68" y="451"/>
                    <a:pt x="69" y="453"/>
                  </a:cubicBezTo>
                  <a:lnTo>
                    <a:pt x="12" y="468"/>
                  </a:lnTo>
                  <a:close/>
                  <a:moveTo>
                    <a:pt x="738" y="461"/>
                  </a:moveTo>
                  <a:cubicBezTo>
                    <a:pt x="681" y="447"/>
                    <a:pt x="681" y="447"/>
                    <a:pt x="681" y="447"/>
                  </a:cubicBezTo>
                  <a:cubicBezTo>
                    <a:pt x="682" y="445"/>
                    <a:pt x="683" y="443"/>
                    <a:pt x="683" y="440"/>
                  </a:cubicBezTo>
                  <a:cubicBezTo>
                    <a:pt x="740" y="452"/>
                    <a:pt x="740" y="452"/>
                    <a:pt x="740" y="452"/>
                  </a:cubicBezTo>
                  <a:cubicBezTo>
                    <a:pt x="740" y="455"/>
                    <a:pt x="739" y="458"/>
                    <a:pt x="738" y="461"/>
                  </a:cubicBezTo>
                  <a:close/>
                  <a:moveTo>
                    <a:pt x="9" y="453"/>
                  </a:moveTo>
                  <a:cubicBezTo>
                    <a:pt x="8" y="450"/>
                    <a:pt x="8" y="447"/>
                    <a:pt x="7" y="444"/>
                  </a:cubicBezTo>
                  <a:cubicBezTo>
                    <a:pt x="65" y="433"/>
                    <a:pt x="65" y="433"/>
                    <a:pt x="65" y="433"/>
                  </a:cubicBezTo>
                  <a:cubicBezTo>
                    <a:pt x="65" y="436"/>
                    <a:pt x="65" y="438"/>
                    <a:pt x="66" y="440"/>
                  </a:cubicBezTo>
                  <a:lnTo>
                    <a:pt x="9" y="453"/>
                  </a:lnTo>
                  <a:close/>
                  <a:moveTo>
                    <a:pt x="742" y="445"/>
                  </a:moveTo>
                  <a:cubicBezTo>
                    <a:pt x="684" y="434"/>
                    <a:pt x="684" y="434"/>
                    <a:pt x="684" y="434"/>
                  </a:cubicBezTo>
                  <a:cubicBezTo>
                    <a:pt x="685" y="432"/>
                    <a:pt x="685" y="429"/>
                    <a:pt x="686" y="427"/>
                  </a:cubicBezTo>
                  <a:cubicBezTo>
                    <a:pt x="743" y="437"/>
                    <a:pt x="743" y="437"/>
                    <a:pt x="743" y="437"/>
                  </a:cubicBezTo>
                  <a:cubicBezTo>
                    <a:pt x="743" y="440"/>
                    <a:pt x="742" y="443"/>
                    <a:pt x="742" y="445"/>
                  </a:cubicBezTo>
                  <a:close/>
                  <a:moveTo>
                    <a:pt x="6" y="437"/>
                  </a:moveTo>
                  <a:cubicBezTo>
                    <a:pt x="5" y="434"/>
                    <a:pt x="5" y="431"/>
                    <a:pt x="4" y="429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63" y="422"/>
                    <a:pt x="63" y="425"/>
                    <a:pt x="63" y="427"/>
                  </a:cubicBezTo>
                  <a:lnTo>
                    <a:pt x="6" y="437"/>
                  </a:lnTo>
                  <a:close/>
                  <a:moveTo>
                    <a:pt x="744" y="430"/>
                  </a:moveTo>
                  <a:cubicBezTo>
                    <a:pt x="687" y="421"/>
                    <a:pt x="687" y="421"/>
                    <a:pt x="687" y="421"/>
                  </a:cubicBezTo>
                  <a:cubicBezTo>
                    <a:pt x="687" y="419"/>
                    <a:pt x="687" y="416"/>
                    <a:pt x="688" y="414"/>
                  </a:cubicBezTo>
                  <a:cubicBezTo>
                    <a:pt x="746" y="421"/>
                    <a:pt x="746" y="421"/>
                    <a:pt x="746" y="421"/>
                  </a:cubicBezTo>
                  <a:cubicBezTo>
                    <a:pt x="745" y="424"/>
                    <a:pt x="745" y="427"/>
                    <a:pt x="744" y="430"/>
                  </a:cubicBezTo>
                  <a:close/>
                  <a:moveTo>
                    <a:pt x="3" y="421"/>
                  </a:moveTo>
                  <a:cubicBezTo>
                    <a:pt x="3" y="418"/>
                    <a:pt x="3" y="416"/>
                    <a:pt x="2" y="413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9"/>
                    <a:pt x="61" y="412"/>
                    <a:pt x="61" y="414"/>
                  </a:cubicBezTo>
                  <a:lnTo>
                    <a:pt x="3" y="421"/>
                  </a:lnTo>
                  <a:close/>
                  <a:moveTo>
                    <a:pt x="746" y="414"/>
                  </a:moveTo>
                  <a:cubicBezTo>
                    <a:pt x="688" y="408"/>
                    <a:pt x="688" y="408"/>
                    <a:pt x="688" y="408"/>
                  </a:cubicBezTo>
                  <a:cubicBezTo>
                    <a:pt x="689" y="405"/>
                    <a:pt x="689" y="403"/>
                    <a:pt x="689" y="400"/>
                  </a:cubicBezTo>
                  <a:cubicBezTo>
                    <a:pt x="747" y="405"/>
                    <a:pt x="747" y="405"/>
                    <a:pt x="747" y="405"/>
                  </a:cubicBezTo>
                  <a:cubicBezTo>
                    <a:pt x="747" y="408"/>
                    <a:pt x="747" y="411"/>
                    <a:pt x="746" y="414"/>
                  </a:cubicBezTo>
                  <a:close/>
                  <a:moveTo>
                    <a:pt x="2" y="406"/>
                  </a:moveTo>
                  <a:cubicBezTo>
                    <a:pt x="2" y="403"/>
                    <a:pt x="1" y="400"/>
                    <a:pt x="1" y="397"/>
                  </a:cubicBezTo>
                  <a:cubicBezTo>
                    <a:pt x="60" y="393"/>
                    <a:pt x="60" y="393"/>
                    <a:pt x="60" y="393"/>
                  </a:cubicBezTo>
                  <a:cubicBezTo>
                    <a:pt x="60" y="396"/>
                    <a:pt x="60" y="398"/>
                    <a:pt x="60" y="401"/>
                  </a:cubicBezTo>
                  <a:lnTo>
                    <a:pt x="2" y="406"/>
                  </a:lnTo>
                  <a:close/>
                  <a:moveTo>
                    <a:pt x="748" y="398"/>
                  </a:moveTo>
                  <a:cubicBezTo>
                    <a:pt x="689" y="394"/>
                    <a:pt x="689" y="394"/>
                    <a:pt x="689" y="394"/>
                  </a:cubicBezTo>
                  <a:cubicBezTo>
                    <a:pt x="690" y="392"/>
                    <a:pt x="690" y="390"/>
                    <a:pt x="690" y="387"/>
                  </a:cubicBezTo>
                  <a:cubicBezTo>
                    <a:pt x="748" y="390"/>
                    <a:pt x="748" y="390"/>
                    <a:pt x="748" y="390"/>
                  </a:cubicBezTo>
                  <a:cubicBezTo>
                    <a:pt x="748" y="392"/>
                    <a:pt x="748" y="395"/>
                    <a:pt x="748" y="398"/>
                  </a:cubicBezTo>
                  <a:close/>
                  <a:moveTo>
                    <a:pt x="1" y="390"/>
                  </a:moveTo>
                  <a:cubicBezTo>
                    <a:pt x="1" y="387"/>
                    <a:pt x="1" y="384"/>
                    <a:pt x="1" y="381"/>
                  </a:cubicBezTo>
                  <a:cubicBezTo>
                    <a:pt x="59" y="380"/>
                    <a:pt x="59" y="380"/>
                    <a:pt x="59" y="380"/>
                  </a:cubicBezTo>
                  <a:cubicBezTo>
                    <a:pt x="59" y="382"/>
                    <a:pt x="59" y="385"/>
                    <a:pt x="59" y="387"/>
                  </a:cubicBezTo>
                  <a:lnTo>
                    <a:pt x="1" y="390"/>
                  </a:lnTo>
                  <a:close/>
                  <a:moveTo>
                    <a:pt x="748" y="382"/>
                  </a:moveTo>
                  <a:cubicBezTo>
                    <a:pt x="690" y="381"/>
                    <a:pt x="690" y="381"/>
                    <a:pt x="690" y="381"/>
                  </a:cubicBezTo>
                  <a:cubicBezTo>
                    <a:pt x="690" y="379"/>
                    <a:pt x="690" y="376"/>
                    <a:pt x="690" y="374"/>
                  </a:cubicBezTo>
                  <a:cubicBezTo>
                    <a:pt x="690" y="373"/>
                    <a:pt x="690" y="373"/>
                    <a:pt x="690" y="373"/>
                  </a:cubicBezTo>
                  <a:cubicBezTo>
                    <a:pt x="749" y="373"/>
                    <a:pt x="749" y="373"/>
                    <a:pt x="749" y="373"/>
                  </a:cubicBezTo>
                  <a:cubicBezTo>
                    <a:pt x="749" y="374"/>
                    <a:pt x="749" y="374"/>
                    <a:pt x="749" y="374"/>
                  </a:cubicBezTo>
                  <a:cubicBezTo>
                    <a:pt x="749" y="377"/>
                    <a:pt x="749" y="379"/>
                    <a:pt x="748" y="382"/>
                  </a:cubicBezTo>
                  <a:close/>
                  <a:moveTo>
                    <a:pt x="59" y="374"/>
                  </a:moveTo>
                  <a:cubicBezTo>
                    <a:pt x="42" y="374"/>
                    <a:pt x="42" y="374"/>
                    <a:pt x="42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1"/>
                    <a:pt x="0" y="368"/>
                    <a:pt x="1" y="365"/>
                  </a:cubicBezTo>
                  <a:cubicBezTo>
                    <a:pt x="59" y="367"/>
                    <a:pt x="59" y="367"/>
                    <a:pt x="59" y="367"/>
                  </a:cubicBezTo>
                  <a:cubicBezTo>
                    <a:pt x="59" y="369"/>
                    <a:pt x="59" y="371"/>
                    <a:pt x="59" y="374"/>
                  </a:cubicBezTo>
                  <a:close/>
                  <a:moveTo>
                    <a:pt x="690" y="367"/>
                  </a:moveTo>
                  <a:cubicBezTo>
                    <a:pt x="690" y="365"/>
                    <a:pt x="690" y="362"/>
                    <a:pt x="690" y="360"/>
                  </a:cubicBezTo>
                  <a:cubicBezTo>
                    <a:pt x="748" y="357"/>
                    <a:pt x="748" y="357"/>
                    <a:pt x="748" y="357"/>
                  </a:cubicBezTo>
                  <a:cubicBezTo>
                    <a:pt x="748" y="360"/>
                    <a:pt x="748" y="363"/>
                    <a:pt x="748" y="366"/>
                  </a:cubicBezTo>
                  <a:lnTo>
                    <a:pt x="690" y="367"/>
                  </a:lnTo>
                  <a:close/>
                  <a:moveTo>
                    <a:pt x="59" y="360"/>
                  </a:moveTo>
                  <a:cubicBezTo>
                    <a:pt x="1" y="358"/>
                    <a:pt x="1" y="358"/>
                    <a:pt x="1" y="358"/>
                  </a:cubicBezTo>
                  <a:cubicBezTo>
                    <a:pt x="1" y="355"/>
                    <a:pt x="1" y="352"/>
                    <a:pt x="1" y="349"/>
                  </a:cubicBezTo>
                  <a:cubicBezTo>
                    <a:pt x="60" y="353"/>
                    <a:pt x="60" y="353"/>
                    <a:pt x="60" y="353"/>
                  </a:cubicBezTo>
                  <a:cubicBezTo>
                    <a:pt x="59" y="356"/>
                    <a:pt x="59" y="358"/>
                    <a:pt x="59" y="360"/>
                  </a:cubicBezTo>
                  <a:close/>
                  <a:moveTo>
                    <a:pt x="689" y="354"/>
                  </a:moveTo>
                  <a:cubicBezTo>
                    <a:pt x="689" y="351"/>
                    <a:pt x="689" y="349"/>
                    <a:pt x="689" y="346"/>
                  </a:cubicBezTo>
                  <a:cubicBezTo>
                    <a:pt x="747" y="342"/>
                    <a:pt x="747" y="342"/>
                    <a:pt x="747" y="342"/>
                  </a:cubicBezTo>
                  <a:cubicBezTo>
                    <a:pt x="747" y="344"/>
                    <a:pt x="748" y="347"/>
                    <a:pt x="748" y="350"/>
                  </a:cubicBezTo>
                  <a:lnTo>
                    <a:pt x="689" y="354"/>
                  </a:lnTo>
                  <a:close/>
                  <a:moveTo>
                    <a:pt x="60" y="347"/>
                  </a:moveTo>
                  <a:cubicBezTo>
                    <a:pt x="2" y="342"/>
                    <a:pt x="2" y="342"/>
                    <a:pt x="2" y="342"/>
                  </a:cubicBezTo>
                  <a:cubicBezTo>
                    <a:pt x="2" y="339"/>
                    <a:pt x="2" y="336"/>
                    <a:pt x="3" y="334"/>
                  </a:cubicBezTo>
                  <a:cubicBezTo>
                    <a:pt x="61" y="340"/>
                    <a:pt x="61" y="340"/>
                    <a:pt x="61" y="340"/>
                  </a:cubicBezTo>
                  <a:cubicBezTo>
                    <a:pt x="60" y="342"/>
                    <a:pt x="60" y="345"/>
                    <a:pt x="60" y="347"/>
                  </a:cubicBezTo>
                  <a:close/>
                  <a:moveTo>
                    <a:pt x="688" y="340"/>
                  </a:moveTo>
                  <a:cubicBezTo>
                    <a:pt x="688" y="338"/>
                    <a:pt x="688" y="336"/>
                    <a:pt x="688" y="333"/>
                  </a:cubicBezTo>
                  <a:cubicBezTo>
                    <a:pt x="746" y="326"/>
                    <a:pt x="746" y="326"/>
                    <a:pt x="746" y="326"/>
                  </a:cubicBezTo>
                  <a:cubicBezTo>
                    <a:pt x="746" y="329"/>
                    <a:pt x="746" y="331"/>
                    <a:pt x="747" y="334"/>
                  </a:cubicBezTo>
                  <a:lnTo>
                    <a:pt x="688" y="340"/>
                  </a:lnTo>
                  <a:close/>
                  <a:moveTo>
                    <a:pt x="61" y="334"/>
                  </a:moveTo>
                  <a:cubicBezTo>
                    <a:pt x="3" y="326"/>
                    <a:pt x="3" y="326"/>
                    <a:pt x="3" y="326"/>
                  </a:cubicBezTo>
                  <a:cubicBezTo>
                    <a:pt x="4" y="324"/>
                    <a:pt x="4" y="321"/>
                    <a:pt x="5" y="318"/>
                  </a:cubicBezTo>
                  <a:cubicBezTo>
                    <a:pt x="62" y="327"/>
                    <a:pt x="62" y="327"/>
                    <a:pt x="62" y="327"/>
                  </a:cubicBezTo>
                  <a:cubicBezTo>
                    <a:pt x="62" y="329"/>
                    <a:pt x="62" y="331"/>
                    <a:pt x="61" y="334"/>
                  </a:cubicBezTo>
                  <a:close/>
                  <a:moveTo>
                    <a:pt x="687" y="327"/>
                  </a:moveTo>
                  <a:cubicBezTo>
                    <a:pt x="686" y="325"/>
                    <a:pt x="686" y="322"/>
                    <a:pt x="686" y="320"/>
                  </a:cubicBezTo>
                  <a:cubicBezTo>
                    <a:pt x="743" y="310"/>
                    <a:pt x="743" y="310"/>
                    <a:pt x="743" y="310"/>
                  </a:cubicBezTo>
                  <a:cubicBezTo>
                    <a:pt x="744" y="313"/>
                    <a:pt x="744" y="316"/>
                    <a:pt x="745" y="319"/>
                  </a:cubicBezTo>
                  <a:lnTo>
                    <a:pt x="687" y="327"/>
                  </a:lnTo>
                  <a:close/>
                  <a:moveTo>
                    <a:pt x="63" y="320"/>
                  </a:moveTo>
                  <a:cubicBezTo>
                    <a:pt x="6" y="311"/>
                    <a:pt x="6" y="311"/>
                    <a:pt x="6" y="311"/>
                  </a:cubicBezTo>
                  <a:cubicBezTo>
                    <a:pt x="6" y="308"/>
                    <a:pt x="7" y="305"/>
                    <a:pt x="7" y="302"/>
                  </a:cubicBezTo>
                  <a:cubicBezTo>
                    <a:pt x="65" y="313"/>
                    <a:pt x="65" y="313"/>
                    <a:pt x="65" y="313"/>
                  </a:cubicBezTo>
                  <a:cubicBezTo>
                    <a:pt x="64" y="316"/>
                    <a:pt x="64" y="318"/>
                    <a:pt x="63" y="320"/>
                  </a:cubicBezTo>
                  <a:close/>
                  <a:moveTo>
                    <a:pt x="684" y="314"/>
                  </a:moveTo>
                  <a:cubicBezTo>
                    <a:pt x="684" y="312"/>
                    <a:pt x="683" y="309"/>
                    <a:pt x="683" y="307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741" y="297"/>
                    <a:pt x="741" y="300"/>
                    <a:pt x="742" y="303"/>
                  </a:cubicBezTo>
                  <a:lnTo>
                    <a:pt x="684" y="314"/>
                  </a:lnTo>
                  <a:close/>
                  <a:moveTo>
                    <a:pt x="66" y="307"/>
                  </a:moveTo>
                  <a:cubicBezTo>
                    <a:pt x="9" y="295"/>
                    <a:pt x="9" y="295"/>
                    <a:pt x="9" y="295"/>
                  </a:cubicBezTo>
                  <a:cubicBezTo>
                    <a:pt x="9" y="292"/>
                    <a:pt x="10" y="289"/>
                    <a:pt x="11" y="287"/>
                  </a:cubicBezTo>
                  <a:cubicBezTo>
                    <a:pt x="68" y="300"/>
                    <a:pt x="68" y="300"/>
                    <a:pt x="68" y="300"/>
                  </a:cubicBezTo>
                  <a:cubicBezTo>
                    <a:pt x="67" y="303"/>
                    <a:pt x="66" y="305"/>
                    <a:pt x="66" y="307"/>
                  </a:cubicBezTo>
                  <a:close/>
                  <a:moveTo>
                    <a:pt x="682" y="301"/>
                  </a:moveTo>
                  <a:cubicBezTo>
                    <a:pt x="681" y="298"/>
                    <a:pt x="680" y="296"/>
                    <a:pt x="680" y="294"/>
                  </a:cubicBezTo>
                  <a:cubicBezTo>
                    <a:pt x="736" y="279"/>
                    <a:pt x="736" y="279"/>
                    <a:pt x="736" y="279"/>
                  </a:cubicBezTo>
                  <a:cubicBezTo>
                    <a:pt x="737" y="282"/>
                    <a:pt x="738" y="285"/>
                    <a:pt x="739" y="287"/>
                  </a:cubicBezTo>
                  <a:lnTo>
                    <a:pt x="682" y="301"/>
                  </a:lnTo>
                  <a:close/>
                  <a:moveTo>
                    <a:pt x="69" y="294"/>
                  </a:moveTo>
                  <a:cubicBezTo>
                    <a:pt x="12" y="280"/>
                    <a:pt x="12" y="280"/>
                    <a:pt x="12" y="280"/>
                  </a:cubicBezTo>
                  <a:cubicBezTo>
                    <a:pt x="13" y="277"/>
                    <a:pt x="14" y="274"/>
                    <a:pt x="15" y="271"/>
                  </a:cubicBezTo>
                  <a:cubicBezTo>
                    <a:pt x="71" y="287"/>
                    <a:pt x="71" y="287"/>
                    <a:pt x="71" y="287"/>
                  </a:cubicBezTo>
                  <a:cubicBezTo>
                    <a:pt x="70" y="290"/>
                    <a:pt x="70" y="292"/>
                    <a:pt x="69" y="294"/>
                  </a:cubicBezTo>
                  <a:close/>
                  <a:moveTo>
                    <a:pt x="678" y="288"/>
                  </a:moveTo>
                  <a:cubicBezTo>
                    <a:pt x="678" y="286"/>
                    <a:pt x="677" y="283"/>
                    <a:pt x="676" y="281"/>
                  </a:cubicBezTo>
                  <a:cubicBezTo>
                    <a:pt x="732" y="264"/>
                    <a:pt x="732" y="264"/>
                    <a:pt x="732" y="264"/>
                  </a:cubicBezTo>
                  <a:cubicBezTo>
                    <a:pt x="733" y="266"/>
                    <a:pt x="734" y="269"/>
                    <a:pt x="735" y="272"/>
                  </a:cubicBezTo>
                  <a:lnTo>
                    <a:pt x="678" y="288"/>
                  </a:lnTo>
                  <a:close/>
                  <a:moveTo>
                    <a:pt x="73" y="281"/>
                  </a:moveTo>
                  <a:cubicBezTo>
                    <a:pt x="17" y="264"/>
                    <a:pt x="17" y="264"/>
                    <a:pt x="17" y="264"/>
                  </a:cubicBezTo>
                  <a:cubicBezTo>
                    <a:pt x="18" y="262"/>
                    <a:pt x="18" y="259"/>
                    <a:pt x="19" y="256"/>
                  </a:cubicBezTo>
                  <a:cubicBezTo>
                    <a:pt x="75" y="274"/>
                    <a:pt x="75" y="274"/>
                    <a:pt x="75" y="274"/>
                  </a:cubicBezTo>
                  <a:cubicBezTo>
                    <a:pt x="74" y="277"/>
                    <a:pt x="73" y="279"/>
                    <a:pt x="73" y="281"/>
                  </a:cubicBezTo>
                  <a:close/>
                  <a:moveTo>
                    <a:pt x="674" y="275"/>
                  </a:moveTo>
                  <a:cubicBezTo>
                    <a:pt x="674" y="273"/>
                    <a:pt x="673" y="270"/>
                    <a:pt x="672" y="268"/>
                  </a:cubicBezTo>
                  <a:cubicBezTo>
                    <a:pt x="727" y="249"/>
                    <a:pt x="727" y="249"/>
                    <a:pt x="727" y="249"/>
                  </a:cubicBezTo>
                  <a:cubicBezTo>
                    <a:pt x="728" y="251"/>
                    <a:pt x="729" y="254"/>
                    <a:pt x="730" y="257"/>
                  </a:cubicBezTo>
                  <a:lnTo>
                    <a:pt x="674" y="275"/>
                  </a:lnTo>
                  <a:close/>
                  <a:moveTo>
                    <a:pt x="77" y="269"/>
                  </a:moveTo>
                  <a:cubicBezTo>
                    <a:pt x="22" y="249"/>
                    <a:pt x="22" y="249"/>
                    <a:pt x="22" y="249"/>
                  </a:cubicBezTo>
                  <a:cubicBezTo>
                    <a:pt x="23" y="246"/>
                    <a:pt x="24" y="244"/>
                    <a:pt x="25" y="241"/>
                  </a:cubicBezTo>
                  <a:cubicBezTo>
                    <a:pt x="79" y="262"/>
                    <a:pt x="79" y="262"/>
                    <a:pt x="79" y="262"/>
                  </a:cubicBezTo>
                  <a:cubicBezTo>
                    <a:pt x="78" y="264"/>
                    <a:pt x="78" y="266"/>
                    <a:pt x="77" y="269"/>
                  </a:cubicBezTo>
                  <a:close/>
                  <a:moveTo>
                    <a:pt x="670" y="262"/>
                  </a:moveTo>
                  <a:cubicBezTo>
                    <a:pt x="669" y="260"/>
                    <a:pt x="668" y="258"/>
                    <a:pt x="667" y="256"/>
                  </a:cubicBezTo>
                  <a:cubicBezTo>
                    <a:pt x="722" y="234"/>
                    <a:pt x="722" y="234"/>
                    <a:pt x="722" y="234"/>
                  </a:cubicBezTo>
                  <a:cubicBezTo>
                    <a:pt x="723" y="236"/>
                    <a:pt x="724" y="239"/>
                    <a:pt x="725" y="242"/>
                  </a:cubicBezTo>
                  <a:lnTo>
                    <a:pt x="670" y="262"/>
                  </a:lnTo>
                  <a:close/>
                  <a:moveTo>
                    <a:pt x="82" y="256"/>
                  </a:moveTo>
                  <a:cubicBezTo>
                    <a:pt x="27" y="234"/>
                    <a:pt x="27" y="234"/>
                    <a:pt x="27" y="234"/>
                  </a:cubicBezTo>
                  <a:cubicBezTo>
                    <a:pt x="28" y="232"/>
                    <a:pt x="29" y="229"/>
                    <a:pt x="31" y="226"/>
                  </a:cubicBezTo>
                  <a:cubicBezTo>
                    <a:pt x="84" y="249"/>
                    <a:pt x="84" y="249"/>
                    <a:pt x="84" y="249"/>
                  </a:cubicBezTo>
                  <a:cubicBezTo>
                    <a:pt x="83" y="252"/>
                    <a:pt x="82" y="254"/>
                    <a:pt x="82" y="256"/>
                  </a:cubicBezTo>
                  <a:close/>
                  <a:moveTo>
                    <a:pt x="665" y="250"/>
                  </a:moveTo>
                  <a:cubicBezTo>
                    <a:pt x="664" y="248"/>
                    <a:pt x="663" y="246"/>
                    <a:pt x="662" y="243"/>
                  </a:cubicBezTo>
                  <a:cubicBezTo>
                    <a:pt x="715" y="219"/>
                    <a:pt x="715" y="219"/>
                    <a:pt x="715" y="219"/>
                  </a:cubicBezTo>
                  <a:cubicBezTo>
                    <a:pt x="716" y="222"/>
                    <a:pt x="718" y="224"/>
                    <a:pt x="719" y="227"/>
                  </a:cubicBezTo>
                  <a:lnTo>
                    <a:pt x="665" y="250"/>
                  </a:lnTo>
                  <a:close/>
                  <a:moveTo>
                    <a:pt x="87" y="244"/>
                  </a:moveTo>
                  <a:cubicBezTo>
                    <a:pt x="34" y="220"/>
                    <a:pt x="34" y="220"/>
                    <a:pt x="34" y="220"/>
                  </a:cubicBezTo>
                  <a:cubicBezTo>
                    <a:pt x="35" y="217"/>
                    <a:pt x="36" y="214"/>
                    <a:pt x="37" y="212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89" y="239"/>
                    <a:pt x="88" y="242"/>
                    <a:pt x="87" y="244"/>
                  </a:cubicBezTo>
                  <a:close/>
                  <a:moveTo>
                    <a:pt x="659" y="238"/>
                  </a:moveTo>
                  <a:cubicBezTo>
                    <a:pt x="658" y="236"/>
                    <a:pt x="657" y="234"/>
                    <a:pt x="656" y="231"/>
                  </a:cubicBezTo>
                  <a:cubicBezTo>
                    <a:pt x="708" y="205"/>
                    <a:pt x="708" y="205"/>
                    <a:pt x="708" y="205"/>
                  </a:cubicBezTo>
                  <a:cubicBezTo>
                    <a:pt x="710" y="208"/>
                    <a:pt x="711" y="210"/>
                    <a:pt x="712" y="213"/>
                  </a:cubicBezTo>
                  <a:lnTo>
                    <a:pt x="659" y="238"/>
                  </a:lnTo>
                  <a:close/>
                  <a:moveTo>
                    <a:pt x="93" y="232"/>
                  </a:moveTo>
                  <a:cubicBezTo>
                    <a:pt x="40" y="205"/>
                    <a:pt x="40" y="205"/>
                    <a:pt x="40" y="205"/>
                  </a:cubicBezTo>
                  <a:cubicBezTo>
                    <a:pt x="42" y="203"/>
                    <a:pt x="43" y="200"/>
                    <a:pt x="44" y="198"/>
                  </a:cubicBezTo>
                  <a:cubicBezTo>
                    <a:pt x="96" y="225"/>
                    <a:pt x="96" y="225"/>
                    <a:pt x="96" y="225"/>
                  </a:cubicBezTo>
                  <a:cubicBezTo>
                    <a:pt x="95" y="227"/>
                    <a:pt x="94" y="229"/>
                    <a:pt x="93" y="232"/>
                  </a:cubicBezTo>
                  <a:close/>
                  <a:moveTo>
                    <a:pt x="653" y="226"/>
                  </a:moveTo>
                  <a:cubicBezTo>
                    <a:pt x="652" y="224"/>
                    <a:pt x="651" y="222"/>
                    <a:pt x="650" y="220"/>
                  </a:cubicBezTo>
                  <a:cubicBezTo>
                    <a:pt x="701" y="191"/>
                    <a:pt x="701" y="191"/>
                    <a:pt x="701" y="191"/>
                  </a:cubicBezTo>
                  <a:cubicBezTo>
                    <a:pt x="702" y="193"/>
                    <a:pt x="704" y="196"/>
                    <a:pt x="705" y="199"/>
                  </a:cubicBezTo>
                  <a:lnTo>
                    <a:pt x="653" y="226"/>
                  </a:lnTo>
                  <a:close/>
                  <a:moveTo>
                    <a:pt x="99" y="220"/>
                  </a:moveTo>
                  <a:cubicBezTo>
                    <a:pt x="48" y="191"/>
                    <a:pt x="48" y="191"/>
                    <a:pt x="48" y="191"/>
                  </a:cubicBezTo>
                  <a:cubicBezTo>
                    <a:pt x="49" y="189"/>
                    <a:pt x="51" y="186"/>
                    <a:pt x="52" y="184"/>
                  </a:cubicBezTo>
                  <a:cubicBezTo>
                    <a:pt x="103" y="213"/>
                    <a:pt x="103" y="213"/>
                    <a:pt x="103" y="213"/>
                  </a:cubicBezTo>
                  <a:cubicBezTo>
                    <a:pt x="101" y="216"/>
                    <a:pt x="100" y="218"/>
                    <a:pt x="99" y="220"/>
                  </a:cubicBezTo>
                  <a:close/>
                  <a:moveTo>
                    <a:pt x="647" y="214"/>
                  </a:moveTo>
                  <a:cubicBezTo>
                    <a:pt x="646" y="212"/>
                    <a:pt x="644" y="210"/>
                    <a:pt x="643" y="208"/>
                  </a:cubicBezTo>
                  <a:cubicBezTo>
                    <a:pt x="693" y="177"/>
                    <a:pt x="693" y="177"/>
                    <a:pt x="693" y="177"/>
                  </a:cubicBezTo>
                  <a:cubicBezTo>
                    <a:pt x="694" y="180"/>
                    <a:pt x="696" y="182"/>
                    <a:pt x="697" y="185"/>
                  </a:cubicBezTo>
                  <a:lnTo>
                    <a:pt x="647" y="214"/>
                  </a:lnTo>
                  <a:close/>
                  <a:moveTo>
                    <a:pt x="106" y="208"/>
                  </a:moveTo>
                  <a:cubicBezTo>
                    <a:pt x="56" y="178"/>
                    <a:pt x="56" y="178"/>
                    <a:pt x="56" y="178"/>
                  </a:cubicBezTo>
                  <a:cubicBezTo>
                    <a:pt x="57" y="175"/>
                    <a:pt x="59" y="173"/>
                    <a:pt x="61" y="170"/>
                  </a:cubicBezTo>
                  <a:cubicBezTo>
                    <a:pt x="110" y="202"/>
                    <a:pt x="110" y="202"/>
                    <a:pt x="110" y="202"/>
                  </a:cubicBezTo>
                  <a:cubicBezTo>
                    <a:pt x="108" y="204"/>
                    <a:pt x="107" y="206"/>
                    <a:pt x="106" y="208"/>
                  </a:cubicBezTo>
                  <a:close/>
                  <a:moveTo>
                    <a:pt x="640" y="203"/>
                  </a:moveTo>
                  <a:cubicBezTo>
                    <a:pt x="639" y="201"/>
                    <a:pt x="637" y="199"/>
                    <a:pt x="636" y="197"/>
                  </a:cubicBezTo>
                  <a:cubicBezTo>
                    <a:pt x="684" y="164"/>
                    <a:pt x="684" y="164"/>
                    <a:pt x="684" y="164"/>
                  </a:cubicBezTo>
                  <a:cubicBezTo>
                    <a:pt x="686" y="166"/>
                    <a:pt x="688" y="169"/>
                    <a:pt x="689" y="171"/>
                  </a:cubicBezTo>
                  <a:lnTo>
                    <a:pt x="640" y="203"/>
                  </a:lnTo>
                  <a:close/>
                  <a:moveTo>
                    <a:pt x="113" y="197"/>
                  </a:moveTo>
                  <a:cubicBezTo>
                    <a:pt x="65" y="164"/>
                    <a:pt x="65" y="164"/>
                    <a:pt x="65" y="164"/>
                  </a:cubicBezTo>
                  <a:cubicBezTo>
                    <a:pt x="66" y="162"/>
                    <a:pt x="68" y="159"/>
                    <a:pt x="70" y="157"/>
                  </a:cubicBezTo>
                  <a:cubicBezTo>
                    <a:pt x="117" y="191"/>
                    <a:pt x="117" y="191"/>
                    <a:pt x="117" y="191"/>
                  </a:cubicBezTo>
                  <a:cubicBezTo>
                    <a:pt x="116" y="193"/>
                    <a:pt x="114" y="195"/>
                    <a:pt x="113" y="197"/>
                  </a:cubicBezTo>
                  <a:close/>
                  <a:moveTo>
                    <a:pt x="632" y="192"/>
                  </a:moveTo>
                  <a:cubicBezTo>
                    <a:pt x="631" y="190"/>
                    <a:pt x="630" y="188"/>
                    <a:pt x="628" y="186"/>
                  </a:cubicBezTo>
                  <a:cubicBezTo>
                    <a:pt x="675" y="151"/>
                    <a:pt x="675" y="151"/>
                    <a:pt x="675" y="151"/>
                  </a:cubicBezTo>
                  <a:cubicBezTo>
                    <a:pt x="677" y="153"/>
                    <a:pt x="679" y="156"/>
                    <a:pt x="680" y="158"/>
                  </a:cubicBezTo>
                  <a:lnTo>
                    <a:pt x="632" y="192"/>
                  </a:lnTo>
                  <a:close/>
                  <a:moveTo>
                    <a:pt x="121" y="186"/>
                  </a:moveTo>
                  <a:cubicBezTo>
                    <a:pt x="74" y="151"/>
                    <a:pt x="74" y="151"/>
                    <a:pt x="74" y="151"/>
                  </a:cubicBezTo>
                  <a:cubicBezTo>
                    <a:pt x="75" y="149"/>
                    <a:pt x="77" y="147"/>
                    <a:pt x="79" y="144"/>
                  </a:cubicBezTo>
                  <a:cubicBezTo>
                    <a:pt x="125" y="180"/>
                    <a:pt x="125" y="180"/>
                    <a:pt x="125" y="180"/>
                  </a:cubicBezTo>
                  <a:cubicBezTo>
                    <a:pt x="124" y="182"/>
                    <a:pt x="122" y="184"/>
                    <a:pt x="121" y="186"/>
                  </a:cubicBezTo>
                  <a:close/>
                  <a:moveTo>
                    <a:pt x="624" y="181"/>
                  </a:moveTo>
                  <a:cubicBezTo>
                    <a:pt x="623" y="179"/>
                    <a:pt x="622" y="177"/>
                    <a:pt x="620" y="175"/>
                  </a:cubicBezTo>
                  <a:cubicBezTo>
                    <a:pt x="665" y="139"/>
                    <a:pt x="665" y="139"/>
                    <a:pt x="665" y="139"/>
                  </a:cubicBezTo>
                  <a:cubicBezTo>
                    <a:pt x="667" y="141"/>
                    <a:pt x="669" y="143"/>
                    <a:pt x="671" y="145"/>
                  </a:cubicBezTo>
                  <a:lnTo>
                    <a:pt x="624" y="181"/>
                  </a:lnTo>
                  <a:close/>
                  <a:moveTo>
                    <a:pt x="129" y="175"/>
                  </a:moveTo>
                  <a:cubicBezTo>
                    <a:pt x="83" y="139"/>
                    <a:pt x="83" y="139"/>
                    <a:pt x="83" y="139"/>
                  </a:cubicBezTo>
                  <a:cubicBezTo>
                    <a:pt x="85" y="136"/>
                    <a:pt x="87" y="134"/>
                    <a:pt x="89" y="132"/>
                  </a:cubicBezTo>
                  <a:cubicBezTo>
                    <a:pt x="134" y="170"/>
                    <a:pt x="134" y="170"/>
                    <a:pt x="134" y="170"/>
                  </a:cubicBezTo>
                  <a:cubicBezTo>
                    <a:pt x="132" y="172"/>
                    <a:pt x="130" y="174"/>
                    <a:pt x="129" y="175"/>
                  </a:cubicBezTo>
                  <a:close/>
                  <a:moveTo>
                    <a:pt x="616" y="171"/>
                  </a:moveTo>
                  <a:cubicBezTo>
                    <a:pt x="615" y="169"/>
                    <a:pt x="613" y="167"/>
                    <a:pt x="611" y="165"/>
                  </a:cubicBezTo>
                  <a:cubicBezTo>
                    <a:pt x="655" y="126"/>
                    <a:pt x="655" y="126"/>
                    <a:pt x="655" y="126"/>
                  </a:cubicBezTo>
                  <a:cubicBezTo>
                    <a:pt x="657" y="129"/>
                    <a:pt x="659" y="131"/>
                    <a:pt x="661" y="133"/>
                  </a:cubicBezTo>
                  <a:lnTo>
                    <a:pt x="616" y="171"/>
                  </a:lnTo>
                  <a:close/>
                  <a:moveTo>
                    <a:pt x="138" y="165"/>
                  </a:moveTo>
                  <a:cubicBezTo>
                    <a:pt x="94" y="127"/>
                    <a:pt x="94" y="127"/>
                    <a:pt x="94" y="127"/>
                  </a:cubicBezTo>
                  <a:cubicBezTo>
                    <a:pt x="96" y="124"/>
                    <a:pt x="98" y="122"/>
                    <a:pt x="100" y="12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1" y="162"/>
                    <a:pt x="139" y="163"/>
                    <a:pt x="138" y="165"/>
                  </a:cubicBezTo>
                  <a:close/>
                  <a:moveTo>
                    <a:pt x="607" y="161"/>
                  </a:moveTo>
                  <a:cubicBezTo>
                    <a:pt x="606" y="159"/>
                    <a:pt x="604" y="157"/>
                    <a:pt x="602" y="155"/>
                  </a:cubicBezTo>
                  <a:cubicBezTo>
                    <a:pt x="644" y="115"/>
                    <a:pt x="644" y="115"/>
                    <a:pt x="644" y="115"/>
                  </a:cubicBezTo>
                  <a:cubicBezTo>
                    <a:pt x="646" y="117"/>
                    <a:pt x="648" y="119"/>
                    <a:pt x="650" y="121"/>
                  </a:cubicBezTo>
                  <a:lnTo>
                    <a:pt x="607" y="161"/>
                  </a:lnTo>
                  <a:close/>
                  <a:moveTo>
                    <a:pt x="147" y="155"/>
                  </a:moveTo>
                  <a:cubicBezTo>
                    <a:pt x="104" y="115"/>
                    <a:pt x="104" y="115"/>
                    <a:pt x="104" y="115"/>
                  </a:cubicBezTo>
                  <a:cubicBezTo>
                    <a:pt x="106" y="113"/>
                    <a:pt x="108" y="111"/>
                    <a:pt x="111" y="109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0" y="152"/>
                    <a:pt x="148" y="154"/>
                    <a:pt x="147" y="155"/>
                  </a:cubicBezTo>
                  <a:close/>
                  <a:moveTo>
                    <a:pt x="598" y="151"/>
                  </a:moveTo>
                  <a:cubicBezTo>
                    <a:pt x="596" y="149"/>
                    <a:pt x="595" y="147"/>
                    <a:pt x="593" y="146"/>
                  </a:cubicBezTo>
                  <a:cubicBezTo>
                    <a:pt x="633" y="104"/>
                    <a:pt x="633" y="104"/>
                    <a:pt x="633" y="104"/>
                  </a:cubicBezTo>
                  <a:cubicBezTo>
                    <a:pt x="635" y="106"/>
                    <a:pt x="637" y="108"/>
                    <a:pt x="639" y="110"/>
                  </a:cubicBezTo>
                  <a:lnTo>
                    <a:pt x="598" y="151"/>
                  </a:lnTo>
                  <a:close/>
                  <a:moveTo>
                    <a:pt x="156" y="146"/>
                  </a:moveTo>
                  <a:cubicBezTo>
                    <a:pt x="116" y="104"/>
                    <a:pt x="116" y="104"/>
                    <a:pt x="116" y="104"/>
                  </a:cubicBezTo>
                  <a:cubicBezTo>
                    <a:pt x="118" y="102"/>
                    <a:pt x="120" y="100"/>
                    <a:pt x="122" y="98"/>
                  </a:cubicBezTo>
                  <a:cubicBezTo>
                    <a:pt x="161" y="141"/>
                    <a:pt x="161" y="141"/>
                    <a:pt x="161" y="141"/>
                  </a:cubicBezTo>
                  <a:cubicBezTo>
                    <a:pt x="160" y="142"/>
                    <a:pt x="158" y="144"/>
                    <a:pt x="156" y="146"/>
                  </a:cubicBezTo>
                  <a:close/>
                  <a:moveTo>
                    <a:pt x="588" y="142"/>
                  </a:moveTo>
                  <a:cubicBezTo>
                    <a:pt x="587" y="140"/>
                    <a:pt x="585" y="138"/>
                    <a:pt x="583" y="137"/>
                  </a:cubicBezTo>
                  <a:cubicBezTo>
                    <a:pt x="622" y="93"/>
                    <a:pt x="622" y="93"/>
                    <a:pt x="622" y="93"/>
                  </a:cubicBezTo>
                  <a:cubicBezTo>
                    <a:pt x="624" y="95"/>
                    <a:pt x="626" y="97"/>
                    <a:pt x="628" y="99"/>
                  </a:cubicBezTo>
                  <a:lnTo>
                    <a:pt x="588" y="142"/>
                  </a:lnTo>
                  <a:close/>
                  <a:moveTo>
                    <a:pt x="166" y="137"/>
                  </a:moveTo>
                  <a:cubicBezTo>
                    <a:pt x="127" y="93"/>
                    <a:pt x="127" y="93"/>
                    <a:pt x="127" y="93"/>
                  </a:cubicBezTo>
                  <a:cubicBezTo>
                    <a:pt x="130" y="91"/>
                    <a:pt x="132" y="89"/>
                    <a:pt x="134" y="87"/>
                  </a:cubicBezTo>
                  <a:cubicBezTo>
                    <a:pt x="172" y="132"/>
                    <a:pt x="172" y="132"/>
                    <a:pt x="172" y="132"/>
                  </a:cubicBezTo>
                  <a:cubicBezTo>
                    <a:pt x="170" y="134"/>
                    <a:pt x="168" y="135"/>
                    <a:pt x="166" y="137"/>
                  </a:cubicBezTo>
                  <a:close/>
                  <a:moveTo>
                    <a:pt x="578" y="133"/>
                  </a:moveTo>
                  <a:cubicBezTo>
                    <a:pt x="576" y="131"/>
                    <a:pt x="575" y="130"/>
                    <a:pt x="573" y="128"/>
                  </a:cubicBezTo>
                  <a:cubicBezTo>
                    <a:pt x="609" y="83"/>
                    <a:pt x="609" y="83"/>
                    <a:pt x="609" y="83"/>
                  </a:cubicBezTo>
                  <a:cubicBezTo>
                    <a:pt x="612" y="84"/>
                    <a:pt x="614" y="86"/>
                    <a:pt x="616" y="88"/>
                  </a:cubicBezTo>
                  <a:lnTo>
                    <a:pt x="578" y="133"/>
                  </a:lnTo>
                  <a:close/>
                  <a:moveTo>
                    <a:pt x="176" y="128"/>
                  </a:moveTo>
                  <a:cubicBezTo>
                    <a:pt x="139" y="83"/>
                    <a:pt x="139" y="83"/>
                    <a:pt x="139" y="83"/>
                  </a:cubicBezTo>
                  <a:cubicBezTo>
                    <a:pt x="142" y="81"/>
                    <a:pt x="144" y="79"/>
                    <a:pt x="146" y="77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0" y="125"/>
                    <a:pt x="178" y="127"/>
                    <a:pt x="176" y="128"/>
                  </a:cubicBezTo>
                  <a:close/>
                  <a:moveTo>
                    <a:pt x="568" y="124"/>
                  </a:moveTo>
                  <a:cubicBezTo>
                    <a:pt x="566" y="123"/>
                    <a:pt x="564" y="121"/>
                    <a:pt x="562" y="120"/>
                  </a:cubicBezTo>
                  <a:cubicBezTo>
                    <a:pt x="597" y="73"/>
                    <a:pt x="597" y="73"/>
                    <a:pt x="597" y="73"/>
                  </a:cubicBezTo>
                  <a:cubicBezTo>
                    <a:pt x="599" y="75"/>
                    <a:pt x="601" y="76"/>
                    <a:pt x="604" y="78"/>
                  </a:cubicBezTo>
                  <a:lnTo>
                    <a:pt x="568" y="124"/>
                  </a:lnTo>
                  <a:close/>
                  <a:moveTo>
                    <a:pt x="187" y="120"/>
                  </a:moveTo>
                  <a:cubicBezTo>
                    <a:pt x="152" y="73"/>
                    <a:pt x="152" y="73"/>
                    <a:pt x="152" y="73"/>
                  </a:cubicBezTo>
                  <a:cubicBezTo>
                    <a:pt x="154" y="71"/>
                    <a:pt x="157" y="70"/>
                    <a:pt x="159" y="68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1" y="117"/>
                    <a:pt x="189" y="118"/>
                    <a:pt x="187" y="120"/>
                  </a:cubicBezTo>
                  <a:close/>
                  <a:moveTo>
                    <a:pt x="557" y="116"/>
                  </a:moveTo>
                  <a:cubicBezTo>
                    <a:pt x="555" y="115"/>
                    <a:pt x="553" y="113"/>
                    <a:pt x="551" y="112"/>
                  </a:cubicBezTo>
                  <a:cubicBezTo>
                    <a:pt x="584" y="64"/>
                    <a:pt x="584" y="64"/>
                    <a:pt x="584" y="64"/>
                  </a:cubicBezTo>
                  <a:cubicBezTo>
                    <a:pt x="586" y="65"/>
                    <a:pt x="589" y="67"/>
                    <a:pt x="591" y="69"/>
                  </a:cubicBezTo>
                  <a:lnTo>
                    <a:pt x="557" y="116"/>
                  </a:lnTo>
                  <a:close/>
                  <a:moveTo>
                    <a:pt x="198" y="112"/>
                  </a:moveTo>
                  <a:cubicBezTo>
                    <a:pt x="165" y="64"/>
                    <a:pt x="165" y="64"/>
                    <a:pt x="165" y="64"/>
                  </a:cubicBezTo>
                  <a:cubicBezTo>
                    <a:pt x="167" y="62"/>
                    <a:pt x="170" y="61"/>
                    <a:pt x="172" y="5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2" y="109"/>
                    <a:pt x="200" y="111"/>
                    <a:pt x="198" y="112"/>
                  </a:cubicBezTo>
                  <a:close/>
                  <a:moveTo>
                    <a:pt x="546" y="109"/>
                  </a:moveTo>
                  <a:cubicBezTo>
                    <a:pt x="544" y="107"/>
                    <a:pt x="542" y="106"/>
                    <a:pt x="540" y="105"/>
                  </a:cubicBezTo>
                  <a:cubicBezTo>
                    <a:pt x="571" y="55"/>
                    <a:pt x="571" y="55"/>
                    <a:pt x="571" y="55"/>
                  </a:cubicBezTo>
                  <a:cubicBezTo>
                    <a:pt x="573" y="57"/>
                    <a:pt x="575" y="58"/>
                    <a:pt x="578" y="60"/>
                  </a:cubicBezTo>
                  <a:lnTo>
                    <a:pt x="546" y="109"/>
                  </a:lnTo>
                  <a:close/>
                  <a:moveTo>
                    <a:pt x="209" y="105"/>
                  </a:moveTo>
                  <a:cubicBezTo>
                    <a:pt x="178" y="55"/>
                    <a:pt x="178" y="55"/>
                    <a:pt x="178" y="55"/>
                  </a:cubicBezTo>
                  <a:cubicBezTo>
                    <a:pt x="181" y="54"/>
                    <a:pt x="183" y="52"/>
                    <a:pt x="186" y="51"/>
                  </a:cubicBezTo>
                  <a:cubicBezTo>
                    <a:pt x="215" y="101"/>
                    <a:pt x="215" y="101"/>
                    <a:pt x="215" y="101"/>
                  </a:cubicBezTo>
                  <a:cubicBezTo>
                    <a:pt x="213" y="102"/>
                    <a:pt x="211" y="104"/>
                    <a:pt x="209" y="105"/>
                  </a:cubicBezTo>
                  <a:close/>
                  <a:moveTo>
                    <a:pt x="535" y="102"/>
                  </a:moveTo>
                  <a:cubicBezTo>
                    <a:pt x="533" y="100"/>
                    <a:pt x="530" y="99"/>
                    <a:pt x="528" y="98"/>
                  </a:cubicBezTo>
                  <a:cubicBezTo>
                    <a:pt x="557" y="47"/>
                    <a:pt x="557" y="47"/>
                    <a:pt x="557" y="47"/>
                  </a:cubicBezTo>
                  <a:cubicBezTo>
                    <a:pt x="559" y="48"/>
                    <a:pt x="562" y="50"/>
                    <a:pt x="564" y="51"/>
                  </a:cubicBezTo>
                  <a:lnTo>
                    <a:pt x="535" y="102"/>
                  </a:lnTo>
                  <a:close/>
                  <a:moveTo>
                    <a:pt x="220" y="98"/>
                  </a:moveTo>
                  <a:cubicBezTo>
                    <a:pt x="192" y="47"/>
                    <a:pt x="192" y="47"/>
                    <a:pt x="192" y="47"/>
                  </a:cubicBezTo>
                  <a:cubicBezTo>
                    <a:pt x="194" y="46"/>
                    <a:pt x="197" y="44"/>
                    <a:pt x="199" y="43"/>
                  </a:cubicBezTo>
                  <a:cubicBezTo>
                    <a:pt x="227" y="95"/>
                    <a:pt x="227" y="95"/>
                    <a:pt x="227" y="95"/>
                  </a:cubicBezTo>
                  <a:cubicBezTo>
                    <a:pt x="225" y="96"/>
                    <a:pt x="223" y="97"/>
                    <a:pt x="220" y="98"/>
                  </a:cubicBezTo>
                  <a:close/>
                  <a:moveTo>
                    <a:pt x="523" y="95"/>
                  </a:moveTo>
                  <a:cubicBezTo>
                    <a:pt x="521" y="94"/>
                    <a:pt x="519" y="93"/>
                    <a:pt x="516" y="92"/>
                  </a:cubicBezTo>
                  <a:cubicBezTo>
                    <a:pt x="543" y="40"/>
                    <a:pt x="543" y="40"/>
                    <a:pt x="543" y="40"/>
                  </a:cubicBezTo>
                  <a:cubicBezTo>
                    <a:pt x="545" y="41"/>
                    <a:pt x="548" y="42"/>
                    <a:pt x="550" y="44"/>
                  </a:cubicBezTo>
                  <a:lnTo>
                    <a:pt x="523" y="95"/>
                  </a:lnTo>
                  <a:close/>
                  <a:moveTo>
                    <a:pt x="232" y="92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08" y="38"/>
                    <a:pt x="211" y="37"/>
                    <a:pt x="214" y="36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7" y="90"/>
                    <a:pt x="234" y="91"/>
                    <a:pt x="232" y="92"/>
                  </a:cubicBezTo>
                  <a:close/>
                  <a:moveTo>
                    <a:pt x="511" y="89"/>
                  </a:moveTo>
                  <a:cubicBezTo>
                    <a:pt x="509" y="88"/>
                    <a:pt x="507" y="87"/>
                    <a:pt x="504" y="86"/>
                  </a:cubicBezTo>
                  <a:cubicBezTo>
                    <a:pt x="528" y="33"/>
                    <a:pt x="528" y="33"/>
                    <a:pt x="528" y="33"/>
                  </a:cubicBezTo>
                  <a:cubicBezTo>
                    <a:pt x="531" y="34"/>
                    <a:pt x="534" y="35"/>
                    <a:pt x="536" y="36"/>
                  </a:cubicBezTo>
                  <a:lnTo>
                    <a:pt x="511" y="89"/>
                  </a:lnTo>
                  <a:close/>
                  <a:moveTo>
                    <a:pt x="244" y="86"/>
                  </a:moveTo>
                  <a:cubicBezTo>
                    <a:pt x="220" y="33"/>
                    <a:pt x="220" y="33"/>
                    <a:pt x="220" y="33"/>
                  </a:cubicBezTo>
                  <a:cubicBezTo>
                    <a:pt x="223" y="32"/>
                    <a:pt x="225" y="31"/>
                    <a:pt x="228" y="29"/>
                  </a:cubicBezTo>
                  <a:cubicBezTo>
                    <a:pt x="251" y="83"/>
                    <a:pt x="251" y="83"/>
                    <a:pt x="251" y="83"/>
                  </a:cubicBezTo>
                  <a:cubicBezTo>
                    <a:pt x="249" y="84"/>
                    <a:pt x="247" y="85"/>
                    <a:pt x="244" y="86"/>
                  </a:cubicBezTo>
                  <a:close/>
                  <a:moveTo>
                    <a:pt x="499" y="83"/>
                  </a:moveTo>
                  <a:cubicBezTo>
                    <a:pt x="496" y="83"/>
                    <a:pt x="494" y="82"/>
                    <a:pt x="492" y="81"/>
                  </a:cubicBezTo>
                  <a:cubicBezTo>
                    <a:pt x="514" y="26"/>
                    <a:pt x="514" y="26"/>
                    <a:pt x="514" y="26"/>
                  </a:cubicBezTo>
                  <a:cubicBezTo>
                    <a:pt x="516" y="27"/>
                    <a:pt x="519" y="29"/>
                    <a:pt x="522" y="30"/>
                  </a:cubicBezTo>
                  <a:lnTo>
                    <a:pt x="499" y="83"/>
                  </a:lnTo>
                  <a:close/>
                  <a:moveTo>
                    <a:pt x="257" y="81"/>
                  </a:moveTo>
                  <a:cubicBezTo>
                    <a:pt x="235" y="27"/>
                    <a:pt x="235" y="27"/>
                    <a:pt x="235" y="27"/>
                  </a:cubicBezTo>
                  <a:cubicBezTo>
                    <a:pt x="237" y="26"/>
                    <a:pt x="240" y="24"/>
                    <a:pt x="243" y="23"/>
                  </a:cubicBezTo>
                  <a:cubicBezTo>
                    <a:pt x="263" y="78"/>
                    <a:pt x="263" y="78"/>
                    <a:pt x="263" y="78"/>
                  </a:cubicBezTo>
                  <a:cubicBezTo>
                    <a:pt x="261" y="79"/>
                    <a:pt x="259" y="80"/>
                    <a:pt x="257" y="81"/>
                  </a:cubicBezTo>
                  <a:close/>
                  <a:moveTo>
                    <a:pt x="486" y="78"/>
                  </a:moveTo>
                  <a:cubicBezTo>
                    <a:pt x="484" y="78"/>
                    <a:pt x="482" y="77"/>
                    <a:pt x="479" y="76"/>
                  </a:cubicBezTo>
                  <a:cubicBezTo>
                    <a:pt x="499" y="21"/>
                    <a:pt x="499" y="21"/>
                    <a:pt x="499" y="21"/>
                  </a:cubicBezTo>
                  <a:cubicBezTo>
                    <a:pt x="502" y="22"/>
                    <a:pt x="504" y="23"/>
                    <a:pt x="507" y="24"/>
                  </a:cubicBezTo>
                  <a:lnTo>
                    <a:pt x="486" y="78"/>
                  </a:lnTo>
                  <a:close/>
                  <a:moveTo>
                    <a:pt x="269" y="76"/>
                  </a:moveTo>
                  <a:cubicBezTo>
                    <a:pt x="250" y="21"/>
                    <a:pt x="250" y="21"/>
                    <a:pt x="250" y="21"/>
                  </a:cubicBezTo>
                  <a:cubicBezTo>
                    <a:pt x="252" y="20"/>
                    <a:pt x="255" y="19"/>
                    <a:pt x="258" y="18"/>
                  </a:cubicBezTo>
                  <a:cubicBezTo>
                    <a:pt x="276" y="74"/>
                    <a:pt x="276" y="74"/>
                    <a:pt x="276" y="74"/>
                  </a:cubicBezTo>
                  <a:cubicBezTo>
                    <a:pt x="274" y="75"/>
                    <a:pt x="271" y="75"/>
                    <a:pt x="269" y="76"/>
                  </a:cubicBezTo>
                  <a:close/>
                  <a:moveTo>
                    <a:pt x="474" y="74"/>
                  </a:moveTo>
                  <a:cubicBezTo>
                    <a:pt x="471" y="73"/>
                    <a:pt x="469" y="72"/>
                    <a:pt x="467" y="72"/>
                  </a:cubicBezTo>
                  <a:cubicBezTo>
                    <a:pt x="484" y="16"/>
                    <a:pt x="484" y="16"/>
                    <a:pt x="484" y="16"/>
                  </a:cubicBezTo>
                  <a:cubicBezTo>
                    <a:pt x="486" y="17"/>
                    <a:pt x="489" y="18"/>
                    <a:pt x="492" y="18"/>
                  </a:cubicBezTo>
                  <a:lnTo>
                    <a:pt x="474" y="74"/>
                  </a:lnTo>
                  <a:close/>
                  <a:moveTo>
                    <a:pt x="282" y="72"/>
                  </a:moveTo>
                  <a:cubicBezTo>
                    <a:pt x="265" y="16"/>
                    <a:pt x="265" y="16"/>
                    <a:pt x="265" y="16"/>
                  </a:cubicBezTo>
                  <a:cubicBezTo>
                    <a:pt x="267" y="15"/>
                    <a:pt x="270" y="14"/>
                    <a:pt x="273" y="14"/>
                  </a:cubicBezTo>
                  <a:cubicBezTo>
                    <a:pt x="289" y="70"/>
                    <a:pt x="289" y="70"/>
                    <a:pt x="289" y="70"/>
                  </a:cubicBezTo>
                  <a:cubicBezTo>
                    <a:pt x="286" y="71"/>
                    <a:pt x="284" y="71"/>
                    <a:pt x="282" y="72"/>
                  </a:cubicBezTo>
                  <a:close/>
                  <a:moveTo>
                    <a:pt x="461" y="70"/>
                  </a:moveTo>
                  <a:cubicBezTo>
                    <a:pt x="458" y="69"/>
                    <a:pt x="456" y="69"/>
                    <a:pt x="454" y="68"/>
                  </a:cubicBezTo>
                  <a:cubicBezTo>
                    <a:pt x="468" y="12"/>
                    <a:pt x="468" y="12"/>
                    <a:pt x="468" y="12"/>
                  </a:cubicBezTo>
                  <a:cubicBezTo>
                    <a:pt x="471" y="12"/>
                    <a:pt x="474" y="13"/>
                    <a:pt x="477" y="14"/>
                  </a:cubicBezTo>
                  <a:lnTo>
                    <a:pt x="461" y="70"/>
                  </a:lnTo>
                  <a:close/>
                  <a:moveTo>
                    <a:pt x="295" y="68"/>
                  </a:moveTo>
                  <a:cubicBezTo>
                    <a:pt x="280" y="12"/>
                    <a:pt x="280" y="12"/>
                    <a:pt x="280" y="12"/>
                  </a:cubicBezTo>
                  <a:cubicBezTo>
                    <a:pt x="283" y="11"/>
                    <a:pt x="286" y="10"/>
                    <a:pt x="288" y="10"/>
                  </a:cubicBezTo>
                  <a:cubicBezTo>
                    <a:pt x="302" y="67"/>
                    <a:pt x="302" y="67"/>
                    <a:pt x="302" y="67"/>
                  </a:cubicBezTo>
                  <a:cubicBezTo>
                    <a:pt x="299" y="67"/>
                    <a:pt x="297" y="68"/>
                    <a:pt x="295" y="68"/>
                  </a:cubicBezTo>
                  <a:close/>
                  <a:moveTo>
                    <a:pt x="448" y="67"/>
                  </a:moveTo>
                  <a:cubicBezTo>
                    <a:pt x="445" y="66"/>
                    <a:pt x="443" y="66"/>
                    <a:pt x="441" y="65"/>
                  </a:cubicBezTo>
                  <a:cubicBezTo>
                    <a:pt x="453" y="8"/>
                    <a:pt x="453" y="8"/>
                    <a:pt x="453" y="8"/>
                  </a:cubicBezTo>
                  <a:cubicBezTo>
                    <a:pt x="456" y="8"/>
                    <a:pt x="459" y="9"/>
                    <a:pt x="461" y="10"/>
                  </a:cubicBezTo>
                  <a:lnTo>
                    <a:pt x="448" y="67"/>
                  </a:lnTo>
                  <a:close/>
                  <a:moveTo>
                    <a:pt x="308" y="65"/>
                  </a:moveTo>
                  <a:cubicBezTo>
                    <a:pt x="295" y="8"/>
                    <a:pt x="295" y="8"/>
                    <a:pt x="295" y="8"/>
                  </a:cubicBezTo>
                  <a:cubicBezTo>
                    <a:pt x="298" y="7"/>
                    <a:pt x="301" y="7"/>
                    <a:pt x="304" y="6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2" y="64"/>
                    <a:pt x="310" y="65"/>
                    <a:pt x="308" y="65"/>
                  </a:cubicBezTo>
                  <a:close/>
                  <a:moveTo>
                    <a:pt x="435" y="64"/>
                  </a:moveTo>
                  <a:cubicBezTo>
                    <a:pt x="432" y="63"/>
                    <a:pt x="430" y="63"/>
                    <a:pt x="428" y="63"/>
                  </a:cubicBezTo>
                  <a:cubicBezTo>
                    <a:pt x="437" y="5"/>
                    <a:pt x="437" y="5"/>
                    <a:pt x="437" y="5"/>
                  </a:cubicBezTo>
                  <a:cubicBezTo>
                    <a:pt x="440" y="5"/>
                    <a:pt x="443" y="6"/>
                    <a:pt x="446" y="6"/>
                  </a:cubicBezTo>
                  <a:lnTo>
                    <a:pt x="435" y="64"/>
                  </a:lnTo>
                  <a:close/>
                  <a:moveTo>
                    <a:pt x="321" y="63"/>
                  </a:moveTo>
                  <a:cubicBezTo>
                    <a:pt x="311" y="5"/>
                    <a:pt x="311" y="5"/>
                    <a:pt x="311" y="5"/>
                  </a:cubicBezTo>
                  <a:cubicBezTo>
                    <a:pt x="314" y="5"/>
                    <a:pt x="317" y="4"/>
                    <a:pt x="320" y="4"/>
                  </a:cubicBezTo>
                  <a:cubicBezTo>
                    <a:pt x="328" y="61"/>
                    <a:pt x="328" y="61"/>
                    <a:pt x="328" y="61"/>
                  </a:cubicBezTo>
                  <a:cubicBezTo>
                    <a:pt x="326" y="62"/>
                    <a:pt x="323" y="62"/>
                    <a:pt x="321" y="63"/>
                  </a:cubicBezTo>
                  <a:close/>
                  <a:moveTo>
                    <a:pt x="422" y="62"/>
                  </a:moveTo>
                  <a:cubicBezTo>
                    <a:pt x="419" y="61"/>
                    <a:pt x="417" y="61"/>
                    <a:pt x="414" y="61"/>
                  </a:cubicBezTo>
                  <a:cubicBezTo>
                    <a:pt x="422" y="3"/>
                    <a:pt x="422" y="3"/>
                    <a:pt x="422" y="3"/>
                  </a:cubicBezTo>
                  <a:cubicBezTo>
                    <a:pt x="424" y="3"/>
                    <a:pt x="427" y="3"/>
                    <a:pt x="430" y="4"/>
                  </a:cubicBezTo>
                  <a:lnTo>
                    <a:pt x="422" y="62"/>
                  </a:lnTo>
                  <a:close/>
                  <a:moveTo>
                    <a:pt x="334" y="61"/>
                  </a:moveTo>
                  <a:cubicBezTo>
                    <a:pt x="327" y="3"/>
                    <a:pt x="327" y="3"/>
                    <a:pt x="327" y="3"/>
                  </a:cubicBezTo>
                  <a:cubicBezTo>
                    <a:pt x="330" y="2"/>
                    <a:pt x="332" y="2"/>
                    <a:pt x="335" y="2"/>
                  </a:cubicBezTo>
                  <a:cubicBezTo>
                    <a:pt x="341" y="60"/>
                    <a:pt x="341" y="60"/>
                    <a:pt x="341" y="60"/>
                  </a:cubicBezTo>
                  <a:cubicBezTo>
                    <a:pt x="339" y="60"/>
                    <a:pt x="337" y="60"/>
                    <a:pt x="334" y="61"/>
                  </a:cubicBezTo>
                  <a:close/>
                  <a:moveTo>
                    <a:pt x="408" y="60"/>
                  </a:moveTo>
                  <a:cubicBezTo>
                    <a:pt x="406" y="60"/>
                    <a:pt x="403" y="59"/>
                    <a:pt x="401" y="59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9" y="1"/>
                    <a:pt x="412" y="1"/>
                    <a:pt x="414" y="2"/>
                  </a:cubicBezTo>
                  <a:lnTo>
                    <a:pt x="408" y="60"/>
                  </a:lnTo>
                  <a:close/>
                  <a:moveTo>
                    <a:pt x="347" y="59"/>
                  </a:moveTo>
                  <a:cubicBezTo>
                    <a:pt x="342" y="1"/>
                    <a:pt x="342" y="1"/>
                    <a:pt x="342" y="1"/>
                  </a:cubicBezTo>
                  <a:cubicBezTo>
                    <a:pt x="345" y="1"/>
                    <a:pt x="348" y="1"/>
                    <a:pt x="351" y="0"/>
                  </a:cubicBezTo>
                  <a:cubicBezTo>
                    <a:pt x="355" y="59"/>
                    <a:pt x="355" y="59"/>
                    <a:pt x="355" y="59"/>
                  </a:cubicBezTo>
                  <a:cubicBezTo>
                    <a:pt x="352" y="59"/>
                    <a:pt x="350" y="59"/>
                    <a:pt x="347" y="59"/>
                  </a:cubicBezTo>
                  <a:close/>
                  <a:moveTo>
                    <a:pt x="395" y="59"/>
                  </a:moveTo>
                  <a:cubicBezTo>
                    <a:pt x="392" y="59"/>
                    <a:pt x="390" y="58"/>
                    <a:pt x="388" y="58"/>
                  </a:cubicBezTo>
                  <a:cubicBezTo>
                    <a:pt x="390" y="0"/>
                    <a:pt x="390" y="0"/>
                    <a:pt x="390" y="0"/>
                  </a:cubicBezTo>
                  <a:cubicBezTo>
                    <a:pt x="393" y="0"/>
                    <a:pt x="396" y="0"/>
                    <a:pt x="399" y="0"/>
                  </a:cubicBezTo>
                  <a:lnTo>
                    <a:pt x="395" y="59"/>
                  </a:lnTo>
                  <a:close/>
                  <a:moveTo>
                    <a:pt x="361" y="58"/>
                  </a:moveTo>
                  <a:cubicBezTo>
                    <a:pt x="358" y="0"/>
                    <a:pt x="358" y="0"/>
                    <a:pt x="358" y="0"/>
                  </a:cubicBezTo>
                  <a:cubicBezTo>
                    <a:pt x="361" y="0"/>
                    <a:pt x="364" y="0"/>
                    <a:pt x="367" y="0"/>
                  </a:cubicBezTo>
                  <a:cubicBezTo>
                    <a:pt x="368" y="58"/>
                    <a:pt x="368" y="58"/>
                    <a:pt x="368" y="58"/>
                  </a:cubicBezTo>
                  <a:cubicBezTo>
                    <a:pt x="366" y="58"/>
                    <a:pt x="363" y="58"/>
                    <a:pt x="361" y="58"/>
                  </a:cubicBezTo>
                  <a:close/>
                  <a:moveTo>
                    <a:pt x="382" y="58"/>
                  </a:moveTo>
                  <a:cubicBezTo>
                    <a:pt x="379" y="58"/>
                    <a:pt x="377" y="58"/>
                    <a:pt x="375" y="58"/>
                  </a:cubicBezTo>
                  <a:cubicBezTo>
                    <a:pt x="374" y="58"/>
                    <a:pt x="374" y="58"/>
                    <a:pt x="374" y="58"/>
                  </a:cubicBezTo>
                  <a:cubicBezTo>
                    <a:pt x="374" y="23"/>
                    <a:pt x="374" y="23"/>
                    <a:pt x="374" y="23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7" y="0"/>
                    <a:pt x="380" y="0"/>
                    <a:pt x="383" y="0"/>
                  </a:cubicBezTo>
                  <a:lnTo>
                    <a:pt x="382" y="58"/>
                  </a:lnTo>
                  <a:close/>
                  <a:moveTo>
                    <a:pt x="374" y="23"/>
                  </a:moveTo>
                  <a:cubicBezTo>
                    <a:pt x="374" y="29"/>
                    <a:pt x="374" y="29"/>
                    <a:pt x="374" y="29"/>
                  </a:cubicBezTo>
                  <a:cubicBezTo>
                    <a:pt x="374" y="24"/>
                    <a:pt x="374" y="24"/>
                    <a:pt x="374" y="24"/>
                  </a:cubicBezTo>
                  <a:lnTo>
                    <a:pt x="374" y="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5734050" y="4329113"/>
              <a:ext cx="985838" cy="987424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293" y="585"/>
                  </a:moveTo>
                  <a:cubicBezTo>
                    <a:pt x="131" y="585"/>
                    <a:pt x="0" y="454"/>
                    <a:pt x="0" y="293"/>
                  </a:cubicBezTo>
                  <a:cubicBezTo>
                    <a:pt x="0" y="131"/>
                    <a:pt x="131" y="0"/>
                    <a:pt x="293" y="0"/>
                  </a:cubicBezTo>
                  <a:cubicBezTo>
                    <a:pt x="454" y="0"/>
                    <a:pt x="585" y="131"/>
                    <a:pt x="585" y="293"/>
                  </a:cubicBezTo>
                  <a:cubicBezTo>
                    <a:pt x="585" y="454"/>
                    <a:pt x="454" y="585"/>
                    <a:pt x="293" y="585"/>
                  </a:cubicBezTo>
                  <a:close/>
                  <a:moveTo>
                    <a:pt x="293" y="5"/>
                  </a:moveTo>
                  <a:cubicBezTo>
                    <a:pt x="134" y="5"/>
                    <a:pt x="5" y="134"/>
                    <a:pt x="5" y="293"/>
                  </a:cubicBezTo>
                  <a:cubicBezTo>
                    <a:pt x="5" y="451"/>
                    <a:pt x="134" y="580"/>
                    <a:pt x="293" y="580"/>
                  </a:cubicBezTo>
                  <a:cubicBezTo>
                    <a:pt x="451" y="580"/>
                    <a:pt x="580" y="451"/>
                    <a:pt x="580" y="293"/>
                  </a:cubicBezTo>
                  <a:cubicBezTo>
                    <a:pt x="580" y="134"/>
                    <a:pt x="451" y="5"/>
                    <a:pt x="29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5738813" y="4333875"/>
              <a:ext cx="974725" cy="976313"/>
            </a:xfrm>
            <a:custGeom>
              <a:avLst/>
              <a:gdLst/>
              <a:ahLst/>
              <a:cxnLst/>
              <a:rect l="l" t="t" r="r" b="b"/>
              <a:pathLst>
                <a:path w="578" h="579" extrusionOk="0">
                  <a:moveTo>
                    <a:pt x="290" y="0"/>
                  </a:move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8" y="0"/>
                    <a:pt x="287" y="0"/>
                    <a:pt x="287" y="0"/>
                  </a:cubicBezTo>
                  <a:cubicBezTo>
                    <a:pt x="287" y="49"/>
                    <a:pt x="287" y="49"/>
                    <a:pt x="287" y="49"/>
                  </a:cubicBezTo>
                  <a:cubicBezTo>
                    <a:pt x="288" y="49"/>
                    <a:pt x="289" y="49"/>
                    <a:pt x="290" y="49"/>
                  </a:cubicBezTo>
                  <a:lnTo>
                    <a:pt x="290" y="0"/>
                  </a:lnTo>
                  <a:close/>
                  <a:moveTo>
                    <a:pt x="234" y="5"/>
                  </a:moveTo>
                  <a:cubicBezTo>
                    <a:pt x="233" y="6"/>
                    <a:pt x="233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1" y="6"/>
                    <a:pt x="231" y="6"/>
                    <a:pt x="231" y="6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2" y="54"/>
                    <a:pt x="243" y="54"/>
                    <a:pt x="243" y="54"/>
                  </a:cubicBezTo>
                  <a:lnTo>
                    <a:pt x="234" y="5"/>
                  </a:lnTo>
                  <a:close/>
                  <a:moveTo>
                    <a:pt x="181" y="21"/>
                  </a:moveTo>
                  <a:cubicBezTo>
                    <a:pt x="180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8" y="22"/>
                    <a:pt x="178" y="22"/>
                    <a:pt x="178" y="22"/>
                  </a:cubicBezTo>
                  <a:cubicBezTo>
                    <a:pt x="197" y="68"/>
                    <a:pt x="197" y="68"/>
                    <a:pt x="197" y="68"/>
                  </a:cubicBezTo>
                  <a:cubicBezTo>
                    <a:pt x="198" y="67"/>
                    <a:pt x="198" y="67"/>
                    <a:pt x="199" y="67"/>
                  </a:cubicBezTo>
                  <a:lnTo>
                    <a:pt x="181" y="21"/>
                  </a:lnTo>
                  <a:close/>
                  <a:moveTo>
                    <a:pt x="131" y="47"/>
                  </a:moveTo>
                  <a:cubicBezTo>
                    <a:pt x="131" y="47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57" y="89"/>
                    <a:pt x="157" y="89"/>
                    <a:pt x="158" y="88"/>
                  </a:cubicBezTo>
                  <a:lnTo>
                    <a:pt x="131" y="47"/>
                  </a:lnTo>
                  <a:close/>
                  <a:moveTo>
                    <a:pt x="88" y="82"/>
                  </a:moveTo>
                  <a:cubicBezTo>
                    <a:pt x="87" y="82"/>
                    <a:pt x="87" y="83"/>
                    <a:pt x="87" y="83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120" y="119"/>
                    <a:pt x="120" y="119"/>
                    <a:pt x="120" y="119"/>
                  </a:cubicBezTo>
                  <a:cubicBezTo>
                    <a:pt x="121" y="118"/>
                    <a:pt x="121" y="118"/>
                    <a:pt x="122" y="117"/>
                  </a:cubicBezTo>
                  <a:lnTo>
                    <a:pt x="88" y="82"/>
                  </a:lnTo>
                  <a:close/>
                  <a:moveTo>
                    <a:pt x="52" y="125"/>
                  </a:move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4"/>
                    <a:pt x="92" y="153"/>
                    <a:pt x="92" y="153"/>
                  </a:cubicBezTo>
                  <a:lnTo>
                    <a:pt x="52" y="125"/>
                  </a:lnTo>
                  <a:close/>
                  <a:moveTo>
                    <a:pt x="24" y="173"/>
                  </a:move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4"/>
                    <a:pt x="24" y="175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69" y="194"/>
                    <a:pt x="69" y="194"/>
                    <a:pt x="69" y="193"/>
                  </a:cubicBezTo>
                  <a:lnTo>
                    <a:pt x="24" y="173"/>
                  </a:lnTo>
                  <a:close/>
                  <a:moveTo>
                    <a:pt x="7" y="226"/>
                  </a:moveTo>
                  <a:cubicBezTo>
                    <a:pt x="7" y="227"/>
                    <a:pt x="7" y="227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54" y="239"/>
                    <a:pt x="54" y="239"/>
                    <a:pt x="54" y="239"/>
                  </a:cubicBezTo>
                  <a:cubicBezTo>
                    <a:pt x="55" y="238"/>
                    <a:pt x="55" y="238"/>
                    <a:pt x="55" y="237"/>
                  </a:cubicBezTo>
                  <a:cubicBezTo>
                    <a:pt x="7" y="226"/>
                    <a:pt x="7" y="226"/>
                    <a:pt x="7" y="226"/>
                  </a:cubicBezTo>
                  <a:close/>
                  <a:moveTo>
                    <a:pt x="0" y="28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49" y="285"/>
                    <a:pt x="49" y="285"/>
                    <a:pt x="49" y="285"/>
                  </a:cubicBezTo>
                  <a:cubicBezTo>
                    <a:pt x="49" y="284"/>
                    <a:pt x="49" y="284"/>
                    <a:pt x="49" y="283"/>
                  </a:cubicBezTo>
                  <a:lnTo>
                    <a:pt x="0" y="281"/>
                  </a:lnTo>
                  <a:close/>
                  <a:moveTo>
                    <a:pt x="52" y="329"/>
                  </a:moveTo>
                  <a:cubicBezTo>
                    <a:pt x="4" y="337"/>
                    <a:pt x="4" y="337"/>
                    <a:pt x="4" y="337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9"/>
                    <a:pt x="4" y="339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53" y="331"/>
                    <a:pt x="53" y="331"/>
                    <a:pt x="53" y="331"/>
                  </a:cubicBezTo>
                  <a:cubicBezTo>
                    <a:pt x="53" y="331"/>
                    <a:pt x="52" y="330"/>
                    <a:pt x="52" y="329"/>
                  </a:cubicBezTo>
                  <a:close/>
                  <a:moveTo>
                    <a:pt x="64" y="374"/>
                  </a:moveTo>
                  <a:cubicBezTo>
                    <a:pt x="18" y="391"/>
                    <a:pt x="18" y="391"/>
                    <a:pt x="18" y="391"/>
                  </a:cubicBezTo>
                  <a:cubicBezTo>
                    <a:pt x="19" y="392"/>
                    <a:pt x="19" y="393"/>
                    <a:pt x="19" y="394"/>
                  </a:cubicBezTo>
                  <a:cubicBezTo>
                    <a:pt x="65" y="376"/>
                    <a:pt x="65" y="376"/>
                    <a:pt x="65" y="376"/>
                  </a:cubicBezTo>
                  <a:cubicBezTo>
                    <a:pt x="65" y="375"/>
                    <a:pt x="64" y="374"/>
                    <a:pt x="64" y="374"/>
                  </a:cubicBezTo>
                  <a:close/>
                  <a:moveTo>
                    <a:pt x="84" y="415"/>
                  </a:moveTo>
                  <a:cubicBezTo>
                    <a:pt x="43" y="441"/>
                    <a:pt x="43" y="441"/>
                    <a:pt x="43" y="441"/>
                  </a:cubicBezTo>
                  <a:cubicBezTo>
                    <a:pt x="43" y="441"/>
                    <a:pt x="43" y="442"/>
                    <a:pt x="44" y="442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86" y="417"/>
                    <a:pt x="86" y="417"/>
                    <a:pt x="86" y="417"/>
                  </a:cubicBezTo>
                  <a:cubicBezTo>
                    <a:pt x="85" y="417"/>
                    <a:pt x="85" y="416"/>
                    <a:pt x="84" y="415"/>
                  </a:cubicBezTo>
                  <a:close/>
                  <a:moveTo>
                    <a:pt x="112" y="452"/>
                  </a:moveTo>
                  <a:cubicBezTo>
                    <a:pt x="76" y="485"/>
                    <a:pt x="76" y="485"/>
                    <a:pt x="76" y="485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114" y="454"/>
                    <a:pt x="114" y="454"/>
                    <a:pt x="114" y="454"/>
                  </a:cubicBezTo>
                  <a:cubicBezTo>
                    <a:pt x="113" y="453"/>
                    <a:pt x="113" y="453"/>
                    <a:pt x="112" y="452"/>
                  </a:cubicBezTo>
                  <a:close/>
                  <a:moveTo>
                    <a:pt x="147" y="483"/>
                  </a:moveTo>
                  <a:cubicBezTo>
                    <a:pt x="118" y="523"/>
                    <a:pt x="118" y="523"/>
                    <a:pt x="118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48" y="484"/>
                    <a:pt x="147" y="484"/>
                    <a:pt x="147" y="483"/>
                  </a:cubicBezTo>
                  <a:close/>
                  <a:moveTo>
                    <a:pt x="187" y="507"/>
                  </a:moveTo>
                  <a:cubicBezTo>
                    <a:pt x="165" y="551"/>
                    <a:pt x="165" y="551"/>
                    <a:pt x="165" y="551"/>
                  </a:cubicBezTo>
                  <a:cubicBezTo>
                    <a:pt x="166" y="552"/>
                    <a:pt x="167" y="552"/>
                    <a:pt x="167" y="552"/>
                  </a:cubicBezTo>
                  <a:cubicBezTo>
                    <a:pt x="167" y="552"/>
                    <a:pt x="167" y="552"/>
                    <a:pt x="167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3"/>
                    <a:pt x="168" y="553"/>
                    <a:pt x="168" y="553"/>
                  </a:cubicBezTo>
                  <a:cubicBezTo>
                    <a:pt x="189" y="508"/>
                    <a:pt x="189" y="508"/>
                    <a:pt x="189" y="508"/>
                  </a:cubicBezTo>
                  <a:cubicBezTo>
                    <a:pt x="188" y="508"/>
                    <a:pt x="187" y="507"/>
                    <a:pt x="187" y="507"/>
                  </a:cubicBezTo>
                  <a:close/>
                  <a:moveTo>
                    <a:pt x="230" y="523"/>
                  </a:move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20" y="571"/>
                    <a:pt x="220" y="571"/>
                    <a:pt x="221" y="571"/>
                  </a:cubicBezTo>
                  <a:cubicBezTo>
                    <a:pt x="232" y="523"/>
                    <a:pt x="232" y="523"/>
                    <a:pt x="232" y="523"/>
                  </a:cubicBezTo>
                  <a:cubicBezTo>
                    <a:pt x="232" y="523"/>
                    <a:pt x="231" y="523"/>
                    <a:pt x="230" y="523"/>
                  </a:cubicBezTo>
                  <a:close/>
                  <a:moveTo>
                    <a:pt x="276" y="530"/>
                  </a:move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5" y="579"/>
                    <a:pt x="276" y="579"/>
                  </a:cubicBezTo>
                  <a:cubicBezTo>
                    <a:pt x="278" y="530"/>
                    <a:pt x="278" y="530"/>
                    <a:pt x="278" y="530"/>
                  </a:cubicBezTo>
                  <a:cubicBezTo>
                    <a:pt x="277" y="530"/>
                    <a:pt x="277" y="530"/>
                    <a:pt x="276" y="530"/>
                  </a:cubicBezTo>
                  <a:close/>
                  <a:moveTo>
                    <a:pt x="325" y="528"/>
                  </a:moveTo>
                  <a:cubicBezTo>
                    <a:pt x="324" y="528"/>
                    <a:pt x="323" y="528"/>
                    <a:pt x="322" y="528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0" y="576"/>
                    <a:pt x="331" y="576"/>
                    <a:pt x="332" y="576"/>
                  </a:cubicBezTo>
                  <a:lnTo>
                    <a:pt x="325" y="528"/>
                  </a:lnTo>
                  <a:close/>
                  <a:moveTo>
                    <a:pt x="369" y="516"/>
                  </a:moveTo>
                  <a:cubicBezTo>
                    <a:pt x="369" y="517"/>
                    <a:pt x="368" y="517"/>
                    <a:pt x="367" y="517"/>
                  </a:cubicBezTo>
                  <a:cubicBezTo>
                    <a:pt x="383" y="564"/>
                    <a:pt x="383" y="564"/>
                    <a:pt x="383" y="564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5" y="563"/>
                    <a:pt x="385" y="563"/>
                    <a:pt x="386" y="563"/>
                  </a:cubicBezTo>
                  <a:lnTo>
                    <a:pt x="369" y="516"/>
                  </a:lnTo>
                  <a:close/>
                  <a:moveTo>
                    <a:pt x="411" y="497"/>
                  </a:moveTo>
                  <a:cubicBezTo>
                    <a:pt x="411" y="497"/>
                    <a:pt x="410" y="498"/>
                    <a:pt x="409" y="498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5" y="540"/>
                    <a:pt x="436" y="540"/>
                    <a:pt x="436" y="539"/>
                  </a:cubicBezTo>
                  <a:lnTo>
                    <a:pt x="411" y="497"/>
                  </a:lnTo>
                  <a:close/>
                  <a:moveTo>
                    <a:pt x="449" y="470"/>
                  </a:moveTo>
                  <a:cubicBezTo>
                    <a:pt x="448" y="470"/>
                    <a:pt x="448" y="471"/>
                    <a:pt x="447" y="471"/>
                  </a:cubicBezTo>
                  <a:cubicBezTo>
                    <a:pt x="479" y="508"/>
                    <a:pt x="479" y="508"/>
                    <a:pt x="479" y="508"/>
                  </a:cubicBezTo>
                  <a:cubicBezTo>
                    <a:pt x="480" y="508"/>
                    <a:pt x="480" y="508"/>
                    <a:pt x="480" y="508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1" y="507"/>
                    <a:pt x="481" y="507"/>
                    <a:pt x="481" y="507"/>
                  </a:cubicBezTo>
                  <a:lnTo>
                    <a:pt x="449" y="470"/>
                  </a:lnTo>
                  <a:close/>
                  <a:moveTo>
                    <a:pt x="480" y="436"/>
                  </a:moveTo>
                  <a:cubicBezTo>
                    <a:pt x="480" y="437"/>
                    <a:pt x="479" y="437"/>
                    <a:pt x="479" y="438"/>
                  </a:cubicBezTo>
                  <a:cubicBezTo>
                    <a:pt x="518" y="468"/>
                    <a:pt x="518" y="468"/>
                    <a:pt x="518" y="468"/>
                  </a:cubicBezTo>
                  <a:cubicBezTo>
                    <a:pt x="518" y="467"/>
                    <a:pt x="519" y="467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lnTo>
                    <a:pt x="480" y="436"/>
                  </a:lnTo>
                  <a:close/>
                  <a:moveTo>
                    <a:pt x="505" y="397"/>
                  </a:moveTo>
                  <a:cubicBezTo>
                    <a:pt x="505" y="397"/>
                    <a:pt x="504" y="398"/>
                    <a:pt x="504" y="399"/>
                  </a:cubicBezTo>
                  <a:cubicBezTo>
                    <a:pt x="548" y="421"/>
                    <a:pt x="548" y="421"/>
                    <a:pt x="548" y="421"/>
                  </a:cubicBezTo>
                  <a:cubicBezTo>
                    <a:pt x="548" y="421"/>
                    <a:pt x="548" y="420"/>
                    <a:pt x="548" y="420"/>
                  </a:cubicBezTo>
                  <a:cubicBezTo>
                    <a:pt x="548" y="420"/>
                    <a:pt x="548" y="420"/>
                    <a:pt x="548" y="420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9" y="418"/>
                    <a:pt x="549" y="418"/>
                    <a:pt x="549" y="418"/>
                  </a:cubicBezTo>
                  <a:lnTo>
                    <a:pt x="505" y="397"/>
                  </a:lnTo>
                  <a:close/>
                  <a:moveTo>
                    <a:pt x="521" y="353"/>
                  </a:moveTo>
                  <a:cubicBezTo>
                    <a:pt x="521" y="354"/>
                    <a:pt x="521" y="355"/>
                    <a:pt x="521" y="356"/>
                  </a:cubicBezTo>
                  <a:cubicBezTo>
                    <a:pt x="568" y="369"/>
                    <a:pt x="568" y="369"/>
                    <a:pt x="568" y="369"/>
                  </a:cubicBezTo>
                  <a:cubicBezTo>
                    <a:pt x="568" y="368"/>
                    <a:pt x="568" y="367"/>
                    <a:pt x="569" y="366"/>
                  </a:cubicBezTo>
                  <a:lnTo>
                    <a:pt x="521" y="353"/>
                  </a:lnTo>
                  <a:close/>
                  <a:moveTo>
                    <a:pt x="529" y="308"/>
                  </a:moveTo>
                  <a:cubicBezTo>
                    <a:pt x="529" y="309"/>
                    <a:pt x="529" y="309"/>
                    <a:pt x="529" y="310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3"/>
                    <a:pt x="578" y="312"/>
                    <a:pt x="578" y="311"/>
                  </a:cubicBezTo>
                  <a:lnTo>
                    <a:pt x="529" y="308"/>
                  </a:lnTo>
                  <a:close/>
                  <a:moveTo>
                    <a:pt x="577" y="256"/>
                  </a:moveTo>
                  <a:cubicBezTo>
                    <a:pt x="528" y="261"/>
                    <a:pt x="528" y="261"/>
                    <a:pt x="528" y="261"/>
                  </a:cubicBezTo>
                  <a:cubicBezTo>
                    <a:pt x="528" y="262"/>
                    <a:pt x="528" y="263"/>
                    <a:pt x="529" y="264"/>
                  </a:cubicBezTo>
                  <a:cubicBezTo>
                    <a:pt x="577" y="259"/>
                    <a:pt x="577" y="259"/>
                    <a:pt x="577" y="259"/>
                  </a:cubicBezTo>
                  <a:cubicBezTo>
                    <a:pt x="577" y="258"/>
                    <a:pt x="577" y="257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lose/>
                  <a:moveTo>
                    <a:pt x="565" y="201"/>
                  </a:moveTo>
                  <a:cubicBezTo>
                    <a:pt x="519" y="216"/>
                    <a:pt x="519" y="216"/>
                    <a:pt x="519" y="216"/>
                  </a:cubicBezTo>
                  <a:cubicBezTo>
                    <a:pt x="519" y="217"/>
                    <a:pt x="519" y="218"/>
                    <a:pt x="519" y="219"/>
                  </a:cubicBezTo>
                  <a:cubicBezTo>
                    <a:pt x="566" y="204"/>
                    <a:pt x="566" y="204"/>
                    <a:pt x="566" y="204"/>
                  </a:cubicBezTo>
                  <a:cubicBezTo>
                    <a:pt x="566" y="203"/>
                    <a:pt x="566" y="202"/>
                    <a:pt x="565" y="201"/>
                  </a:cubicBezTo>
                  <a:close/>
                  <a:moveTo>
                    <a:pt x="543" y="150"/>
                  </a:moveTo>
                  <a:cubicBezTo>
                    <a:pt x="500" y="174"/>
                    <a:pt x="500" y="174"/>
                    <a:pt x="500" y="174"/>
                  </a:cubicBezTo>
                  <a:cubicBezTo>
                    <a:pt x="501" y="175"/>
                    <a:pt x="501" y="175"/>
                    <a:pt x="501" y="176"/>
                  </a:cubicBezTo>
                  <a:cubicBezTo>
                    <a:pt x="545" y="153"/>
                    <a:pt x="545" y="153"/>
                    <a:pt x="545" y="153"/>
                  </a:cubicBezTo>
                  <a:cubicBezTo>
                    <a:pt x="544" y="152"/>
                    <a:pt x="544" y="151"/>
                    <a:pt x="543" y="150"/>
                  </a:cubicBezTo>
                  <a:close/>
                  <a:moveTo>
                    <a:pt x="512" y="104"/>
                  </a:moveTo>
                  <a:cubicBezTo>
                    <a:pt x="474" y="136"/>
                    <a:pt x="474" y="136"/>
                    <a:pt x="474" y="136"/>
                  </a:cubicBezTo>
                  <a:cubicBezTo>
                    <a:pt x="475" y="136"/>
                    <a:pt x="475" y="137"/>
                    <a:pt x="476" y="137"/>
                  </a:cubicBezTo>
                  <a:cubicBezTo>
                    <a:pt x="514" y="106"/>
                    <a:pt x="514" y="106"/>
                    <a:pt x="514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5"/>
                    <a:pt x="512" y="105"/>
                    <a:pt x="512" y="104"/>
                  </a:cubicBezTo>
                  <a:close/>
                  <a:moveTo>
                    <a:pt x="472" y="65"/>
                  </a:moveTo>
                  <a:cubicBezTo>
                    <a:pt x="441" y="103"/>
                    <a:pt x="441" y="103"/>
                    <a:pt x="441" y="103"/>
                  </a:cubicBezTo>
                  <a:cubicBezTo>
                    <a:pt x="442" y="104"/>
                    <a:pt x="442" y="104"/>
                    <a:pt x="443" y="105"/>
                  </a:cubicBezTo>
                  <a:cubicBezTo>
                    <a:pt x="474" y="67"/>
                    <a:pt x="474" y="67"/>
                    <a:pt x="474" y="67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5"/>
                    <a:pt x="473" y="65"/>
                    <a:pt x="473" y="65"/>
                  </a:cubicBezTo>
                  <a:cubicBezTo>
                    <a:pt x="473" y="65"/>
                    <a:pt x="473" y="65"/>
                    <a:pt x="473" y="65"/>
                  </a:cubicBezTo>
                  <a:lnTo>
                    <a:pt x="472" y="65"/>
                  </a:lnTo>
                  <a:close/>
                  <a:moveTo>
                    <a:pt x="426" y="34"/>
                  </a:moveTo>
                  <a:cubicBezTo>
                    <a:pt x="403" y="77"/>
                    <a:pt x="403" y="77"/>
                    <a:pt x="403" y="77"/>
                  </a:cubicBezTo>
                  <a:cubicBezTo>
                    <a:pt x="403" y="78"/>
                    <a:pt x="404" y="78"/>
                    <a:pt x="405" y="79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7" y="35"/>
                    <a:pt x="426" y="35"/>
                    <a:pt x="426" y="34"/>
                  </a:cubicBezTo>
                  <a:close/>
                  <a:moveTo>
                    <a:pt x="374" y="13"/>
                  </a:moveTo>
                  <a:cubicBezTo>
                    <a:pt x="360" y="60"/>
                    <a:pt x="360" y="60"/>
                    <a:pt x="360" y="60"/>
                  </a:cubicBezTo>
                  <a:cubicBezTo>
                    <a:pt x="361" y="60"/>
                    <a:pt x="361" y="60"/>
                    <a:pt x="362" y="60"/>
                  </a:cubicBezTo>
                  <a:cubicBezTo>
                    <a:pt x="377" y="14"/>
                    <a:pt x="377" y="14"/>
                    <a:pt x="377" y="14"/>
                  </a:cubicBezTo>
                  <a:cubicBezTo>
                    <a:pt x="376" y="13"/>
                    <a:pt x="376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lnTo>
                    <a:pt x="374" y="13"/>
                  </a:lnTo>
                  <a:close/>
                  <a:moveTo>
                    <a:pt x="320" y="2"/>
                  </a:moveTo>
                  <a:cubicBezTo>
                    <a:pt x="315" y="51"/>
                    <a:pt x="315" y="51"/>
                    <a:pt x="315" y="51"/>
                  </a:cubicBezTo>
                  <a:cubicBezTo>
                    <a:pt x="315" y="51"/>
                    <a:pt x="316" y="51"/>
                    <a:pt x="317" y="51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322" y="2"/>
                    <a:pt x="321" y="2"/>
                    <a:pt x="320" y="2"/>
                  </a:cubicBezTo>
                  <a:cubicBezTo>
                    <a:pt x="320" y="2"/>
                    <a:pt x="320" y="2"/>
                    <a:pt x="32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5867400" y="4462463"/>
              <a:ext cx="720725" cy="722312"/>
            </a:xfrm>
            <a:custGeom>
              <a:avLst/>
              <a:gdLst/>
              <a:ahLst/>
              <a:cxnLst/>
              <a:rect l="l" t="t" r="r" b="b"/>
              <a:pathLst>
                <a:path w="428" h="428" extrusionOk="0">
                  <a:moveTo>
                    <a:pt x="214" y="422"/>
                  </a:moveTo>
                  <a:cubicBezTo>
                    <a:pt x="214" y="419"/>
                    <a:pt x="217" y="416"/>
                    <a:pt x="220" y="416"/>
                  </a:cubicBezTo>
                  <a:cubicBezTo>
                    <a:pt x="223" y="416"/>
                    <a:pt x="226" y="418"/>
                    <a:pt x="226" y="422"/>
                  </a:cubicBezTo>
                  <a:cubicBezTo>
                    <a:pt x="226" y="425"/>
                    <a:pt x="223" y="428"/>
                    <a:pt x="220" y="428"/>
                  </a:cubicBezTo>
                  <a:cubicBezTo>
                    <a:pt x="220" y="428"/>
                    <a:pt x="220" y="428"/>
                    <a:pt x="220" y="428"/>
                  </a:cubicBezTo>
                  <a:cubicBezTo>
                    <a:pt x="217" y="428"/>
                    <a:pt x="214" y="425"/>
                    <a:pt x="214" y="422"/>
                  </a:cubicBezTo>
                  <a:close/>
                  <a:moveTo>
                    <a:pt x="187" y="426"/>
                  </a:moveTo>
                  <a:cubicBezTo>
                    <a:pt x="187" y="426"/>
                    <a:pt x="187" y="426"/>
                    <a:pt x="187" y="426"/>
                  </a:cubicBezTo>
                  <a:cubicBezTo>
                    <a:pt x="184" y="426"/>
                    <a:pt x="182" y="423"/>
                    <a:pt x="182" y="420"/>
                  </a:cubicBezTo>
                  <a:cubicBezTo>
                    <a:pt x="182" y="416"/>
                    <a:pt x="185" y="414"/>
                    <a:pt x="189" y="415"/>
                  </a:cubicBezTo>
                  <a:cubicBezTo>
                    <a:pt x="189" y="415"/>
                    <a:pt x="189" y="415"/>
                    <a:pt x="189" y="415"/>
                  </a:cubicBezTo>
                  <a:cubicBezTo>
                    <a:pt x="192" y="415"/>
                    <a:pt x="194" y="418"/>
                    <a:pt x="194" y="421"/>
                  </a:cubicBezTo>
                  <a:cubicBezTo>
                    <a:pt x="193" y="424"/>
                    <a:pt x="191" y="426"/>
                    <a:pt x="188" y="426"/>
                  </a:cubicBezTo>
                  <a:lnTo>
                    <a:pt x="187" y="426"/>
                  </a:lnTo>
                  <a:close/>
                  <a:moveTo>
                    <a:pt x="246" y="419"/>
                  </a:moveTo>
                  <a:cubicBezTo>
                    <a:pt x="245" y="416"/>
                    <a:pt x="248" y="413"/>
                    <a:pt x="251" y="413"/>
                  </a:cubicBezTo>
                  <a:cubicBezTo>
                    <a:pt x="254" y="412"/>
                    <a:pt x="257" y="414"/>
                    <a:pt x="257" y="417"/>
                  </a:cubicBezTo>
                  <a:cubicBezTo>
                    <a:pt x="258" y="420"/>
                    <a:pt x="256" y="424"/>
                    <a:pt x="253" y="424"/>
                  </a:cubicBezTo>
                  <a:cubicBezTo>
                    <a:pt x="252" y="424"/>
                    <a:pt x="252" y="424"/>
                    <a:pt x="252" y="424"/>
                  </a:cubicBezTo>
                  <a:cubicBezTo>
                    <a:pt x="249" y="424"/>
                    <a:pt x="247" y="422"/>
                    <a:pt x="246" y="419"/>
                  </a:cubicBezTo>
                  <a:close/>
                  <a:moveTo>
                    <a:pt x="155" y="420"/>
                  </a:moveTo>
                  <a:cubicBezTo>
                    <a:pt x="152" y="419"/>
                    <a:pt x="150" y="415"/>
                    <a:pt x="151" y="412"/>
                  </a:cubicBezTo>
                  <a:cubicBezTo>
                    <a:pt x="152" y="409"/>
                    <a:pt x="155" y="407"/>
                    <a:pt x="158" y="408"/>
                  </a:cubicBezTo>
                  <a:cubicBezTo>
                    <a:pt x="158" y="408"/>
                    <a:pt x="158" y="408"/>
                    <a:pt x="158" y="408"/>
                  </a:cubicBezTo>
                  <a:cubicBezTo>
                    <a:pt x="161" y="409"/>
                    <a:pt x="163" y="412"/>
                    <a:pt x="162" y="416"/>
                  </a:cubicBezTo>
                  <a:cubicBezTo>
                    <a:pt x="161" y="418"/>
                    <a:pt x="159" y="420"/>
                    <a:pt x="157" y="420"/>
                  </a:cubicBezTo>
                  <a:cubicBezTo>
                    <a:pt x="156" y="420"/>
                    <a:pt x="155" y="420"/>
                    <a:pt x="155" y="420"/>
                  </a:cubicBezTo>
                  <a:close/>
                  <a:moveTo>
                    <a:pt x="277" y="412"/>
                  </a:moveTo>
                  <a:cubicBezTo>
                    <a:pt x="276" y="409"/>
                    <a:pt x="278" y="406"/>
                    <a:pt x="281" y="405"/>
                  </a:cubicBezTo>
                  <a:cubicBezTo>
                    <a:pt x="284" y="404"/>
                    <a:pt x="287" y="405"/>
                    <a:pt x="288" y="408"/>
                  </a:cubicBezTo>
                  <a:cubicBezTo>
                    <a:pt x="289" y="411"/>
                    <a:pt x="288" y="415"/>
                    <a:pt x="285" y="416"/>
                  </a:cubicBezTo>
                  <a:cubicBezTo>
                    <a:pt x="284" y="416"/>
                    <a:pt x="283" y="416"/>
                    <a:pt x="283" y="416"/>
                  </a:cubicBezTo>
                  <a:cubicBezTo>
                    <a:pt x="280" y="416"/>
                    <a:pt x="278" y="414"/>
                    <a:pt x="277" y="412"/>
                  </a:cubicBezTo>
                  <a:close/>
                  <a:moveTo>
                    <a:pt x="124" y="408"/>
                  </a:moveTo>
                  <a:cubicBezTo>
                    <a:pt x="121" y="407"/>
                    <a:pt x="120" y="403"/>
                    <a:pt x="121" y="400"/>
                  </a:cubicBezTo>
                  <a:cubicBezTo>
                    <a:pt x="122" y="397"/>
                    <a:pt x="126" y="396"/>
                    <a:pt x="129" y="398"/>
                  </a:cubicBezTo>
                  <a:cubicBezTo>
                    <a:pt x="132" y="399"/>
                    <a:pt x="133" y="402"/>
                    <a:pt x="132" y="405"/>
                  </a:cubicBezTo>
                  <a:cubicBezTo>
                    <a:pt x="131" y="407"/>
                    <a:pt x="129" y="409"/>
                    <a:pt x="126" y="409"/>
                  </a:cubicBezTo>
                  <a:cubicBezTo>
                    <a:pt x="126" y="409"/>
                    <a:pt x="125" y="409"/>
                    <a:pt x="124" y="408"/>
                  </a:cubicBezTo>
                  <a:close/>
                  <a:moveTo>
                    <a:pt x="307" y="400"/>
                  </a:moveTo>
                  <a:cubicBezTo>
                    <a:pt x="305" y="397"/>
                    <a:pt x="306" y="394"/>
                    <a:pt x="309" y="392"/>
                  </a:cubicBezTo>
                  <a:cubicBezTo>
                    <a:pt x="312" y="391"/>
                    <a:pt x="316" y="392"/>
                    <a:pt x="317" y="394"/>
                  </a:cubicBezTo>
                  <a:cubicBezTo>
                    <a:pt x="319" y="397"/>
                    <a:pt x="318" y="401"/>
                    <a:pt x="315" y="402"/>
                  </a:cubicBezTo>
                  <a:cubicBezTo>
                    <a:pt x="314" y="403"/>
                    <a:pt x="313" y="403"/>
                    <a:pt x="312" y="403"/>
                  </a:cubicBezTo>
                  <a:cubicBezTo>
                    <a:pt x="310" y="403"/>
                    <a:pt x="308" y="402"/>
                    <a:pt x="307" y="400"/>
                  </a:cubicBezTo>
                  <a:close/>
                  <a:moveTo>
                    <a:pt x="95" y="392"/>
                  </a:moveTo>
                  <a:cubicBezTo>
                    <a:pt x="93" y="390"/>
                    <a:pt x="92" y="387"/>
                    <a:pt x="94" y="384"/>
                  </a:cubicBezTo>
                  <a:cubicBezTo>
                    <a:pt x="95" y="381"/>
                    <a:pt x="99" y="381"/>
                    <a:pt x="102" y="382"/>
                  </a:cubicBezTo>
                  <a:cubicBezTo>
                    <a:pt x="104" y="384"/>
                    <a:pt x="105" y="388"/>
                    <a:pt x="103" y="390"/>
                  </a:cubicBezTo>
                  <a:cubicBezTo>
                    <a:pt x="102" y="392"/>
                    <a:pt x="100" y="393"/>
                    <a:pt x="98" y="393"/>
                  </a:cubicBezTo>
                  <a:cubicBezTo>
                    <a:pt x="97" y="393"/>
                    <a:pt x="96" y="393"/>
                    <a:pt x="95" y="392"/>
                  </a:cubicBezTo>
                  <a:close/>
                  <a:moveTo>
                    <a:pt x="334" y="383"/>
                  </a:moveTo>
                  <a:cubicBezTo>
                    <a:pt x="332" y="381"/>
                    <a:pt x="333" y="377"/>
                    <a:pt x="335" y="375"/>
                  </a:cubicBezTo>
                  <a:cubicBezTo>
                    <a:pt x="338" y="373"/>
                    <a:pt x="342" y="374"/>
                    <a:pt x="344" y="376"/>
                  </a:cubicBezTo>
                  <a:cubicBezTo>
                    <a:pt x="346" y="379"/>
                    <a:pt x="345" y="383"/>
                    <a:pt x="342" y="385"/>
                  </a:cubicBezTo>
                  <a:cubicBezTo>
                    <a:pt x="341" y="385"/>
                    <a:pt x="340" y="386"/>
                    <a:pt x="339" y="386"/>
                  </a:cubicBezTo>
                  <a:cubicBezTo>
                    <a:pt x="337" y="386"/>
                    <a:pt x="335" y="385"/>
                    <a:pt x="334" y="383"/>
                  </a:cubicBezTo>
                  <a:close/>
                  <a:moveTo>
                    <a:pt x="69" y="372"/>
                  </a:moveTo>
                  <a:cubicBezTo>
                    <a:pt x="69" y="372"/>
                    <a:pt x="69" y="372"/>
                    <a:pt x="69" y="372"/>
                  </a:cubicBezTo>
                  <a:cubicBezTo>
                    <a:pt x="67" y="370"/>
                    <a:pt x="67" y="366"/>
                    <a:pt x="69" y="364"/>
                  </a:cubicBezTo>
                  <a:cubicBezTo>
                    <a:pt x="71" y="361"/>
                    <a:pt x="75" y="361"/>
                    <a:pt x="77" y="363"/>
                  </a:cubicBezTo>
                  <a:cubicBezTo>
                    <a:pt x="79" y="365"/>
                    <a:pt x="80" y="369"/>
                    <a:pt x="77" y="371"/>
                  </a:cubicBezTo>
                  <a:cubicBezTo>
                    <a:pt x="76" y="373"/>
                    <a:pt x="75" y="373"/>
                    <a:pt x="73" y="373"/>
                  </a:cubicBezTo>
                  <a:cubicBezTo>
                    <a:pt x="72" y="373"/>
                    <a:pt x="70" y="373"/>
                    <a:pt x="69" y="372"/>
                  </a:cubicBezTo>
                  <a:close/>
                  <a:moveTo>
                    <a:pt x="359" y="363"/>
                  </a:moveTo>
                  <a:cubicBezTo>
                    <a:pt x="357" y="361"/>
                    <a:pt x="357" y="357"/>
                    <a:pt x="359" y="355"/>
                  </a:cubicBezTo>
                  <a:cubicBezTo>
                    <a:pt x="359" y="355"/>
                    <a:pt x="359" y="355"/>
                    <a:pt x="359" y="355"/>
                  </a:cubicBezTo>
                  <a:cubicBezTo>
                    <a:pt x="361" y="352"/>
                    <a:pt x="365" y="352"/>
                    <a:pt x="367" y="354"/>
                  </a:cubicBezTo>
                  <a:cubicBezTo>
                    <a:pt x="369" y="357"/>
                    <a:pt x="369" y="360"/>
                    <a:pt x="367" y="363"/>
                  </a:cubicBezTo>
                  <a:cubicBezTo>
                    <a:pt x="366" y="364"/>
                    <a:pt x="364" y="364"/>
                    <a:pt x="363" y="364"/>
                  </a:cubicBezTo>
                  <a:cubicBezTo>
                    <a:pt x="361" y="364"/>
                    <a:pt x="360" y="364"/>
                    <a:pt x="359" y="363"/>
                  </a:cubicBezTo>
                  <a:close/>
                  <a:moveTo>
                    <a:pt x="47" y="348"/>
                  </a:moveTo>
                  <a:cubicBezTo>
                    <a:pt x="45" y="345"/>
                    <a:pt x="45" y="342"/>
                    <a:pt x="48" y="340"/>
                  </a:cubicBezTo>
                  <a:cubicBezTo>
                    <a:pt x="50" y="338"/>
                    <a:pt x="54" y="338"/>
                    <a:pt x="56" y="340"/>
                  </a:cubicBezTo>
                  <a:cubicBezTo>
                    <a:pt x="58" y="343"/>
                    <a:pt x="57" y="347"/>
                    <a:pt x="55" y="349"/>
                  </a:cubicBezTo>
                  <a:cubicBezTo>
                    <a:pt x="54" y="350"/>
                    <a:pt x="53" y="350"/>
                    <a:pt x="51" y="350"/>
                  </a:cubicBezTo>
                  <a:cubicBezTo>
                    <a:pt x="50" y="350"/>
                    <a:pt x="48" y="349"/>
                    <a:pt x="47" y="348"/>
                  </a:cubicBezTo>
                  <a:close/>
                  <a:moveTo>
                    <a:pt x="380" y="339"/>
                  </a:moveTo>
                  <a:cubicBezTo>
                    <a:pt x="377" y="337"/>
                    <a:pt x="377" y="333"/>
                    <a:pt x="379" y="331"/>
                  </a:cubicBezTo>
                  <a:cubicBezTo>
                    <a:pt x="381" y="328"/>
                    <a:pt x="384" y="327"/>
                    <a:pt x="387" y="329"/>
                  </a:cubicBezTo>
                  <a:cubicBezTo>
                    <a:pt x="389" y="331"/>
                    <a:pt x="390" y="335"/>
                    <a:pt x="388" y="337"/>
                  </a:cubicBezTo>
                  <a:cubicBezTo>
                    <a:pt x="387" y="339"/>
                    <a:pt x="385" y="340"/>
                    <a:pt x="383" y="340"/>
                  </a:cubicBezTo>
                  <a:cubicBezTo>
                    <a:pt x="382" y="340"/>
                    <a:pt x="381" y="339"/>
                    <a:pt x="380" y="339"/>
                  </a:cubicBezTo>
                  <a:close/>
                  <a:moveTo>
                    <a:pt x="28" y="321"/>
                  </a:moveTo>
                  <a:cubicBezTo>
                    <a:pt x="26" y="318"/>
                    <a:pt x="27" y="314"/>
                    <a:pt x="30" y="313"/>
                  </a:cubicBezTo>
                  <a:cubicBezTo>
                    <a:pt x="33" y="311"/>
                    <a:pt x="37" y="312"/>
                    <a:pt x="38" y="315"/>
                  </a:cubicBezTo>
                  <a:cubicBezTo>
                    <a:pt x="40" y="318"/>
                    <a:pt x="39" y="321"/>
                    <a:pt x="36" y="323"/>
                  </a:cubicBezTo>
                  <a:cubicBezTo>
                    <a:pt x="35" y="323"/>
                    <a:pt x="34" y="324"/>
                    <a:pt x="33" y="324"/>
                  </a:cubicBezTo>
                  <a:cubicBezTo>
                    <a:pt x="31" y="324"/>
                    <a:pt x="29" y="323"/>
                    <a:pt x="28" y="321"/>
                  </a:cubicBezTo>
                  <a:close/>
                  <a:moveTo>
                    <a:pt x="397" y="312"/>
                  </a:moveTo>
                  <a:cubicBezTo>
                    <a:pt x="394" y="310"/>
                    <a:pt x="393" y="307"/>
                    <a:pt x="395" y="304"/>
                  </a:cubicBezTo>
                  <a:cubicBezTo>
                    <a:pt x="396" y="301"/>
                    <a:pt x="400" y="300"/>
                    <a:pt x="403" y="301"/>
                  </a:cubicBezTo>
                  <a:cubicBezTo>
                    <a:pt x="405" y="303"/>
                    <a:pt x="407" y="306"/>
                    <a:pt x="405" y="309"/>
                  </a:cubicBezTo>
                  <a:cubicBezTo>
                    <a:pt x="404" y="311"/>
                    <a:pt x="402" y="312"/>
                    <a:pt x="400" y="312"/>
                  </a:cubicBezTo>
                  <a:cubicBezTo>
                    <a:pt x="399" y="312"/>
                    <a:pt x="398" y="312"/>
                    <a:pt x="397" y="312"/>
                  </a:cubicBezTo>
                  <a:close/>
                  <a:moveTo>
                    <a:pt x="14" y="291"/>
                  </a:moveTo>
                  <a:cubicBezTo>
                    <a:pt x="13" y="288"/>
                    <a:pt x="14" y="285"/>
                    <a:pt x="17" y="283"/>
                  </a:cubicBezTo>
                  <a:cubicBezTo>
                    <a:pt x="20" y="282"/>
                    <a:pt x="24" y="284"/>
                    <a:pt x="25" y="287"/>
                  </a:cubicBezTo>
                  <a:cubicBezTo>
                    <a:pt x="26" y="290"/>
                    <a:pt x="24" y="293"/>
                    <a:pt x="21" y="294"/>
                  </a:cubicBezTo>
                  <a:cubicBezTo>
                    <a:pt x="21" y="295"/>
                    <a:pt x="20" y="295"/>
                    <a:pt x="19" y="295"/>
                  </a:cubicBezTo>
                  <a:cubicBezTo>
                    <a:pt x="17" y="295"/>
                    <a:pt x="15" y="293"/>
                    <a:pt x="14" y="291"/>
                  </a:cubicBezTo>
                  <a:close/>
                  <a:moveTo>
                    <a:pt x="410" y="282"/>
                  </a:moveTo>
                  <a:cubicBezTo>
                    <a:pt x="407" y="281"/>
                    <a:pt x="405" y="278"/>
                    <a:pt x="406" y="275"/>
                  </a:cubicBezTo>
                  <a:cubicBezTo>
                    <a:pt x="407" y="272"/>
                    <a:pt x="411" y="270"/>
                    <a:pt x="414" y="271"/>
                  </a:cubicBezTo>
                  <a:cubicBezTo>
                    <a:pt x="417" y="272"/>
                    <a:pt x="419" y="275"/>
                    <a:pt x="418" y="279"/>
                  </a:cubicBezTo>
                  <a:cubicBezTo>
                    <a:pt x="417" y="281"/>
                    <a:pt x="414" y="283"/>
                    <a:pt x="412" y="283"/>
                  </a:cubicBezTo>
                  <a:cubicBezTo>
                    <a:pt x="411" y="283"/>
                    <a:pt x="411" y="283"/>
                    <a:pt x="410" y="282"/>
                  </a:cubicBezTo>
                  <a:close/>
                  <a:moveTo>
                    <a:pt x="4" y="259"/>
                  </a:moveTo>
                  <a:cubicBezTo>
                    <a:pt x="4" y="256"/>
                    <a:pt x="6" y="253"/>
                    <a:pt x="9" y="252"/>
                  </a:cubicBezTo>
                  <a:cubicBezTo>
                    <a:pt x="12" y="252"/>
                    <a:pt x="15" y="254"/>
                    <a:pt x="16" y="257"/>
                  </a:cubicBezTo>
                  <a:cubicBezTo>
                    <a:pt x="16" y="260"/>
                    <a:pt x="14" y="263"/>
                    <a:pt x="11" y="264"/>
                  </a:cubicBezTo>
                  <a:cubicBezTo>
                    <a:pt x="11" y="264"/>
                    <a:pt x="10" y="264"/>
                    <a:pt x="10" y="264"/>
                  </a:cubicBezTo>
                  <a:cubicBezTo>
                    <a:pt x="7" y="264"/>
                    <a:pt x="5" y="262"/>
                    <a:pt x="4" y="259"/>
                  </a:cubicBezTo>
                  <a:close/>
                  <a:moveTo>
                    <a:pt x="418" y="251"/>
                  </a:moveTo>
                  <a:cubicBezTo>
                    <a:pt x="415" y="251"/>
                    <a:pt x="413" y="248"/>
                    <a:pt x="414" y="245"/>
                  </a:cubicBezTo>
                  <a:cubicBezTo>
                    <a:pt x="414" y="242"/>
                    <a:pt x="417" y="239"/>
                    <a:pt x="420" y="240"/>
                  </a:cubicBezTo>
                  <a:cubicBezTo>
                    <a:pt x="423" y="240"/>
                    <a:pt x="426" y="243"/>
                    <a:pt x="425" y="246"/>
                  </a:cubicBezTo>
                  <a:cubicBezTo>
                    <a:pt x="425" y="249"/>
                    <a:pt x="422" y="251"/>
                    <a:pt x="419" y="251"/>
                  </a:cubicBezTo>
                  <a:lnTo>
                    <a:pt x="418" y="251"/>
                  </a:lnTo>
                  <a:close/>
                  <a:moveTo>
                    <a:pt x="0" y="227"/>
                  </a:moveTo>
                  <a:cubicBezTo>
                    <a:pt x="0" y="227"/>
                    <a:pt x="0" y="227"/>
                    <a:pt x="0" y="227"/>
                  </a:cubicBezTo>
                  <a:cubicBezTo>
                    <a:pt x="0" y="224"/>
                    <a:pt x="2" y="221"/>
                    <a:pt x="5" y="221"/>
                  </a:cubicBezTo>
                  <a:cubicBezTo>
                    <a:pt x="9" y="220"/>
                    <a:pt x="11" y="223"/>
                    <a:pt x="11" y="226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12" y="229"/>
                    <a:pt x="9" y="232"/>
                    <a:pt x="6" y="232"/>
                  </a:cubicBezTo>
                  <a:cubicBezTo>
                    <a:pt x="6" y="232"/>
                    <a:pt x="6" y="232"/>
                    <a:pt x="6" y="232"/>
                  </a:cubicBezTo>
                  <a:cubicBezTo>
                    <a:pt x="3" y="232"/>
                    <a:pt x="0" y="230"/>
                    <a:pt x="0" y="227"/>
                  </a:cubicBezTo>
                  <a:close/>
                  <a:moveTo>
                    <a:pt x="416" y="214"/>
                  </a:moveTo>
                  <a:cubicBezTo>
                    <a:pt x="416" y="210"/>
                    <a:pt x="419" y="208"/>
                    <a:pt x="422" y="208"/>
                  </a:cubicBezTo>
                  <a:cubicBezTo>
                    <a:pt x="425" y="208"/>
                    <a:pt x="428" y="210"/>
                    <a:pt x="428" y="214"/>
                  </a:cubicBezTo>
                  <a:cubicBezTo>
                    <a:pt x="428" y="217"/>
                    <a:pt x="425" y="219"/>
                    <a:pt x="422" y="219"/>
                  </a:cubicBezTo>
                  <a:cubicBezTo>
                    <a:pt x="419" y="219"/>
                    <a:pt x="416" y="217"/>
                    <a:pt x="416" y="214"/>
                  </a:cubicBezTo>
                  <a:close/>
                  <a:moveTo>
                    <a:pt x="6" y="200"/>
                  </a:moveTo>
                  <a:cubicBezTo>
                    <a:pt x="2" y="200"/>
                    <a:pt x="0" y="197"/>
                    <a:pt x="0" y="194"/>
                  </a:cubicBezTo>
                  <a:cubicBezTo>
                    <a:pt x="1" y="191"/>
                    <a:pt x="3" y="188"/>
                    <a:pt x="7" y="189"/>
                  </a:cubicBezTo>
                  <a:cubicBezTo>
                    <a:pt x="10" y="189"/>
                    <a:pt x="12" y="192"/>
                    <a:pt x="12" y="195"/>
                  </a:cubicBezTo>
                  <a:cubicBezTo>
                    <a:pt x="12" y="198"/>
                    <a:pt x="9" y="200"/>
                    <a:pt x="6" y="200"/>
                  </a:cubicBezTo>
                  <a:close/>
                  <a:moveTo>
                    <a:pt x="414" y="189"/>
                  </a:moveTo>
                  <a:cubicBezTo>
                    <a:pt x="414" y="189"/>
                    <a:pt x="414" y="189"/>
                    <a:pt x="414" y="189"/>
                  </a:cubicBezTo>
                  <a:cubicBezTo>
                    <a:pt x="414" y="186"/>
                    <a:pt x="416" y="183"/>
                    <a:pt x="419" y="182"/>
                  </a:cubicBezTo>
                  <a:cubicBezTo>
                    <a:pt x="423" y="182"/>
                    <a:pt x="426" y="184"/>
                    <a:pt x="426" y="187"/>
                  </a:cubicBezTo>
                  <a:cubicBezTo>
                    <a:pt x="426" y="191"/>
                    <a:pt x="424" y="194"/>
                    <a:pt x="421" y="194"/>
                  </a:cubicBezTo>
                  <a:cubicBezTo>
                    <a:pt x="420" y="194"/>
                    <a:pt x="420" y="194"/>
                    <a:pt x="420" y="194"/>
                  </a:cubicBezTo>
                  <a:cubicBezTo>
                    <a:pt x="417" y="194"/>
                    <a:pt x="415" y="192"/>
                    <a:pt x="414" y="189"/>
                  </a:cubicBezTo>
                  <a:close/>
                  <a:moveTo>
                    <a:pt x="10" y="168"/>
                  </a:moveTo>
                  <a:cubicBezTo>
                    <a:pt x="7" y="168"/>
                    <a:pt x="5" y="165"/>
                    <a:pt x="6" y="161"/>
                  </a:cubicBezTo>
                  <a:cubicBezTo>
                    <a:pt x="7" y="158"/>
                    <a:pt x="10" y="156"/>
                    <a:pt x="13" y="157"/>
                  </a:cubicBezTo>
                  <a:cubicBezTo>
                    <a:pt x="16" y="158"/>
                    <a:pt x="18" y="161"/>
                    <a:pt x="17" y="164"/>
                  </a:cubicBezTo>
                  <a:cubicBezTo>
                    <a:pt x="17" y="167"/>
                    <a:pt x="14" y="169"/>
                    <a:pt x="12" y="169"/>
                  </a:cubicBezTo>
                  <a:cubicBezTo>
                    <a:pt x="11" y="169"/>
                    <a:pt x="11" y="169"/>
                    <a:pt x="10" y="168"/>
                  </a:cubicBezTo>
                  <a:close/>
                  <a:moveTo>
                    <a:pt x="408" y="158"/>
                  </a:moveTo>
                  <a:cubicBezTo>
                    <a:pt x="408" y="158"/>
                    <a:pt x="408" y="158"/>
                    <a:pt x="408" y="158"/>
                  </a:cubicBezTo>
                  <a:cubicBezTo>
                    <a:pt x="407" y="155"/>
                    <a:pt x="409" y="152"/>
                    <a:pt x="412" y="151"/>
                  </a:cubicBezTo>
                  <a:cubicBezTo>
                    <a:pt x="415" y="150"/>
                    <a:pt x="419" y="152"/>
                    <a:pt x="419" y="155"/>
                  </a:cubicBezTo>
                  <a:cubicBezTo>
                    <a:pt x="420" y="158"/>
                    <a:pt x="419" y="162"/>
                    <a:pt x="415" y="162"/>
                  </a:cubicBezTo>
                  <a:cubicBezTo>
                    <a:pt x="415" y="163"/>
                    <a:pt x="414" y="163"/>
                    <a:pt x="414" y="163"/>
                  </a:cubicBezTo>
                  <a:cubicBezTo>
                    <a:pt x="411" y="163"/>
                    <a:pt x="409" y="161"/>
                    <a:pt x="408" y="158"/>
                  </a:cubicBezTo>
                  <a:close/>
                  <a:moveTo>
                    <a:pt x="19" y="138"/>
                  </a:moveTo>
                  <a:cubicBezTo>
                    <a:pt x="16" y="137"/>
                    <a:pt x="15" y="133"/>
                    <a:pt x="16" y="130"/>
                  </a:cubicBezTo>
                  <a:cubicBezTo>
                    <a:pt x="18" y="127"/>
                    <a:pt x="21" y="126"/>
                    <a:pt x="24" y="127"/>
                  </a:cubicBezTo>
                  <a:cubicBezTo>
                    <a:pt x="27" y="128"/>
                    <a:pt x="28" y="132"/>
                    <a:pt x="27" y="135"/>
                  </a:cubicBezTo>
                  <a:cubicBezTo>
                    <a:pt x="26" y="137"/>
                    <a:pt x="24" y="138"/>
                    <a:pt x="22" y="138"/>
                  </a:cubicBezTo>
                  <a:cubicBezTo>
                    <a:pt x="21" y="138"/>
                    <a:pt x="20" y="138"/>
                    <a:pt x="19" y="138"/>
                  </a:cubicBezTo>
                  <a:close/>
                  <a:moveTo>
                    <a:pt x="397" y="129"/>
                  </a:moveTo>
                  <a:cubicBezTo>
                    <a:pt x="396" y="126"/>
                    <a:pt x="397" y="123"/>
                    <a:pt x="400" y="121"/>
                  </a:cubicBezTo>
                  <a:cubicBezTo>
                    <a:pt x="403" y="120"/>
                    <a:pt x="407" y="121"/>
                    <a:pt x="408" y="124"/>
                  </a:cubicBezTo>
                  <a:cubicBezTo>
                    <a:pt x="408" y="124"/>
                    <a:pt x="408" y="124"/>
                    <a:pt x="408" y="124"/>
                  </a:cubicBezTo>
                  <a:cubicBezTo>
                    <a:pt x="409" y="127"/>
                    <a:pt x="408" y="131"/>
                    <a:pt x="405" y="132"/>
                  </a:cubicBezTo>
                  <a:cubicBezTo>
                    <a:pt x="404" y="132"/>
                    <a:pt x="404" y="133"/>
                    <a:pt x="403" y="133"/>
                  </a:cubicBezTo>
                  <a:cubicBezTo>
                    <a:pt x="401" y="133"/>
                    <a:pt x="398" y="131"/>
                    <a:pt x="397" y="129"/>
                  </a:cubicBezTo>
                  <a:close/>
                  <a:moveTo>
                    <a:pt x="33" y="109"/>
                  </a:moveTo>
                  <a:cubicBezTo>
                    <a:pt x="31" y="107"/>
                    <a:pt x="30" y="104"/>
                    <a:pt x="32" y="101"/>
                  </a:cubicBezTo>
                  <a:cubicBezTo>
                    <a:pt x="33" y="98"/>
                    <a:pt x="37" y="97"/>
                    <a:pt x="40" y="99"/>
                  </a:cubicBezTo>
                  <a:cubicBezTo>
                    <a:pt x="42" y="101"/>
                    <a:pt x="43" y="104"/>
                    <a:pt x="41" y="107"/>
                  </a:cubicBezTo>
                  <a:cubicBezTo>
                    <a:pt x="40" y="109"/>
                    <a:pt x="38" y="110"/>
                    <a:pt x="36" y="110"/>
                  </a:cubicBezTo>
                  <a:cubicBezTo>
                    <a:pt x="35" y="110"/>
                    <a:pt x="34" y="110"/>
                    <a:pt x="33" y="109"/>
                  </a:cubicBezTo>
                  <a:close/>
                  <a:moveTo>
                    <a:pt x="382" y="102"/>
                  </a:moveTo>
                  <a:cubicBezTo>
                    <a:pt x="381" y="99"/>
                    <a:pt x="381" y="96"/>
                    <a:pt x="384" y="94"/>
                  </a:cubicBezTo>
                  <a:cubicBezTo>
                    <a:pt x="387" y="92"/>
                    <a:pt x="390" y="93"/>
                    <a:pt x="392" y="96"/>
                  </a:cubicBezTo>
                  <a:cubicBezTo>
                    <a:pt x="394" y="98"/>
                    <a:pt x="393" y="102"/>
                    <a:pt x="390" y="104"/>
                  </a:cubicBezTo>
                  <a:cubicBezTo>
                    <a:pt x="389" y="104"/>
                    <a:pt x="388" y="105"/>
                    <a:pt x="387" y="105"/>
                  </a:cubicBezTo>
                  <a:cubicBezTo>
                    <a:pt x="385" y="105"/>
                    <a:pt x="383" y="104"/>
                    <a:pt x="382" y="102"/>
                  </a:cubicBezTo>
                  <a:close/>
                  <a:moveTo>
                    <a:pt x="52" y="83"/>
                  </a:moveTo>
                  <a:cubicBezTo>
                    <a:pt x="49" y="80"/>
                    <a:pt x="49" y="77"/>
                    <a:pt x="51" y="74"/>
                  </a:cubicBezTo>
                  <a:cubicBezTo>
                    <a:pt x="53" y="72"/>
                    <a:pt x="57" y="72"/>
                    <a:pt x="59" y="74"/>
                  </a:cubicBezTo>
                  <a:cubicBezTo>
                    <a:pt x="62" y="76"/>
                    <a:pt x="62" y="79"/>
                    <a:pt x="60" y="82"/>
                  </a:cubicBezTo>
                  <a:cubicBezTo>
                    <a:pt x="59" y="83"/>
                    <a:pt x="57" y="84"/>
                    <a:pt x="55" y="84"/>
                  </a:cubicBezTo>
                  <a:cubicBezTo>
                    <a:pt x="54" y="84"/>
                    <a:pt x="53" y="83"/>
                    <a:pt x="52" y="83"/>
                  </a:cubicBezTo>
                  <a:close/>
                  <a:moveTo>
                    <a:pt x="363" y="77"/>
                  </a:moveTo>
                  <a:cubicBezTo>
                    <a:pt x="363" y="77"/>
                    <a:pt x="363" y="77"/>
                    <a:pt x="363" y="77"/>
                  </a:cubicBezTo>
                  <a:cubicBezTo>
                    <a:pt x="361" y="75"/>
                    <a:pt x="361" y="71"/>
                    <a:pt x="364" y="69"/>
                  </a:cubicBezTo>
                  <a:cubicBezTo>
                    <a:pt x="366" y="67"/>
                    <a:pt x="370" y="67"/>
                    <a:pt x="372" y="70"/>
                  </a:cubicBezTo>
                  <a:cubicBezTo>
                    <a:pt x="374" y="72"/>
                    <a:pt x="374" y="76"/>
                    <a:pt x="371" y="78"/>
                  </a:cubicBezTo>
                  <a:cubicBezTo>
                    <a:pt x="370" y="79"/>
                    <a:pt x="369" y="79"/>
                    <a:pt x="367" y="79"/>
                  </a:cubicBezTo>
                  <a:cubicBezTo>
                    <a:pt x="366" y="79"/>
                    <a:pt x="364" y="79"/>
                    <a:pt x="363" y="77"/>
                  </a:cubicBezTo>
                  <a:close/>
                  <a:moveTo>
                    <a:pt x="74" y="59"/>
                  </a:moveTo>
                  <a:cubicBezTo>
                    <a:pt x="72" y="57"/>
                    <a:pt x="72" y="53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7" y="49"/>
                    <a:pt x="80" y="49"/>
                    <a:pt x="83" y="52"/>
                  </a:cubicBezTo>
                  <a:cubicBezTo>
                    <a:pt x="85" y="54"/>
                    <a:pt x="84" y="58"/>
                    <a:pt x="82" y="60"/>
                  </a:cubicBezTo>
                  <a:cubicBezTo>
                    <a:pt x="81" y="61"/>
                    <a:pt x="79" y="61"/>
                    <a:pt x="78" y="61"/>
                  </a:cubicBezTo>
                  <a:cubicBezTo>
                    <a:pt x="76" y="61"/>
                    <a:pt x="75" y="61"/>
                    <a:pt x="74" y="59"/>
                  </a:cubicBezTo>
                  <a:close/>
                  <a:moveTo>
                    <a:pt x="340" y="56"/>
                  </a:moveTo>
                  <a:cubicBezTo>
                    <a:pt x="338" y="54"/>
                    <a:pt x="338" y="50"/>
                    <a:pt x="340" y="48"/>
                  </a:cubicBezTo>
                  <a:cubicBezTo>
                    <a:pt x="342" y="45"/>
                    <a:pt x="345" y="45"/>
                    <a:pt x="348" y="47"/>
                  </a:cubicBezTo>
                  <a:cubicBezTo>
                    <a:pt x="350" y="49"/>
                    <a:pt x="351" y="53"/>
                    <a:pt x="349" y="55"/>
                  </a:cubicBezTo>
                  <a:cubicBezTo>
                    <a:pt x="348" y="57"/>
                    <a:pt x="346" y="57"/>
                    <a:pt x="344" y="57"/>
                  </a:cubicBezTo>
                  <a:cubicBezTo>
                    <a:pt x="343" y="57"/>
                    <a:pt x="342" y="57"/>
                    <a:pt x="340" y="56"/>
                  </a:cubicBezTo>
                  <a:close/>
                  <a:moveTo>
                    <a:pt x="99" y="40"/>
                  </a:moveTo>
                  <a:cubicBezTo>
                    <a:pt x="97" y="37"/>
                    <a:pt x="98" y="33"/>
                    <a:pt x="101" y="32"/>
                  </a:cubicBezTo>
                  <a:cubicBezTo>
                    <a:pt x="104" y="30"/>
                    <a:pt x="107" y="31"/>
                    <a:pt x="109" y="33"/>
                  </a:cubicBezTo>
                  <a:cubicBezTo>
                    <a:pt x="111" y="36"/>
                    <a:pt x="110" y="40"/>
                    <a:pt x="107" y="42"/>
                  </a:cubicBezTo>
                  <a:cubicBezTo>
                    <a:pt x="106" y="42"/>
                    <a:pt x="105" y="42"/>
                    <a:pt x="104" y="42"/>
                  </a:cubicBezTo>
                  <a:cubicBezTo>
                    <a:pt x="102" y="42"/>
                    <a:pt x="100" y="41"/>
                    <a:pt x="99" y="40"/>
                  </a:cubicBezTo>
                  <a:close/>
                  <a:moveTo>
                    <a:pt x="315" y="38"/>
                  </a:moveTo>
                  <a:cubicBezTo>
                    <a:pt x="312" y="37"/>
                    <a:pt x="311" y="33"/>
                    <a:pt x="313" y="30"/>
                  </a:cubicBezTo>
                  <a:cubicBezTo>
                    <a:pt x="314" y="28"/>
                    <a:pt x="318" y="27"/>
                    <a:pt x="321" y="28"/>
                  </a:cubicBezTo>
                  <a:cubicBezTo>
                    <a:pt x="323" y="30"/>
                    <a:pt x="324" y="33"/>
                    <a:pt x="323" y="36"/>
                  </a:cubicBezTo>
                  <a:cubicBezTo>
                    <a:pt x="322" y="38"/>
                    <a:pt x="320" y="39"/>
                    <a:pt x="318" y="39"/>
                  </a:cubicBezTo>
                  <a:cubicBezTo>
                    <a:pt x="317" y="39"/>
                    <a:pt x="316" y="39"/>
                    <a:pt x="315" y="38"/>
                  </a:cubicBezTo>
                  <a:close/>
                  <a:moveTo>
                    <a:pt x="127" y="24"/>
                  </a:moveTo>
                  <a:cubicBezTo>
                    <a:pt x="126" y="21"/>
                    <a:pt x="127" y="18"/>
                    <a:pt x="130" y="16"/>
                  </a:cubicBezTo>
                  <a:cubicBezTo>
                    <a:pt x="133" y="15"/>
                    <a:pt x="136" y="17"/>
                    <a:pt x="138" y="20"/>
                  </a:cubicBezTo>
                  <a:cubicBezTo>
                    <a:pt x="139" y="23"/>
                    <a:pt x="138" y="26"/>
                    <a:pt x="135" y="27"/>
                  </a:cubicBezTo>
                  <a:cubicBezTo>
                    <a:pt x="134" y="28"/>
                    <a:pt x="133" y="28"/>
                    <a:pt x="132" y="28"/>
                  </a:cubicBezTo>
                  <a:cubicBezTo>
                    <a:pt x="130" y="28"/>
                    <a:pt x="128" y="26"/>
                    <a:pt x="127" y="24"/>
                  </a:cubicBezTo>
                  <a:close/>
                  <a:moveTo>
                    <a:pt x="287" y="25"/>
                  </a:moveTo>
                  <a:cubicBezTo>
                    <a:pt x="284" y="24"/>
                    <a:pt x="282" y="20"/>
                    <a:pt x="283" y="17"/>
                  </a:cubicBezTo>
                  <a:cubicBezTo>
                    <a:pt x="285" y="14"/>
                    <a:pt x="288" y="13"/>
                    <a:pt x="291" y="14"/>
                  </a:cubicBezTo>
                  <a:cubicBezTo>
                    <a:pt x="294" y="15"/>
                    <a:pt x="295" y="19"/>
                    <a:pt x="294" y="22"/>
                  </a:cubicBezTo>
                  <a:cubicBezTo>
                    <a:pt x="293" y="24"/>
                    <a:pt x="291" y="25"/>
                    <a:pt x="289" y="25"/>
                  </a:cubicBezTo>
                  <a:cubicBezTo>
                    <a:pt x="288" y="25"/>
                    <a:pt x="287" y="25"/>
                    <a:pt x="287" y="25"/>
                  </a:cubicBezTo>
                  <a:close/>
                  <a:moveTo>
                    <a:pt x="157" y="13"/>
                  </a:moveTo>
                  <a:cubicBezTo>
                    <a:pt x="156" y="10"/>
                    <a:pt x="158" y="7"/>
                    <a:pt x="161" y="6"/>
                  </a:cubicBezTo>
                  <a:cubicBezTo>
                    <a:pt x="164" y="5"/>
                    <a:pt x="168" y="7"/>
                    <a:pt x="168" y="10"/>
                  </a:cubicBezTo>
                  <a:cubicBezTo>
                    <a:pt x="169" y="13"/>
                    <a:pt x="167" y="17"/>
                    <a:pt x="164" y="17"/>
                  </a:cubicBezTo>
                  <a:cubicBezTo>
                    <a:pt x="164" y="17"/>
                    <a:pt x="163" y="17"/>
                    <a:pt x="163" y="17"/>
                  </a:cubicBezTo>
                  <a:cubicBezTo>
                    <a:pt x="160" y="17"/>
                    <a:pt x="158" y="16"/>
                    <a:pt x="157" y="13"/>
                  </a:cubicBezTo>
                  <a:close/>
                  <a:moveTo>
                    <a:pt x="257" y="16"/>
                  </a:moveTo>
                  <a:cubicBezTo>
                    <a:pt x="254" y="15"/>
                    <a:pt x="252" y="12"/>
                    <a:pt x="252" y="9"/>
                  </a:cubicBezTo>
                  <a:cubicBezTo>
                    <a:pt x="253" y="6"/>
                    <a:pt x="256" y="4"/>
                    <a:pt x="259" y="5"/>
                  </a:cubicBezTo>
                  <a:cubicBezTo>
                    <a:pt x="263" y="5"/>
                    <a:pt x="265" y="8"/>
                    <a:pt x="264" y="11"/>
                  </a:cubicBezTo>
                  <a:cubicBezTo>
                    <a:pt x="263" y="14"/>
                    <a:pt x="261" y="16"/>
                    <a:pt x="258" y="16"/>
                  </a:cubicBezTo>
                  <a:cubicBezTo>
                    <a:pt x="258" y="16"/>
                    <a:pt x="257" y="16"/>
                    <a:pt x="257" y="16"/>
                  </a:cubicBezTo>
                  <a:close/>
                  <a:moveTo>
                    <a:pt x="189" y="7"/>
                  </a:moveTo>
                  <a:cubicBezTo>
                    <a:pt x="188" y="4"/>
                    <a:pt x="191" y="1"/>
                    <a:pt x="194" y="0"/>
                  </a:cubicBezTo>
                  <a:cubicBezTo>
                    <a:pt x="197" y="0"/>
                    <a:pt x="200" y="3"/>
                    <a:pt x="200" y="6"/>
                  </a:cubicBezTo>
                  <a:cubicBezTo>
                    <a:pt x="200" y="9"/>
                    <a:pt x="198" y="12"/>
                    <a:pt x="195" y="12"/>
                  </a:cubicBezTo>
                  <a:cubicBezTo>
                    <a:pt x="194" y="12"/>
                    <a:pt x="194" y="12"/>
                    <a:pt x="194" y="12"/>
                  </a:cubicBezTo>
                  <a:cubicBezTo>
                    <a:pt x="191" y="12"/>
                    <a:pt x="189" y="10"/>
                    <a:pt x="189" y="7"/>
                  </a:cubicBezTo>
                  <a:close/>
                  <a:moveTo>
                    <a:pt x="226" y="12"/>
                  </a:moveTo>
                  <a:cubicBezTo>
                    <a:pt x="223" y="11"/>
                    <a:pt x="220" y="9"/>
                    <a:pt x="221" y="5"/>
                  </a:cubicBezTo>
                  <a:cubicBezTo>
                    <a:pt x="221" y="2"/>
                    <a:pt x="224" y="0"/>
                    <a:pt x="227" y="0"/>
                  </a:cubicBezTo>
                  <a:cubicBezTo>
                    <a:pt x="230" y="0"/>
                    <a:pt x="232" y="3"/>
                    <a:pt x="232" y="6"/>
                  </a:cubicBezTo>
                  <a:cubicBezTo>
                    <a:pt x="232" y="9"/>
                    <a:pt x="229" y="12"/>
                    <a:pt x="226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5913438" y="4510088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371" h="371" extrusionOk="0">
                  <a:moveTo>
                    <a:pt x="186" y="371"/>
                  </a:moveTo>
                  <a:cubicBezTo>
                    <a:pt x="83" y="371"/>
                    <a:pt x="0" y="288"/>
                    <a:pt x="0" y="186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6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"/>
                  </a:moveTo>
                  <a:cubicBezTo>
                    <a:pt x="88" y="8"/>
                    <a:pt x="8" y="88"/>
                    <a:pt x="8" y="186"/>
                  </a:cubicBezTo>
                  <a:cubicBezTo>
                    <a:pt x="8" y="283"/>
                    <a:pt x="88" y="363"/>
                    <a:pt x="186" y="363"/>
                  </a:cubicBezTo>
                  <a:cubicBezTo>
                    <a:pt x="283" y="363"/>
                    <a:pt x="363" y="283"/>
                    <a:pt x="363" y="186"/>
                  </a:cubicBezTo>
                  <a:cubicBezTo>
                    <a:pt x="363" y="88"/>
                    <a:pt x="283" y="8"/>
                    <a:pt x="186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7"/>
            <p:cNvSpPr/>
            <p:nvPr/>
          </p:nvSpPr>
          <p:spPr>
            <a:xfrm>
              <a:off x="5978525" y="4573588"/>
              <a:ext cx="496888" cy="498475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8" y="295"/>
                  </a:moveTo>
                  <a:cubicBezTo>
                    <a:pt x="66" y="295"/>
                    <a:pt x="0" y="229"/>
                    <a:pt x="0" y="148"/>
                  </a:cubicBezTo>
                  <a:cubicBezTo>
                    <a:pt x="0" y="66"/>
                    <a:pt x="66" y="0"/>
                    <a:pt x="148" y="0"/>
                  </a:cubicBezTo>
                  <a:cubicBezTo>
                    <a:pt x="229" y="0"/>
                    <a:pt x="295" y="66"/>
                    <a:pt x="295" y="148"/>
                  </a:cubicBezTo>
                  <a:cubicBezTo>
                    <a:pt x="295" y="229"/>
                    <a:pt x="229" y="295"/>
                    <a:pt x="148" y="295"/>
                  </a:cubicBezTo>
                  <a:close/>
                  <a:moveTo>
                    <a:pt x="148" y="31"/>
                  </a:moveTo>
                  <a:cubicBezTo>
                    <a:pt x="83" y="31"/>
                    <a:pt x="31" y="83"/>
                    <a:pt x="31" y="148"/>
                  </a:cubicBezTo>
                  <a:cubicBezTo>
                    <a:pt x="31" y="212"/>
                    <a:pt x="83" y="264"/>
                    <a:pt x="148" y="264"/>
                  </a:cubicBezTo>
                  <a:cubicBezTo>
                    <a:pt x="212" y="264"/>
                    <a:pt x="264" y="212"/>
                    <a:pt x="264" y="148"/>
                  </a:cubicBezTo>
                  <a:cubicBezTo>
                    <a:pt x="264" y="83"/>
                    <a:pt x="212" y="31"/>
                    <a:pt x="148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1" name="Google Shape;291;p7"/>
          <p:cNvGrpSpPr/>
          <p:nvPr/>
        </p:nvGrpSpPr>
        <p:grpSpPr>
          <a:xfrm>
            <a:off x="715175" y="3353343"/>
            <a:ext cx="8428828" cy="1790153"/>
            <a:chOff x="715175" y="3353343"/>
            <a:chExt cx="8428828" cy="1790153"/>
          </a:xfrm>
        </p:grpSpPr>
        <p:grpSp>
          <p:nvGrpSpPr>
            <p:cNvPr id="292" name="Google Shape;292;p7"/>
            <p:cNvGrpSpPr/>
            <p:nvPr/>
          </p:nvGrpSpPr>
          <p:grpSpPr>
            <a:xfrm>
              <a:off x="7356018" y="3353343"/>
              <a:ext cx="1787985" cy="1790153"/>
              <a:chOff x="4087813" y="1714500"/>
              <a:chExt cx="1309688" cy="1311275"/>
            </a:xfrm>
          </p:grpSpPr>
          <p:sp>
            <p:nvSpPr>
              <p:cNvPr id="293" name="Google Shape;293;p7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7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7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7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7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7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7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01" name="Google Shape;301;p7"/>
            <p:cNvCxnSpPr/>
            <p:nvPr/>
          </p:nvCxnSpPr>
          <p:spPr>
            <a:xfrm>
              <a:off x="715175" y="4873700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2" name="Google Shape;302;p7"/>
          <p:cNvSpPr txBox="1">
            <a:spLocks noGrp="1"/>
          </p:cNvSpPr>
          <p:nvPr>
            <p:ph type="title"/>
          </p:nvPr>
        </p:nvSpPr>
        <p:spPr>
          <a:xfrm>
            <a:off x="4135975" y="878850"/>
            <a:ext cx="37035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7"/>
          <p:cNvSpPr txBox="1">
            <a:spLocks noGrp="1"/>
          </p:cNvSpPr>
          <p:nvPr>
            <p:ph type="subTitle" idx="1"/>
          </p:nvPr>
        </p:nvSpPr>
        <p:spPr>
          <a:xfrm>
            <a:off x="4135975" y="196635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04" name="Google Shape;304;p7"/>
          <p:cNvSpPr>
            <a:spLocks noGrp="1"/>
          </p:cNvSpPr>
          <p:nvPr>
            <p:ph type="pic" idx="2"/>
          </p:nvPr>
        </p:nvSpPr>
        <p:spPr>
          <a:xfrm>
            <a:off x="713225" y="539500"/>
            <a:ext cx="2787000" cy="4064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07" name="Google Shape;307;p8"/>
          <p:cNvGrpSpPr/>
          <p:nvPr/>
        </p:nvGrpSpPr>
        <p:grpSpPr>
          <a:xfrm flipH="1">
            <a:off x="6" y="118"/>
            <a:ext cx="8943739" cy="4997799"/>
            <a:chOff x="200264" y="118"/>
            <a:chExt cx="8943739" cy="4997799"/>
          </a:xfrm>
        </p:grpSpPr>
        <p:grpSp>
          <p:nvGrpSpPr>
            <p:cNvPr id="308" name="Google Shape;308;p8"/>
            <p:cNvGrpSpPr/>
            <p:nvPr/>
          </p:nvGrpSpPr>
          <p:grpSpPr>
            <a:xfrm rot="10800000" flipH="1">
              <a:off x="7356018" y="118"/>
              <a:ext cx="1787985" cy="1790153"/>
              <a:chOff x="4087813" y="1714500"/>
              <a:chExt cx="1309688" cy="1311275"/>
            </a:xfrm>
          </p:grpSpPr>
          <p:sp>
            <p:nvSpPr>
              <p:cNvPr id="309" name="Google Shape;309;p8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8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8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8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8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7" name="Google Shape;317;p8"/>
            <p:cNvGrpSpPr/>
            <p:nvPr/>
          </p:nvGrpSpPr>
          <p:grpSpPr>
            <a:xfrm>
              <a:off x="200264" y="4749486"/>
              <a:ext cx="1025928" cy="248431"/>
              <a:chOff x="4287838" y="1025525"/>
              <a:chExt cx="708025" cy="171450"/>
            </a:xfrm>
          </p:grpSpPr>
          <p:sp>
            <p:nvSpPr>
              <p:cNvPr id="318" name="Google Shape;318;p8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8" name="Google Shape;328;p8"/>
          <p:cNvGrpSpPr/>
          <p:nvPr/>
        </p:nvGrpSpPr>
        <p:grpSpPr>
          <a:xfrm flipH="1">
            <a:off x="8577875" y="170821"/>
            <a:ext cx="738953" cy="737378"/>
            <a:chOff x="1120775" y="368300"/>
            <a:chExt cx="744538" cy="742950"/>
          </a:xfrm>
        </p:grpSpPr>
        <p:sp>
          <p:nvSpPr>
            <p:cNvPr id="329" name="Google Shape;329;p8"/>
            <p:cNvSpPr/>
            <p:nvPr/>
          </p:nvSpPr>
          <p:spPr>
            <a:xfrm>
              <a:off x="1120775" y="739775"/>
              <a:ext cx="60325" cy="157163"/>
            </a:xfrm>
            <a:custGeom>
              <a:avLst/>
              <a:gdLst/>
              <a:ahLst/>
              <a:cxnLst/>
              <a:rect l="l" t="t" r="r" b="b"/>
              <a:pathLst>
                <a:path w="36" h="94" extrusionOk="0">
                  <a:moveTo>
                    <a:pt x="21" y="94"/>
                  </a:moveTo>
                  <a:cubicBezTo>
                    <a:pt x="7" y="64"/>
                    <a:pt x="0" y="33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0"/>
                    <a:pt x="23" y="59"/>
                    <a:pt x="36" y="87"/>
                  </a:cubicBezTo>
                  <a:lnTo>
                    <a:pt x="21" y="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8"/>
            <p:cNvSpPr/>
            <p:nvPr/>
          </p:nvSpPr>
          <p:spPr>
            <a:xfrm>
              <a:off x="1184275" y="930275"/>
              <a:ext cx="127000" cy="125413"/>
            </a:xfrm>
            <a:custGeom>
              <a:avLst/>
              <a:gdLst/>
              <a:ahLst/>
              <a:cxnLst/>
              <a:rect l="l" t="t" r="r" b="b"/>
              <a:pathLst>
                <a:path w="76" h="75" extrusionOk="0">
                  <a:moveTo>
                    <a:pt x="67" y="75"/>
                  </a:moveTo>
                  <a:cubicBezTo>
                    <a:pt x="41" y="58"/>
                    <a:pt x="17" y="35"/>
                    <a:pt x="0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0" y="24"/>
                    <a:pt x="51" y="45"/>
                    <a:pt x="76" y="61"/>
                  </a:cubicBezTo>
                  <a:lnTo>
                    <a:pt x="67" y="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8"/>
            <p:cNvSpPr/>
            <p:nvPr/>
          </p:nvSpPr>
          <p:spPr>
            <a:xfrm>
              <a:off x="1341438" y="1054100"/>
              <a:ext cx="69850" cy="46037"/>
            </a:xfrm>
            <a:custGeom>
              <a:avLst/>
              <a:gdLst/>
              <a:ahLst/>
              <a:cxnLst/>
              <a:rect l="l" t="t" r="r" b="b"/>
              <a:pathLst>
                <a:path w="41" h="27" extrusionOk="0">
                  <a:moveTo>
                    <a:pt x="37" y="27"/>
                  </a:moveTo>
                  <a:cubicBezTo>
                    <a:pt x="25" y="24"/>
                    <a:pt x="12" y="20"/>
                    <a:pt x="0" y="1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5"/>
                    <a:pt x="30" y="9"/>
                    <a:pt x="41" y="11"/>
                  </a:cubicBezTo>
                  <a:lnTo>
                    <a:pt x="37" y="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8"/>
            <p:cNvSpPr/>
            <p:nvPr/>
          </p:nvSpPr>
          <p:spPr>
            <a:xfrm>
              <a:off x="1447800" y="1057275"/>
              <a:ext cx="187325" cy="53975"/>
            </a:xfrm>
            <a:custGeom>
              <a:avLst/>
              <a:gdLst/>
              <a:ahLst/>
              <a:cxnLst/>
              <a:rect l="l" t="t" r="r" b="b"/>
              <a:pathLst>
                <a:path w="111" h="32" extrusionOk="0">
                  <a:moveTo>
                    <a:pt x="27" y="32"/>
                  </a:moveTo>
                  <a:cubicBezTo>
                    <a:pt x="18" y="32"/>
                    <a:pt x="9" y="31"/>
                    <a:pt x="0" y="3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0" y="15"/>
                    <a:pt x="18" y="15"/>
                    <a:pt x="27" y="15"/>
                  </a:cubicBezTo>
                  <a:cubicBezTo>
                    <a:pt x="54" y="15"/>
                    <a:pt x="80" y="10"/>
                    <a:pt x="104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84" y="26"/>
                    <a:pt x="56" y="32"/>
                    <a:pt x="27" y="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8"/>
            <p:cNvSpPr/>
            <p:nvPr/>
          </p:nvSpPr>
          <p:spPr>
            <a:xfrm>
              <a:off x="1681163" y="923925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9" y="75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4" y="46"/>
                    <a:pt x="45" y="24"/>
                    <a:pt x="61" y="0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58" y="35"/>
                    <a:pt x="35" y="58"/>
                    <a:pt x="9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1830388" y="668338"/>
              <a:ext cx="34925" cy="142875"/>
            </a:xfrm>
            <a:custGeom>
              <a:avLst/>
              <a:gdLst/>
              <a:ahLst/>
              <a:cxnLst/>
              <a:rect l="l" t="t" r="r" b="b"/>
              <a:pathLst>
                <a:path w="20" h="85" extrusionOk="0">
                  <a:moveTo>
                    <a:pt x="16" y="8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" y="69"/>
                    <a:pt x="4" y="56"/>
                    <a:pt x="4" y="42"/>
                  </a:cubicBezTo>
                  <a:cubicBezTo>
                    <a:pt x="4" y="29"/>
                    <a:pt x="2" y="16"/>
                    <a:pt x="0" y="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14"/>
                    <a:pt x="20" y="28"/>
                    <a:pt x="20" y="42"/>
                  </a:cubicBezTo>
                  <a:cubicBezTo>
                    <a:pt x="20" y="57"/>
                    <a:pt x="19" y="71"/>
                    <a:pt x="16" y="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8"/>
            <p:cNvSpPr/>
            <p:nvPr/>
          </p:nvSpPr>
          <p:spPr>
            <a:xfrm>
              <a:off x="1695450" y="438150"/>
              <a:ext cx="144463" cy="174625"/>
            </a:xfrm>
            <a:custGeom>
              <a:avLst/>
              <a:gdLst/>
              <a:ahLst/>
              <a:cxnLst/>
              <a:rect l="l" t="t" r="r" b="b"/>
              <a:pathLst>
                <a:path w="85" h="103" extrusionOk="0">
                  <a:moveTo>
                    <a:pt x="70" y="103"/>
                  </a:moveTo>
                  <a:cubicBezTo>
                    <a:pt x="55" y="67"/>
                    <a:pt x="31" y="36"/>
                    <a:pt x="0" y="1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4" y="25"/>
                    <a:pt x="70" y="58"/>
                    <a:pt x="85" y="97"/>
                  </a:cubicBezTo>
                  <a:lnTo>
                    <a:pt x="70" y="1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8"/>
            <p:cNvSpPr/>
            <p:nvPr/>
          </p:nvSpPr>
          <p:spPr>
            <a:xfrm>
              <a:off x="1449388" y="368300"/>
              <a:ext cx="228600" cy="71438"/>
            </a:xfrm>
            <a:custGeom>
              <a:avLst/>
              <a:gdLst/>
              <a:ahLst/>
              <a:cxnLst/>
              <a:rect l="l" t="t" r="r" b="b"/>
              <a:pathLst>
                <a:path w="135" h="43" extrusionOk="0">
                  <a:moveTo>
                    <a:pt x="127" y="43"/>
                  </a:moveTo>
                  <a:cubicBezTo>
                    <a:pt x="96" y="26"/>
                    <a:pt x="61" y="16"/>
                    <a:pt x="26" y="16"/>
                  </a:cubicBezTo>
                  <a:cubicBezTo>
                    <a:pt x="18" y="16"/>
                    <a:pt x="10" y="17"/>
                    <a:pt x="2" y="18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9" y="0"/>
                    <a:pt x="17" y="0"/>
                    <a:pt x="26" y="0"/>
                  </a:cubicBezTo>
                  <a:cubicBezTo>
                    <a:pt x="64" y="0"/>
                    <a:pt x="102" y="10"/>
                    <a:pt x="135" y="29"/>
                  </a:cubicBezTo>
                  <a:lnTo>
                    <a:pt x="127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1296988" y="377825"/>
              <a:ext cx="114300" cy="69850"/>
            </a:xfrm>
            <a:custGeom>
              <a:avLst/>
              <a:gdLst/>
              <a:ahLst/>
              <a:cxnLst/>
              <a:rect l="l" t="t" r="r" b="b"/>
              <a:pathLst>
                <a:path w="68" h="41" extrusionOk="0">
                  <a:moveTo>
                    <a:pt x="9" y="41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20" y="15"/>
                    <a:pt x="42" y="6"/>
                    <a:pt x="64" y="0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47" y="21"/>
                    <a:pt x="28" y="30"/>
                    <a:pt x="9" y="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8"/>
            <p:cNvSpPr/>
            <p:nvPr/>
          </p:nvSpPr>
          <p:spPr>
            <a:xfrm>
              <a:off x="1127125" y="468313"/>
              <a:ext cx="130175" cy="206375"/>
            </a:xfrm>
            <a:custGeom>
              <a:avLst/>
              <a:gdLst/>
              <a:ahLst/>
              <a:cxnLst/>
              <a:rect l="l" t="t" r="r" b="b"/>
              <a:pathLst>
                <a:path w="77" h="122" extrusionOk="0">
                  <a:moveTo>
                    <a:pt x="16" y="122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9" y="73"/>
                    <a:pt x="31" y="32"/>
                    <a:pt x="65" y="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45" y="42"/>
                    <a:pt x="24" y="80"/>
                    <a:pt x="16" y="1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8"/>
            <p:cNvSpPr/>
            <p:nvPr/>
          </p:nvSpPr>
          <p:spPr>
            <a:xfrm>
              <a:off x="1192213" y="847725"/>
              <a:ext cx="80963" cy="109538"/>
            </a:xfrm>
            <a:custGeom>
              <a:avLst/>
              <a:gdLst/>
              <a:ahLst/>
              <a:cxnLst/>
              <a:rect l="l" t="t" r="r" b="b"/>
              <a:pathLst>
                <a:path w="48" h="65" extrusionOk="0">
                  <a:moveTo>
                    <a:pt x="38" y="65"/>
                  </a:moveTo>
                  <a:cubicBezTo>
                    <a:pt x="21" y="47"/>
                    <a:pt x="9" y="27"/>
                    <a:pt x="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21"/>
                    <a:pt x="33" y="39"/>
                    <a:pt x="48" y="56"/>
                  </a:cubicBezTo>
                  <a:lnTo>
                    <a:pt x="38" y="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8"/>
            <p:cNvSpPr/>
            <p:nvPr/>
          </p:nvSpPr>
          <p:spPr>
            <a:xfrm>
              <a:off x="1284288" y="966788"/>
              <a:ext cx="209550" cy="93663"/>
            </a:xfrm>
            <a:custGeom>
              <a:avLst/>
              <a:gdLst/>
              <a:ahLst/>
              <a:cxnLst/>
              <a:rect l="l" t="t" r="r" b="b"/>
              <a:pathLst>
                <a:path w="124" h="56" extrusionOk="0">
                  <a:moveTo>
                    <a:pt x="124" y="56"/>
                  </a:moveTo>
                  <a:cubicBezTo>
                    <a:pt x="78" y="56"/>
                    <a:pt x="34" y="40"/>
                    <a:pt x="0" y="1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1" y="28"/>
                    <a:pt x="82" y="43"/>
                    <a:pt x="124" y="43"/>
                  </a:cubicBezTo>
                  <a:lnTo>
                    <a:pt x="124" y="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8"/>
            <p:cNvSpPr/>
            <p:nvPr/>
          </p:nvSpPr>
          <p:spPr>
            <a:xfrm>
              <a:off x="1555750" y="963613"/>
              <a:ext cx="150813" cy="90488"/>
            </a:xfrm>
            <a:custGeom>
              <a:avLst/>
              <a:gdLst/>
              <a:ahLst/>
              <a:cxnLst/>
              <a:rect l="l" t="t" r="r" b="b"/>
              <a:pathLst>
                <a:path w="89" h="54" extrusionOk="0">
                  <a:moveTo>
                    <a:pt x="3" y="54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30" y="34"/>
                    <a:pt x="57" y="20"/>
                    <a:pt x="80" y="0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65" y="32"/>
                    <a:pt x="35" y="47"/>
                    <a:pt x="3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8"/>
            <p:cNvSpPr/>
            <p:nvPr/>
          </p:nvSpPr>
          <p:spPr>
            <a:xfrm>
              <a:off x="1714500" y="839788"/>
              <a:ext cx="82550" cy="117475"/>
            </a:xfrm>
            <a:custGeom>
              <a:avLst/>
              <a:gdLst/>
              <a:ahLst/>
              <a:cxnLst/>
              <a:rect l="l" t="t" r="r" b="b"/>
              <a:pathLst>
                <a:path w="49" h="69" extrusionOk="0">
                  <a:moveTo>
                    <a:pt x="10" y="69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6" y="42"/>
                    <a:pt x="28" y="22"/>
                    <a:pt x="36" y="0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0" y="29"/>
                    <a:pt x="27" y="50"/>
                    <a:pt x="10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1784350" y="663575"/>
              <a:ext cx="31750" cy="133350"/>
            </a:xfrm>
            <a:custGeom>
              <a:avLst/>
              <a:gdLst/>
              <a:ahLst/>
              <a:cxnLst/>
              <a:rect l="l" t="t" r="r" b="b"/>
              <a:pathLst>
                <a:path w="19" h="79" extrusionOk="0">
                  <a:moveTo>
                    <a:pt x="16" y="79"/>
                  </a:moveTo>
                  <a:cubicBezTo>
                    <a:pt x="2" y="77"/>
                    <a:pt x="2" y="77"/>
                    <a:pt x="2" y="77"/>
                  </a:cubicBezTo>
                  <a:cubicBezTo>
                    <a:pt x="4" y="66"/>
                    <a:pt x="5" y="56"/>
                    <a:pt x="5" y="45"/>
                  </a:cubicBezTo>
                  <a:cubicBezTo>
                    <a:pt x="5" y="31"/>
                    <a:pt x="4" y="17"/>
                    <a:pt x="0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" y="15"/>
                    <a:pt x="19" y="30"/>
                    <a:pt x="19" y="45"/>
                  </a:cubicBezTo>
                  <a:cubicBezTo>
                    <a:pt x="19" y="57"/>
                    <a:pt x="18" y="68"/>
                    <a:pt x="16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8"/>
            <p:cNvSpPr/>
            <p:nvPr/>
          </p:nvSpPr>
          <p:spPr>
            <a:xfrm>
              <a:off x="1714500" y="520700"/>
              <a:ext cx="80963" cy="112712"/>
            </a:xfrm>
            <a:custGeom>
              <a:avLst/>
              <a:gdLst/>
              <a:ahLst/>
              <a:cxnLst/>
              <a:rect l="l" t="t" r="r" b="b"/>
              <a:pathLst>
                <a:path w="48" h="66" extrusionOk="0">
                  <a:moveTo>
                    <a:pt x="35" y="66"/>
                  </a:moveTo>
                  <a:cubicBezTo>
                    <a:pt x="27" y="45"/>
                    <a:pt x="15" y="26"/>
                    <a:pt x="0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6" y="18"/>
                    <a:pt x="39" y="39"/>
                    <a:pt x="48" y="61"/>
                  </a:cubicBezTo>
                  <a:lnTo>
                    <a:pt x="35" y="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8"/>
            <p:cNvSpPr/>
            <p:nvPr/>
          </p:nvSpPr>
          <p:spPr>
            <a:xfrm>
              <a:off x="1558925" y="425450"/>
              <a:ext cx="139700" cy="82550"/>
            </a:xfrm>
            <a:custGeom>
              <a:avLst/>
              <a:gdLst/>
              <a:ahLst/>
              <a:cxnLst/>
              <a:rect l="l" t="t" r="r" b="b"/>
              <a:pathLst>
                <a:path w="82" h="49" extrusionOk="0">
                  <a:moveTo>
                    <a:pt x="73" y="49"/>
                  </a:moveTo>
                  <a:cubicBezTo>
                    <a:pt x="52" y="32"/>
                    <a:pt x="27" y="19"/>
                    <a:pt x="0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2" y="6"/>
                    <a:pt x="59" y="20"/>
                    <a:pt x="82" y="38"/>
                  </a:cubicBezTo>
                  <a:lnTo>
                    <a:pt x="73" y="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1327150" y="417513"/>
              <a:ext cx="198437" cy="66675"/>
            </a:xfrm>
            <a:custGeom>
              <a:avLst/>
              <a:gdLst/>
              <a:ahLst/>
              <a:cxnLst/>
              <a:rect l="l" t="t" r="r" b="b"/>
              <a:pathLst>
                <a:path w="118" h="40" extrusionOk="0">
                  <a:moveTo>
                    <a:pt x="7" y="40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30" y="10"/>
                    <a:pt x="64" y="0"/>
                    <a:pt x="99" y="0"/>
                  </a:cubicBezTo>
                  <a:cubicBezTo>
                    <a:pt x="105" y="0"/>
                    <a:pt x="111" y="0"/>
                    <a:pt x="118" y="1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1" y="14"/>
                    <a:pt x="105" y="14"/>
                    <a:pt x="99" y="14"/>
                  </a:cubicBezTo>
                  <a:cubicBezTo>
                    <a:pt x="66" y="14"/>
                    <a:pt x="35" y="23"/>
                    <a:pt x="7" y="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8"/>
            <p:cNvSpPr/>
            <p:nvPr/>
          </p:nvSpPr>
          <p:spPr>
            <a:xfrm>
              <a:off x="1195388" y="487363"/>
              <a:ext cx="111125" cy="138113"/>
            </a:xfrm>
            <a:custGeom>
              <a:avLst/>
              <a:gdLst/>
              <a:ahLst/>
              <a:cxnLst/>
              <a:rect l="l" t="t" r="r" b="b"/>
              <a:pathLst>
                <a:path w="66" h="82" extrusionOk="0">
                  <a:moveTo>
                    <a:pt x="12" y="82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2" y="47"/>
                    <a:pt x="32" y="20"/>
                    <a:pt x="58" y="0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43" y="29"/>
                    <a:pt x="24" y="54"/>
                    <a:pt x="12" y="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8"/>
            <p:cNvSpPr/>
            <p:nvPr/>
          </p:nvSpPr>
          <p:spPr>
            <a:xfrm>
              <a:off x="1171575" y="661988"/>
              <a:ext cx="31750" cy="152400"/>
            </a:xfrm>
            <a:custGeom>
              <a:avLst/>
              <a:gdLst/>
              <a:ahLst/>
              <a:cxnLst/>
              <a:rect l="l" t="t" r="r" b="b"/>
              <a:pathLst>
                <a:path w="19" h="91" extrusionOk="0">
                  <a:moveTo>
                    <a:pt x="5" y="91"/>
                  </a:moveTo>
                  <a:cubicBezTo>
                    <a:pt x="1" y="76"/>
                    <a:pt x="0" y="61"/>
                    <a:pt x="0" y="46"/>
                  </a:cubicBezTo>
                  <a:cubicBezTo>
                    <a:pt x="0" y="31"/>
                    <a:pt x="2" y="15"/>
                    <a:pt x="5" y="0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5" y="17"/>
                    <a:pt x="13" y="32"/>
                    <a:pt x="13" y="46"/>
                  </a:cubicBezTo>
                  <a:cubicBezTo>
                    <a:pt x="13" y="60"/>
                    <a:pt x="15" y="74"/>
                    <a:pt x="18" y="87"/>
                  </a:cubicBezTo>
                  <a:lnTo>
                    <a:pt x="5" y="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8"/>
            <p:cNvSpPr/>
            <p:nvPr/>
          </p:nvSpPr>
          <p:spPr>
            <a:xfrm>
              <a:off x="1493838" y="806450"/>
              <a:ext cx="265113" cy="207963"/>
            </a:xfrm>
            <a:custGeom>
              <a:avLst/>
              <a:gdLst/>
              <a:ahLst/>
              <a:cxnLst/>
              <a:rect l="l" t="t" r="r" b="b"/>
              <a:pathLst>
                <a:path w="157" h="123" extrusionOk="0">
                  <a:moveTo>
                    <a:pt x="0" y="123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70" y="116"/>
                    <a:pt x="132" y="68"/>
                    <a:pt x="150" y="0"/>
                  </a:cubicBezTo>
                  <a:cubicBezTo>
                    <a:pt x="157" y="2"/>
                    <a:pt x="157" y="2"/>
                    <a:pt x="157" y="2"/>
                  </a:cubicBezTo>
                  <a:cubicBezTo>
                    <a:pt x="138" y="73"/>
                    <a:pt x="73" y="123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8"/>
            <p:cNvSpPr/>
            <p:nvPr/>
          </p:nvSpPr>
          <p:spPr>
            <a:xfrm>
              <a:off x="1752600" y="693738"/>
              <a:ext cx="14288" cy="46037"/>
            </a:xfrm>
            <a:custGeom>
              <a:avLst/>
              <a:gdLst/>
              <a:ahLst/>
              <a:cxnLst/>
              <a:rect l="l" t="t" r="r" b="b"/>
              <a:pathLst>
                <a:path w="9" h="27" extrusionOk="0">
                  <a:moveTo>
                    <a:pt x="9" y="27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19"/>
                    <a:pt x="2" y="1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9"/>
                    <a:pt x="9" y="18"/>
                    <a:pt x="9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8"/>
            <p:cNvSpPr/>
            <p:nvPr/>
          </p:nvSpPr>
          <p:spPr>
            <a:xfrm>
              <a:off x="1658938" y="527050"/>
              <a:ext cx="46037" cy="44450"/>
            </a:xfrm>
            <a:custGeom>
              <a:avLst/>
              <a:gdLst/>
              <a:ahLst/>
              <a:cxnLst/>
              <a:rect l="l" t="t" r="r" b="b"/>
              <a:pathLst>
                <a:path w="27" h="27" extrusionOk="0">
                  <a:moveTo>
                    <a:pt x="21" y="27"/>
                  </a:moveTo>
                  <a:cubicBezTo>
                    <a:pt x="15" y="19"/>
                    <a:pt x="8" y="12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3" y="7"/>
                    <a:pt x="20" y="14"/>
                    <a:pt x="27" y="22"/>
                  </a:cubicBezTo>
                  <a:lnTo>
                    <a:pt x="21" y="2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8"/>
            <p:cNvSpPr/>
            <p:nvPr/>
          </p:nvSpPr>
          <p:spPr>
            <a:xfrm>
              <a:off x="1524000" y="466725"/>
              <a:ext cx="123825" cy="55563"/>
            </a:xfrm>
            <a:custGeom>
              <a:avLst/>
              <a:gdLst/>
              <a:ahLst/>
              <a:cxnLst/>
              <a:rect l="l" t="t" r="r" b="b"/>
              <a:pathLst>
                <a:path w="73" h="33" extrusionOk="0">
                  <a:moveTo>
                    <a:pt x="70" y="33"/>
                  </a:moveTo>
                  <a:cubicBezTo>
                    <a:pt x="49" y="18"/>
                    <a:pt x="25" y="9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3"/>
                    <a:pt x="52" y="12"/>
                    <a:pt x="73" y="27"/>
                  </a:cubicBezTo>
                  <a:lnTo>
                    <a:pt x="70" y="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1436688" y="465138"/>
              <a:ext cx="57150" cy="17463"/>
            </a:xfrm>
            <a:custGeom>
              <a:avLst/>
              <a:gdLst/>
              <a:ahLst/>
              <a:cxnLst/>
              <a:rect l="l" t="t" r="r" b="b"/>
              <a:pathLst>
                <a:path w="34" h="10" extrusionOk="0">
                  <a:moveTo>
                    <a:pt x="1" y="1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1" y="1"/>
                    <a:pt x="22" y="0"/>
                    <a:pt x="34" y="0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23" y="7"/>
                    <a:pt x="12" y="8"/>
                    <a:pt x="1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8"/>
            <p:cNvSpPr/>
            <p:nvPr/>
          </p:nvSpPr>
          <p:spPr>
            <a:xfrm>
              <a:off x="1231900" y="487363"/>
              <a:ext cx="158750" cy="173037"/>
            </a:xfrm>
            <a:custGeom>
              <a:avLst/>
              <a:gdLst/>
              <a:ahLst/>
              <a:cxnLst/>
              <a:rect l="l" t="t" r="r" b="b"/>
              <a:pathLst>
                <a:path w="94" h="102" extrusionOk="0">
                  <a:moveTo>
                    <a:pt x="6" y="102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14" y="55"/>
                    <a:pt x="47" y="18"/>
                    <a:pt x="91" y="0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52" y="24"/>
                    <a:pt x="20" y="59"/>
                    <a:pt x="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8"/>
            <p:cNvSpPr/>
            <p:nvPr/>
          </p:nvSpPr>
          <p:spPr>
            <a:xfrm>
              <a:off x="1219200" y="685800"/>
              <a:ext cx="15875" cy="53975"/>
            </a:xfrm>
            <a:custGeom>
              <a:avLst/>
              <a:gdLst/>
              <a:ahLst/>
              <a:cxnLst/>
              <a:rect l="l" t="t" r="r" b="b"/>
              <a:pathLst>
                <a:path w="10" h="32" extrusionOk="0">
                  <a:moveTo>
                    <a:pt x="7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21"/>
                    <a:pt x="1" y="10"/>
                    <a:pt x="4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11"/>
                    <a:pt x="7" y="22"/>
                    <a:pt x="7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8"/>
            <p:cNvSpPr/>
            <p:nvPr/>
          </p:nvSpPr>
          <p:spPr>
            <a:xfrm>
              <a:off x="1231900" y="820738"/>
              <a:ext cx="111125" cy="144463"/>
            </a:xfrm>
            <a:custGeom>
              <a:avLst/>
              <a:gdLst/>
              <a:ahLst/>
              <a:cxnLst/>
              <a:rect l="l" t="t" r="r" b="b"/>
              <a:pathLst>
                <a:path w="66" h="86" extrusionOk="0">
                  <a:moveTo>
                    <a:pt x="62" y="86"/>
                  </a:moveTo>
                  <a:cubicBezTo>
                    <a:pt x="33" y="66"/>
                    <a:pt x="11" y="36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32"/>
                    <a:pt x="38" y="61"/>
                    <a:pt x="66" y="80"/>
                  </a:cubicBezTo>
                  <a:lnTo>
                    <a:pt x="62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8"/>
            <p:cNvSpPr/>
            <p:nvPr/>
          </p:nvSpPr>
          <p:spPr>
            <a:xfrm>
              <a:off x="1377950" y="976313"/>
              <a:ext cx="38100" cy="25400"/>
            </a:xfrm>
            <a:custGeom>
              <a:avLst/>
              <a:gdLst/>
              <a:ahLst/>
              <a:cxnLst/>
              <a:rect l="l" t="t" r="r" b="b"/>
              <a:pathLst>
                <a:path w="23" h="15" extrusionOk="0">
                  <a:moveTo>
                    <a:pt x="21" y="15"/>
                  </a:moveTo>
                  <a:cubicBezTo>
                    <a:pt x="14" y="12"/>
                    <a:pt x="7" y="10"/>
                    <a:pt x="0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9" y="3"/>
                    <a:pt x="16" y="6"/>
                    <a:pt x="23" y="8"/>
                  </a:cubicBezTo>
                  <a:lnTo>
                    <a:pt x="2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8"/>
            <p:cNvSpPr/>
            <p:nvPr/>
          </p:nvSpPr>
          <p:spPr>
            <a:xfrm>
              <a:off x="1325563" y="739775"/>
              <a:ext cx="26988" cy="69850"/>
            </a:xfrm>
            <a:custGeom>
              <a:avLst/>
              <a:gdLst/>
              <a:ahLst/>
              <a:cxnLst/>
              <a:rect l="l" t="t" r="r" b="b"/>
              <a:pathLst>
                <a:path w="16" h="42" extrusionOk="0">
                  <a:moveTo>
                    <a:pt x="9" y="42"/>
                  </a:moveTo>
                  <a:cubicBezTo>
                    <a:pt x="3" y="29"/>
                    <a:pt x="0" y="15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4"/>
                    <a:pt x="11" y="27"/>
                    <a:pt x="16" y="39"/>
                  </a:cubicBezTo>
                  <a:lnTo>
                    <a:pt x="9" y="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8"/>
            <p:cNvSpPr/>
            <p:nvPr/>
          </p:nvSpPr>
          <p:spPr>
            <a:xfrm>
              <a:off x="1354138" y="8255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0" y="34"/>
                  </a:moveTo>
                  <a:cubicBezTo>
                    <a:pt x="18" y="26"/>
                    <a:pt x="8" y="16"/>
                    <a:pt x="0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3" y="11"/>
                    <a:pt x="23" y="21"/>
                    <a:pt x="34" y="28"/>
                  </a:cubicBezTo>
                  <a:lnTo>
                    <a:pt x="30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8"/>
            <p:cNvSpPr/>
            <p:nvPr/>
          </p:nvSpPr>
          <p:spPr>
            <a:xfrm>
              <a:off x="1423988" y="882650"/>
              <a:ext cx="33337" cy="20638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7" y="12"/>
                  </a:moveTo>
                  <a:cubicBezTo>
                    <a:pt x="11" y="11"/>
                    <a:pt x="6" y="9"/>
                    <a:pt x="0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8" y="2"/>
                    <a:pt x="14" y="4"/>
                    <a:pt x="19" y="5"/>
                  </a:cubicBezTo>
                  <a:lnTo>
                    <a:pt x="17" y="1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8"/>
            <p:cNvSpPr/>
            <p:nvPr/>
          </p:nvSpPr>
          <p:spPr>
            <a:xfrm>
              <a:off x="1473200" y="884238"/>
              <a:ext cx="84138" cy="23812"/>
            </a:xfrm>
            <a:custGeom>
              <a:avLst/>
              <a:gdLst/>
              <a:ahLst/>
              <a:cxnLst/>
              <a:rect l="l" t="t" r="r" b="b"/>
              <a:pathLst>
                <a:path w="50" h="14" extrusionOk="0">
                  <a:moveTo>
                    <a:pt x="12" y="14"/>
                  </a:moveTo>
                  <a:cubicBezTo>
                    <a:pt x="8" y="14"/>
                    <a:pt x="4" y="14"/>
                    <a:pt x="0" y="13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4" y="6"/>
                    <a:pt x="8" y="6"/>
                    <a:pt x="12" y="6"/>
                  </a:cubicBezTo>
                  <a:cubicBezTo>
                    <a:pt x="24" y="6"/>
                    <a:pt x="36" y="4"/>
                    <a:pt x="47" y="0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38" y="11"/>
                    <a:pt x="25" y="14"/>
                    <a:pt x="1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8"/>
            <p:cNvSpPr/>
            <p:nvPr/>
          </p:nvSpPr>
          <p:spPr>
            <a:xfrm>
              <a:off x="1577975" y="82391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4" y="34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" y="21"/>
                    <a:pt x="20" y="11"/>
                    <a:pt x="28" y="0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6" y="16"/>
                    <a:pt x="16" y="26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8"/>
            <p:cNvSpPr/>
            <p:nvPr/>
          </p:nvSpPr>
          <p:spPr>
            <a:xfrm>
              <a:off x="1646238" y="706438"/>
              <a:ext cx="14288" cy="65088"/>
            </a:xfrm>
            <a:custGeom>
              <a:avLst/>
              <a:gdLst/>
              <a:ahLst/>
              <a:cxnLst/>
              <a:rect l="l" t="t" r="r" b="b"/>
              <a:pathLst>
                <a:path w="9" h="38" extrusionOk="0">
                  <a:moveTo>
                    <a:pt x="8" y="38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" y="31"/>
                    <a:pt x="2" y="25"/>
                    <a:pt x="2" y="19"/>
                  </a:cubicBezTo>
                  <a:cubicBezTo>
                    <a:pt x="2" y="13"/>
                    <a:pt x="1" y="7"/>
                    <a:pt x="0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6"/>
                    <a:pt x="9" y="13"/>
                    <a:pt x="9" y="19"/>
                  </a:cubicBezTo>
                  <a:cubicBezTo>
                    <a:pt x="9" y="26"/>
                    <a:pt x="9" y="32"/>
                    <a:pt x="8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8"/>
            <p:cNvSpPr/>
            <p:nvPr/>
          </p:nvSpPr>
          <p:spPr>
            <a:xfrm>
              <a:off x="1584325" y="603250"/>
              <a:ext cx="66675" cy="77787"/>
            </a:xfrm>
            <a:custGeom>
              <a:avLst/>
              <a:gdLst/>
              <a:ahLst/>
              <a:cxnLst/>
              <a:rect l="l" t="t" r="r" b="b"/>
              <a:pathLst>
                <a:path w="39" h="46" extrusionOk="0">
                  <a:moveTo>
                    <a:pt x="32" y="46"/>
                  </a:moveTo>
                  <a:cubicBezTo>
                    <a:pt x="25" y="30"/>
                    <a:pt x="14" y="16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0" y="11"/>
                    <a:pt x="32" y="26"/>
                    <a:pt x="39" y="44"/>
                  </a:cubicBezTo>
                  <a:lnTo>
                    <a:pt x="32" y="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8"/>
            <p:cNvSpPr/>
            <p:nvPr/>
          </p:nvSpPr>
          <p:spPr>
            <a:xfrm>
              <a:off x="1473200" y="571500"/>
              <a:ext cx="103187" cy="31750"/>
            </a:xfrm>
            <a:custGeom>
              <a:avLst/>
              <a:gdLst/>
              <a:ahLst/>
              <a:cxnLst/>
              <a:rect l="l" t="t" r="r" b="b"/>
              <a:pathLst>
                <a:path w="61" h="19" extrusionOk="0">
                  <a:moveTo>
                    <a:pt x="58" y="19"/>
                  </a:moveTo>
                  <a:cubicBezTo>
                    <a:pt x="44" y="11"/>
                    <a:pt x="28" y="7"/>
                    <a:pt x="12" y="7"/>
                  </a:cubicBezTo>
                  <a:cubicBezTo>
                    <a:pt x="8" y="7"/>
                    <a:pt x="5" y="7"/>
                    <a:pt x="1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2" y="0"/>
                  </a:cubicBezTo>
                  <a:cubicBezTo>
                    <a:pt x="29" y="0"/>
                    <a:pt x="46" y="4"/>
                    <a:pt x="61" y="13"/>
                  </a:cubicBezTo>
                  <a:lnTo>
                    <a:pt x="58" y="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8"/>
            <p:cNvSpPr/>
            <p:nvPr/>
          </p:nvSpPr>
          <p:spPr>
            <a:xfrm>
              <a:off x="1404938" y="574675"/>
              <a:ext cx="52388" cy="33337"/>
            </a:xfrm>
            <a:custGeom>
              <a:avLst/>
              <a:gdLst/>
              <a:ahLst/>
              <a:cxnLst/>
              <a:rect l="l" t="t" r="r" b="b"/>
              <a:pathLst>
                <a:path w="31" h="19" extrusionOk="0">
                  <a:moveTo>
                    <a:pt x="4" y="19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9" y="7"/>
                    <a:pt x="19" y="3"/>
                    <a:pt x="29" y="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1" y="10"/>
                    <a:pt x="12" y="14"/>
                    <a:pt x="4" y="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8"/>
            <p:cNvSpPr/>
            <p:nvPr/>
          </p:nvSpPr>
          <p:spPr>
            <a:xfrm>
              <a:off x="1328738" y="617538"/>
              <a:ext cx="57150" cy="92075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7" y="55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4" y="33"/>
                    <a:pt x="14" y="14"/>
                    <a:pt x="29" y="0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0" y="19"/>
                    <a:pt x="11" y="36"/>
                    <a:pt x="7" y="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8"/>
            <p:cNvSpPr/>
            <p:nvPr/>
          </p:nvSpPr>
          <p:spPr>
            <a:xfrm>
              <a:off x="1357313" y="78740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7" y="30"/>
                  </a:moveTo>
                  <a:cubicBezTo>
                    <a:pt x="10" y="21"/>
                    <a:pt x="4" y="1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9"/>
                    <a:pt x="15" y="18"/>
                    <a:pt x="22" y="25"/>
                  </a:cubicBezTo>
                  <a:lnTo>
                    <a:pt x="17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1400175" y="841375"/>
              <a:ext cx="93663" cy="44450"/>
            </a:xfrm>
            <a:custGeom>
              <a:avLst/>
              <a:gdLst/>
              <a:ahLst/>
              <a:cxnLst/>
              <a:rect l="l" t="t" r="r" b="b"/>
              <a:pathLst>
                <a:path w="56" h="26" extrusionOk="0">
                  <a:moveTo>
                    <a:pt x="56" y="26"/>
                  </a:moveTo>
                  <a:cubicBezTo>
                    <a:pt x="35" y="26"/>
                    <a:pt x="15" y="18"/>
                    <a:pt x="0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8" y="13"/>
                    <a:pt x="37" y="19"/>
                    <a:pt x="56" y="19"/>
                  </a:cubicBezTo>
                  <a:lnTo>
                    <a:pt x="56" y="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8"/>
            <p:cNvSpPr/>
            <p:nvPr/>
          </p:nvSpPr>
          <p:spPr>
            <a:xfrm>
              <a:off x="1522413" y="839788"/>
              <a:ext cx="68263" cy="42863"/>
            </a:xfrm>
            <a:custGeom>
              <a:avLst/>
              <a:gdLst/>
              <a:ahLst/>
              <a:cxnLst/>
              <a:rect l="l" t="t" r="r" b="b"/>
              <a:pathLst>
                <a:path w="40" h="25" extrusionOk="0">
                  <a:moveTo>
                    <a:pt x="1" y="25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3" y="16"/>
                    <a:pt x="26" y="10"/>
                    <a:pt x="36" y="0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29" y="15"/>
                    <a:pt x="15" y="22"/>
                    <a:pt x="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8"/>
            <p:cNvSpPr/>
            <p:nvPr/>
          </p:nvSpPr>
          <p:spPr>
            <a:xfrm>
              <a:off x="1593850" y="784225"/>
              <a:ext cx="36513" cy="53975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5" y="32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7" y="19"/>
                    <a:pt x="13" y="10"/>
                    <a:pt x="16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8" y="13"/>
                    <a:pt x="12" y="23"/>
                    <a:pt x="5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8"/>
            <p:cNvSpPr/>
            <p:nvPr/>
          </p:nvSpPr>
          <p:spPr>
            <a:xfrm>
              <a:off x="1625600" y="704850"/>
              <a:ext cx="12700" cy="61913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7" y="36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2" y="30"/>
                    <a:pt x="2" y="25"/>
                    <a:pt x="2" y="20"/>
                  </a:cubicBezTo>
                  <a:cubicBezTo>
                    <a:pt x="2" y="14"/>
                    <a:pt x="1" y="7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6"/>
                    <a:pt x="8" y="13"/>
                    <a:pt x="8" y="20"/>
                  </a:cubicBezTo>
                  <a:cubicBezTo>
                    <a:pt x="8" y="25"/>
                    <a:pt x="8" y="31"/>
                    <a:pt x="7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8"/>
            <p:cNvSpPr/>
            <p:nvPr/>
          </p:nvSpPr>
          <p:spPr>
            <a:xfrm>
              <a:off x="1593850" y="64135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6" y="30"/>
                  </a:moveTo>
                  <a:cubicBezTo>
                    <a:pt x="12" y="20"/>
                    <a:pt x="7" y="12"/>
                    <a:pt x="0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2" y="8"/>
                    <a:pt x="18" y="17"/>
                    <a:pt x="22" y="28"/>
                  </a:cubicBezTo>
                  <a:lnTo>
                    <a:pt x="16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8"/>
            <p:cNvSpPr/>
            <p:nvPr/>
          </p:nvSpPr>
          <p:spPr>
            <a:xfrm>
              <a:off x="1524000" y="596900"/>
              <a:ext cx="61912" cy="38100"/>
            </a:xfrm>
            <a:custGeom>
              <a:avLst/>
              <a:gdLst/>
              <a:ahLst/>
              <a:cxnLst/>
              <a:rect l="l" t="t" r="r" b="b"/>
              <a:pathLst>
                <a:path w="37" h="22" extrusionOk="0">
                  <a:moveTo>
                    <a:pt x="33" y="22"/>
                  </a:moveTo>
                  <a:cubicBezTo>
                    <a:pt x="23" y="14"/>
                    <a:pt x="12" y="9"/>
                    <a:pt x="0" y="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4" y="3"/>
                    <a:pt x="26" y="9"/>
                    <a:pt x="37" y="17"/>
                  </a:cubicBezTo>
                  <a:lnTo>
                    <a:pt x="33" y="2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8"/>
            <p:cNvSpPr/>
            <p:nvPr/>
          </p:nvSpPr>
          <p:spPr>
            <a:xfrm>
              <a:off x="1417638" y="593725"/>
              <a:ext cx="90488" cy="30163"/>
            </a:xfrm>
            <a:custGeom>
              <a:avLst/>
              <a:gdLst/>
              <a:ahLst/>
              <a:cxnLst/>
              <a:rect l="l" t="t" r="r" b="b"/>
              <a:pathLst>
                <a:path w="53" h="18" extrusionOk="0">
                  <a:moveTo>
                    <a:pt x="3" y="18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4" y="4"/>
                    <a:pt x="29" y="0"/>
                    <a:pt x="45" y="0"/>
                  </a:cubicBezTo>
                  <a:cubicBezTo>
                    <a:pt x="48" y="0"/>
                    <a:pt x="51" y="0"/>
                    <a:pt x="53" y="0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0" y="6"/>
                    <a:pt x="47" y="6"/>
                    <a:pt x="45" y="6"/>
                  </a:cubicBezTo>
                  <a:cubicBezTo>
                    <a:pt x="30" y="6"/>
                    <a:pt x="16" y="10"/>
                    <a:pt x="3" y="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8"/>
            <p:cNvSpPr/>
            <p:nvPr/>
          </p:nvSpPr>
          <p:spPr>
            <a:xfrm>
              <a:off x="1358900" y="625475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30" h="37" extrusionOk="0">
                  <a:moveTo>
                    <a:pt x="6" y="37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5" y="21"/>
                    <a:pt x="14" y="9"/>
                    <a:pt x="26" y="0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19" y="13"/>
                    <a:pt x="11" y="24"/>
                    <a:pt x="6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8"/>
            <p:cNvSpPr/>
            <p:nvPr/>
          </p:nvSpPr>
          <p:spPr>
            <a:xfrm>
              <a:off x="1347788" y="703263"/>
              <a:ext cx="14288" cy="69850"/>
            </a:xfrm>
            <a:custGeom>
              <a:avLst/>
              <a:gdLst/>
              <a:ahLst/>
              <a:cxnLst/>
              <a:rect l="l" t="t" r="r" b="b"/>
              <a:pathLst>
                <a:path w="9" h="41" extrusionOk="0">
                  <a:moveTo>
                    <a:pt x="3" y="41"/>
                  </a:moveTo>
                  <a:cubicBezTo>
                    <a:pt x="1" y="35"/>
                    <a:pt x="0" y="28"/>
                    <a:pt x="0" y="21"/>
                  </a:cubicBezTo>
                  <a:cubicBezTo>
                    <a:pt x="0" y="14"/>
                    <a:pt x="1" y="7"/>
                    <a:pt x="3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8"/>
                    <a:pt x="7" y="15"/>
                    <a:pt x="7" y="21"/>
                  </a:cubicBezTo>
                  <a:cubicBezTo>
                    <a:pt x="7" y="28"/>
                    <a:pt x="7" y="34"/>
                    <a:pt x="9" y="40"/>
                  </a:cubicBezTo>
                  <a:lnTo>
                    <a:pt x="3" y="4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1493838" y="769938"/>
              <a:ext cx="119063" cy="93663"/>
            </a:xfrm>
            <a:custGeom>
              <a:avLst/>
              <a:gdLst/>
              <a:ahLst/>
              <a:cxnLst/>
              <a:rect l="l" t="t" r="r" b="b"/>
              <a:pathLst>
                <a:path w="71" h="56" extrusionOk="0">
                  <a:moveTo>
                    <a:pt x="0" y="56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32" y="53"/>
                    <a:pt x="60" y="31"/>
                    <a:pt x="68" y="0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62" y="33"/>
                    <a:pt x="33" y="56"/>
                    <a:pt x="0" y="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8"/>
            <p:cNvSpPr/>
            <p:nvPr/>
          </p:nvSpPr>
          <p:spPr>
            <a:xfrm>
              <a:off x="1609725" y="719138"/>
              <a:ext cx="7938" cy="20638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4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8"/>
                    <a:pt x="1" y="4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4"/>
                    <a:pt x="4" y="8"/>
                    <a:pt x="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8"/>
            <p:cNvSpPr/>
            <p:nvPr/>
          </p:nvSpPr>
          <p:spPr>
            <a:xfrm>
              <a:off x="1568450" y="642938"/>
              <a:ext cx="20638" cy="20638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0" y="12"/>
                  </a:moveTo>
                  <a:cubicBezTo>
                    <a:pt x="7" y="9"/>
                    <a:pt x="4" y="6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" y="3"/>
                    <a:pt x="9" y="7"/>
                    <a:pt x="12" y="10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1508125" y="615950"/>
              <a:ext cx="55563" cy="25400"/>
            </a:xfrm>
            <a:custGeom>
              <a:avLst/>
              <a:gdLst/>
              <a:ahLst/>
              <a:cxnLst/>
              <a:rect l="l" t="t" r="r" b="b"/>
              <a:pathLst>
                <a:path w="33" h="15" extrusionOk="0">
                  <a:moveTo>
                    <a:pt x="31" y="15"/>
                  </a:moveTo>
                  <a:cubicBezTo>
                    <a:pt x="22" y="9"/>
                    <a:pt x="11" y="5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2"/>
                    <a:pt x="23" y="6"/>
                    <a:pt x="33" y="13"/>
                  </a:cubicBezTo>
                  <a:lnTo>
                    <a:pt x="3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1466850" y="615950"/>
              <a:ext cx="26988" cy="6350"/>
            </a:xfrm>
            <a:custGeom>
              <a:avLst/>
              <a:gdLst/>
              <a:ahLst/>
              <a:cxnLst/>
              <a:rect l="l" t="t" r="r" b="b"/>
              <a:pathLst>
                <a:path w="16" h="4" extrusionOk="0">
                  <a:moveTo>
                    <a:pt x="1" y="4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1" y="0"/>
                    <a:pt x="16" y="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1" y="3"/>
                    <a:pt x="6" y="3"/>
                    <a:pt x="1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1376363" y="625475"/>
              <a:ext cx="69850" cy="77787"/>
            </a:xfrm>
            <a:custGeom>
              <a:avLst/>
              <a:gdLst/>
              <a:ahLst/>
              <a:cxnLst/>
              <a:rect l="l" t="t" r="r" b="b"/>
              <a:pathLst>
                <a:path w="42" h="46" extrusionOk="0">
                  <a:moveTo>
                    <a:pt x="3" y="46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6" y="25"/>
                    <a:pt x="21" y="8"/>
                    <a:pt x="41" y="0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23" y="11"/>
                    <a:pt x="9" y="26"/>
                    <a:pt x="3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8"/>
            <p:cNvSpPr/>
            <p:nvPr/>
          </p:nvSpPr>
          <p:spPr>
            <a:xfrm>
              <a:off x="1368425" y="714375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3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1" y="5"/>
                    <a:pt x="2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6"/>
                    <a:pt x="3" y="11"/>
                    <a:pt x="3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8"/>
            <p:cNvSpPr/>
            <p:nvPr/>
          </p:nvSpPr>
          <p:spPr>
            <a:xfrm>
              <a:off x="1376363" y="776288"/>
              <a:ext cx="50800" cy="65087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28" y="39"/>
                  </a:moveTo>
                  <a:cubicBezTo>
                    <a:pt x="15" y="30"/>
                    <a:pt x="5" y="16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14"/>
                    <a:pt x="17" y="27"/>
                    <a:pt x="30" y="36"/>
                  </a:cubicBezTo>
                  <a:lnTo>
                    <a:pt x="28" y="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8"/>
            <p:cNvSpPr/>
            <p:nvPr/>
          </p:nvSpPr>
          <p:spPr>
            <a:xfrm>
              <a:off x="1441450" y="847725"/>
              <a:ext cx="17463" cy="11113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9" y="7"/>
                  </a:moveTo>
                  <a:cubicBezTo>
                    <a:pt x="6" y="6"/>
                    <a:pt x="3" y="4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1"/>
                    <a:pt x="7" y="3"/>
                    <a:pt x="10" y="4"/>
                  </a:cubicBezTo>
                  <a:lnTo>
                    <a:pt x="9" y="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90" name="Google Shape;390;p9"/>
          <p:cNvGrpSpPr/>
          <p:nvPr/>
        </p:nvGrpSpPr>
        <p:grpSpPr>
          <a:xfrm flipH="1">
            <a:off x="-11473" y="-184400"/>
            <a:ext cx="1449389" cy="1447800"/>
            <a:chOff x="5502275" y="4098925"/>
            <a:chExt cx="1449389" cy="1447800"/>
          </a:xfrm>
        </p:grpSpPr>
        <p:sp>
          <p:nvSpPr>
            <p:cNvPr id="391" name="Google Shape;391;p9"/>
            <p:cNvSpPr/>
            <p:nvPr/>
          </p:nvSpPr>
          <p:spPr>
            <a:xfrm>
              <a:off x="5502275" y="4098925"/>
              <a:ext cx="1449389" cy="1447800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30" y="858"/>
                  </a:moveTo>
                  <a:cubicBezTo>
                    <a:pt x="193" y="858"/>
                    <a:pt x="0" y="665"/>
                    <a:pt x="0" y="429"/>
                  </a:cubicBezTo>
                  <a:cubicBezTo>
                    <a:pt x="0" y="192"/>
                    <a:pt x="193" y="0"/>
                    <a:pt x="430" y="0"/>
                  </a:cubicBezTo>
                  <a:cubicBezTo>
                    <a:pt x="666" y="0"/>
                    <a:pt x="859" y="192"/>
                    <a:pt x="859" y="429"/>
                  </a:cubicBezTo>
                  <a:cubicBezTo>
                    <a:pt x="859" y="665"/>
                    <a:pt x="666" y="858"/>
                    <a:pt x="430" y="858"/>
                  </a:cubicBezTo>
                  <a:close/>
                  <a:moveTo>
                    <a:pt x="430" y="10"/>
                  </a:moveTo>
                  <a:cubicBezTo>
                    <a:pt x="199" y="10"/>
                    <a:pt x="11" y="198"/>
                    <a:pt x="11" y="429"/>
                  </a:cubicBezTo>
                  <a:cubicBezTo>
                    <a:pt x="11" y="659"/>
                    <a:pt x="199" y="847"/>
                    <a:pt x="430" y="847"/>
                  </a:cubicBezTo>
                  <a:cubicBezTo>
                    <a:pt x="660" y="847"/>
                    <a:pt x="848" y="659"/>
                    <a:pt x="848" y="429"/>
                  </a:cubicBezTo>
                  <a:cubicBezTo>
                    <a:pt x="848" y="198"/>
                    <a:pt x="660" y="10"/>
                    <a:pt x="430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5548313" y="4143375"/>
              <a:ext cx="1357313" cy="1358900"/>
            </a:xfrm>
            <a:custGeom>
              <a:avLst/>
              <a:gdLst/>
              <a:ahLst/>
              <a:cxnLst/>
              <a:rect l="l" t="t" r="r" b="b"/>
              <a:pathLst>
                <a:path w="805" h="805" extrusionOk="0">
                  <a:moveTo>
                    <a:pt x="403" y="805"/>
                  </a:moveTo>
                  <a:cubicBezTo>
                    <a:pt x="180" y="805"/>
                    <a:pt x="0" y="625"/>
                    <a:pt x="0" y="403"/>
                  </a:cubicBezTo>
                  <a:cubicBezTo>
                    <a:pt x="0" y="181"/>
                    <a:pt x="180" y="0"/>
                    <a:pt x="403" y="0"/>
                  </a:cubicBezTo>
                  <a:cubicBezTo>
                    <a:pt x="625" y="0"/>
                    <a:pt x="805" y="181"/>
                    <a:pt x="805" y="403"/>
                  </a:cubicBezTo>
                  <a:cubicBezTo>
                    <a:pt x="805" y="625"/>
                    <a:pt x="625" y="805"/>
                    <a:pt x="403" y="805"/>
                  </a:cubicBezTo>
                  <a:close/>
                  <a:moveTo>
                    <a:pt x="403" y="7"/>
                  </a:moveTo>
                  <a:cubicBezTo>
                    <a:pt x="184" y="7"/>
                    <a:pt x="7" y="185"/>
                    <a:pt x="7" y="403"/>
                  </a:cubicBezTo>
                  <a:cubicBezTo>
                    <a:pt x="7" y="621"/>
                    <a:pt x="184" y="798"/>
                    <a:pt x="403" y="798"/>
                  </a:cubicBezTo>
                  <a:cubicBezTo>
                    <a:pt x="621" y="798"/>
                    <a:pt x="798" y="621"/>
                    <a:pt x="798" y="403"/>
                  </a:cubicBezTo>
                  <a:cubicBezTo>
                    <a:pt x="798" y="185"/>
                    <a:pt x="621" y="7"/>
                    <a:pt x="403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5595938" y="4192588"/>
              <a:ext cx="1262063" cy="1262063"/>
            </a:xfrm>
            <a:custGeom>
              <a:avLst/>
              <a:gdLst/>
              <a:ahLst/>
              <a:cxnLst/>
              <a:rect l="l" t="t" r="r" b="b"/>
              <a:pathLst>
                <a:path w="749" h="748" extrusionOk="0">
                  <a:moveTo>
                    <a:pt x="375" y="748"/>
                  </a:moveTo>
                  <a:cubicBezTo>
                    <a:pt x="375" y="748"/>
                    <a:pt x="375" y="748"/>
                    <a:pt x="375" y="748"/>
                  </a:cubicBezTo>
                  <a:cubicBezTo>
                    <a:pt x="372" y="748"/>
                    <a:pt x="369" y="748"/>
                    <a:pt x="366" y="748"/>
                  </a:cubicBezTo>
                  <a:cubicBezTo>
                    <a:pt x="367" y="689"/>
                    <a:pt x="367" y="689"/>
                    <a:pt x="367" y="689"/>
                  </a:cubicBezTo>
                  <a:cubicBezTo>
                    <a:pt x="370" y="689"/>
                    <a:pt x="372" y="689"/>
                    <a:pt x="375" y="689"/>
                  </a:cubicBezTo>
                  <a:lnTo>
                    <a:pt x="375" y="748"/>
                  </a:lnTo>
                  <a:close/>
                  <a:moveTo>
                    <a:pt x="382" y="748"/>
                  </a:moveTo>
                  <a:cubicBezTo>
                    <a:pt x="381" y="689"/>
                    <a:pt x="381" y="689"/>
                    <a:pt x="381" y="689"/>
                  </a:cubicBezTo>
                  <a:cubicBezTo>
                    <a:pt x="383" y="689"/>
                    <a:pt x="386" y="689"/>
                    <a:pt x="388" y="689"/>
                  </a:cubicBezTo>
                  <a:cubicBezTo>
                    <a:pt x="390" y="747"/>
                    <a:pt x="390" y="747"/>
                    <a:pt x="390" y="747"/>
                  </a:cubicBezTo>
                  <a:cubicBezTo>
                    <a:pt x="388" y="747"/>
                    <a:pt x="385" y="748"/>
                    <a:pt x="382" y="748"/>
                  </a:cubicBezTo>
                  <a:close/>
                  <a:moveTo>
                    <a:pt x="359" y="747"/>
                  </a:moveTo>
                  <a:cubicBezTo>
                    <a:pt x="356" y="747"/>
                    <a:pt x="353" y="747"/>
                    <a:pt x="350" y="747"/>
                  </a:cubicBezTo>
                  <a:cubicBezTo>
                    <a:pt x="354" y="689"/>
                    <a:pt x="354" y="689"/>
                    <a:pt x="354" y="689"/>
                  </a:cubicBezTo>
                  <a:cubicBezTo>
                    <a:pt x="356" y="689"/>
                    <a:pt x="359" y="689"/>
                    <a:pt x="361" y="689"/>
                  </a:cubicBezTo>
                  <a:lnTo>
                    <a:pt x="359" y="747"/>
                  </a:lnTo>
                  <a:close/>
                  <a:moveTo>
                    <a:pt x="398" y="747"/>
                  </a:moveTo>
                  <a:cubicBezTo>
                    <a:pt x="394" y="689"/>
                    <a:pt x="394" y="689"/>
                    <a:pt x="394" y="689"/>
                  </a:cubicBezTo>
                  <a:cubicBezTo>
                    <a:pt x="397" y="688"/>
                    <a:pt x="399" y="688"/>
                    <a:pt x="401" y="688"/>
                  </a:cubicBezTo>
                  <a:cubicBezTo>
                    <a:pt x="406" y="746"/>
                    <a:pt x="406" y="746"/>
                    <a:pt x="406" y="746"/>
                  </a:cubicBezTo>
                  <a:cubicBezTo>
                    <a:pt x="403" y="747"/>
                    <a:pt x="401" y="747"/>
                    <a:pt x="398" y="747"/>
                  </a:cubicBezTo>
                  <a:close/>
                  <a:moveTo>
                    <a:pt x="343" y="746"/>
                  </a:moveTo>
                  <a:cubicBezTo>
                    <a:pt x="340" y="746"/>
                    <a:pt x="337" y="746"/>
                    <a:pt x="334" y="746"/>
                  </a:cubicBezTo>
                  <a:cubicBezTo>
                    <a:pt x="341" y="687"/>
                    <a:pt x="341" y="687"/>
                    <a:pt x="341" y="687"/>
                  </a:cubicBezTo>
                  <a:cubicBezTo>
                    <a:pt x="343" y="688"/>
                    <a:pt x="345" y="688"/>
                    <a:pt x="348" y="688"/>
                  </a:cubicBezTo>
                  <a:lnTo>
                    <a:pt x="343" y="746"/>
                  </a:lnTo>
                  <a:close/>
                  <a:moveTo>
                    <a:pt x="414" y="746"/>
                  </a:moveTo>
                  <a:cubicBezTo>
                    <a:pt x="407" y="688"/>
                    <a:pt x="407" y="688"/>
                    <a:pt x="407" y="688"/>
                  </a:cubicBezTo>
                  <a:cubicBezTo>
                    <a:pt x="410" y="687"/>
                    <a:pt x="412" y="687"/>
                    <a:pt x="415" y="687"/>
                  </a:cubicBezTo>
                  <a:cubicBezTo>
                    <a:pt x="422" y="745"/>
                    <a:pt x="422" y="745"/>
                    <a:pt x="422" y="745"/>
                  </a:cubicBezTo>
                  <a:cubicBezTo>
                    <a:pt x="419" y="745"/>
                    <a:pt x="416" y="745"/>
                    <a:pt x="414" y="746"/>
                  </a:cubicBezTo>
                  <a:close/>
                  <a:moveTo>
                    <a:pt x="327" y="745"/>
                  </a:moveTo>
                  <a:cubicBezTo>
                    <a:pt x="324" y="744"/>
                    <a:pt x="321" y="744"/>
                    <a:pt x="319" y="744"/>
                  </a:cubicBezTo>
                  <a:cubicBezTo>
                    <a:pt x="327" y="686"/>
                    <a:pt x="327" y="686"/>
                    <a:pt x="327" y="686"/>
                  </a:cubicBezTo>
                  <a:cubicBezTo>
                    <a:pt x="330" y="686"/>
                    <a:pt x="332" y="686"/>
                    <a:pt x="334" y="687"/>
                  </a:cubicBezTo>
                  <a:lnTo>
                    <a:pt x="327" y="745"/>
                  </a:lnTo>
                  <a:close/>
                  <a:moveTo>
                    <a:pt x="429" y="744"/>
                  </a:moveTo>
                  <a:cubicBezTo>
                    <a:pt x="421" y="686"/>
                    <a:pt x="421" y="686"/>
                    <a:pt x="421" y="686"/>
                  </a:cubicBezTo>
                  <a:cubicBezTo>
                    <a:pt x="423" y="686"/>
                    <a:pt x="426" y="685"/>
                    <a:pt x="428" y="685"/>
                  </a:cubicBezTo>
                  <a:cubicBezTo>
                    <a:pt x="438" y="742"/>
                    <a:pt x="438" y="742"/>
                    <a:pt x="438" y="742"/>
                  </a:cubicBezTo>
                  <a:cubicBezTo>
                    <a:pt x="435" y="743"/>
                    <a:pt x="432" y="743"/>
                    <a:pt x="429" y="744"/>
                  </a:cubicBezTo>
                  <a:close/>
                  <a:moveTo>
                    <a:pt x="311" y="742"/>
                  </a:moveTo>
                  <a:cubicBezTo>
                    <a:pt x="309" y="742"/>
                    <a:pt x="306" y="741"/>
                    <a:pt x="303" y="741"/>
                  </a:cubicBezTo>
                  <a:cubicBezTo>
                    <a:pt x="314" y="683"/>
                    <a:pt x="314" y="683"/>
                    <a:pt x="314" y="683"/>
                  </a:cubicBezTo>
                  <a:cubicBezTo>
                    <a:pt x="316" y="684"/>
                    <a:pt x="319" y="684"/>
                    <a:pt x="321" y="685"/>
                  </a:cubicBezTo>
                  <a:lnTo>
                    <a:pt x="311" y="742"/>
                  </a:lnTo>
                  <a:close/>
                  <a:moveTo>
                    <a:pt x="445" y="741"/>
                  </a:moveTo>
                  <a:cubicBezTo>
                    <a:pt x="434" y="684"/>
                    <a:pt x="434" y="684"/>
                    <a:pt x="434" y="684"/>
                  </a:cubicBezTo>
                  <a:cubicBezTo>
                    <a:pt x="436" y="683"/>
                    <a:pt x="439" y="683"/>
                    <a:pt x="441" y="682"/>
                  </a:cubicBezTo>
                  <a:cubicBezTo>
                    <a:pt x="453" y="739"/>
                    <a:pt x="453" y="739"/>
                    <a:pt x="453" y="739"/>
                  </a:cubicBezTo>
                  <a:cubicBezTo>
                    <a:pt x="451" y="740"/>
                    <a:pt x="448" y="741"/>
                    <a:pt x="445" y="741"/>
                  </a:cubicBezTo>
                  <a:close/>
                  <a:moveTo>
                    <a:pt x="296" y="739"/>
                  </a:moveTo>
                  <a:cubicBezTo>
                    <a:pt x="293" y="739"/>
                    <a:pt x="290" y="738"/>
                    <a:pt x="287" y="737"/>
                  </a:cubicBezTo>
                  <a:cubicBezTo>
                    <a:pt x="301" y="681"/>
                    <a:pt x="301" y="681"/>
                    <a:pt x="301" y="681"/>
                  </a:cubicBezTo>
                  <a:cubicBezTo>
                    <a:pt x="303" y="681"/>
                    <a:pt x="306" y="682"/>
                    <a:pt x="308" y="682"/>
                  </a:cubicBezTo>
                  <a:lnTo>
                    <a:pt x="296" y="739"/>
                  </a:lnTo>
                  <a:close/>
                  <a:moveTo>
                    <a:pt x="460" y="738"/>
                  </a:moveTo>
                  <a:cubicBezTo>
                    <a:pt x="447" y="681"/>
                    <a:pt x="447" y="681"/>
                    <a:pt x="447" y="681"/>
                  </a:cubicBezTo>
                  <a:cubicBezTo>
                    <a:pt x="449" y="680"/>
                    <a:pt x="452" y="680"/>
                    <a:pt x="454" y="679"/>
                  </a:cubicBezTo>
                  <a:cubicBezTo>
                    <a:pt x="469" y="736"/>
                    <a:pt x="469" y="736"/>
                    <a:pt x="469" y="736"/>
                  </a:cubicBezTo>
                  <a:cubicBezTo>
                    <a:pt x="466" y="736"/>
                    <a:pt x="463" y="737"/>
                    <a:pt x="460" y="738"/>
                  </a:cubicBezTo>
                  <a:close/>
                  <a:moveTo>
                    <a:pt x="280" y="736"/>
                  </a:moveTo>
                  <a:cubicBezTo>
                    <a:pt x="278" y="735"/>
                    <a:pt x="275" y="734"/>
                    <a:pt x="272" y="733"/>
                  </a:cubicBezTo>
                  <a:cubicBezTo>
                    <a:pt x="288" y="677"/>
                    <a:pt x="288" y="677"/>
                    <a:pt x="288" y="677"/>
                  </a:cubicBezTo>
                  <a:cubicBezTo>
                    <a:pt x="290" y="678"/>
                    <a:pt x="293" y="679"/>
                    <a:pt x="295" y="679"/>
                  </a:cubicBezTo>
                  <a:lnTo>
                    <a:pt x="280" y="736"/>
                  </a:lnTo>
                  <a:close/>
                  <a:moveTo>
                    <a:pt x="476" y="734"/>
                  </a:moveTo>
                  <a:cubicBezTo>
                    <a:pt x="460" y="678"/>
                    <a:pt x="460" y="678"/>
                    <a:pt x="460" y="678"/>
                  </a:cubicBezTo>
                  <a:cubicBezTo>
                    <a:pt x="462" y="677"/>
                    <a:pt x="465" y="676"/>
                    <a:pt x="467" y="675"/>
                  </a:cubicBezTo>
                  <a:cubicBezTo>
                    <a:pt x="484" y="731"/>
                    <a:pt x="484" y="731"/>
                    <a:pt x="484" y="731"/>
                  </a:cubicBezTo>
                  <a:cubicBezTo>
                    <a:pt x="481" y="732"/>
                    <a:pt x="479" y="733"/>
                    <a:pt x="476" y="734"/>
                  </a:cubicBezTo>
                  <a:close/>
                  <a:moveTo>
                    <a:pt x="265" y="731"/>
                  </a:moveTo>
                  <a:cubicBezTo>
                    <a:pt x="262" y="731"/>
                    <a:pt x="260" y="730"/>
                    <a:pt x="257" y="729"/>
                  </a:cubicBezTo>
                  <a:cubicBezTo>
                    <a:pt x="275" y="673"/>
                    <a:pt x="275" y="673"/>
                    <a:pt x="275" y="673"/>
                  </a:cubicBezTo>
                  <a:cubicBezTo>
                    <a:pt x="278" y="674"/>
                    <a:pt x="280" y="675"/>
                    <a:pt x="282" y="676"/>
                  </a:cubicBezTo>
                  <a:lnTo>
                    <a:pt x="265" y="731"/>
                  </a:lnTo>
                  <a:close/>
                  <a:moveTo>
                    <a:pt x="491" y="729"/>
                  </a:moveTo>
                  <a:cubicBezTo>
                    <a:pt x="473" y="674"/>
                    <a:pt x="473" y="674"/>
                    <a:pt x="473" y="674"/>
                  </a:cubicBezTo>
                  <a:cubicBezTo>
                    <a:pt x="475" y="673"/>
                    <a:pt x="477" y="672"/>
                    <a:pt x="480" y="671"/>
                  </a:cubicBezTo>
                  <a:cubicBezTo>
                    <a:pt x="499" y="726"/>
                    <a:pt x="499" y="726"/>
                    <a:pt x="499" y="726"/>
                  </a:cubicBezTo>
                  <a:cubicBezTo>
                    <a:pt x="496" y="727"/>
                    <a:pt x="494" y="728"/>
                    <a:pt x="491" y="729"/>
                  </a:cubicBezTo>
                  <a:close/>
                  <a:moveTo>
                    <a:pt x="250" y="726"/>
                  </a:moveTo>
                  <a:cubicBezTo>
                    <a:pt x="247" y="725"/>
                    <a:pt x="244" y="724"/>
                    <a:pt x="242" y="723"/>
                  </a:cubicBezTo>
                  <a:cubicBezTo>
                    <a:pt x="263" y="669"/>
                    <a:pt x="263" y="669"/>
                    <a:pt x="263" y="669"/>
                  </a:cubicBezTo>
                  <a:cubicBezTo>
                    <a:pt x="265" y="670"/>
                    <a:pt x="267" y="671"/>
                    <a:pt x="269" y="671"/>
                  </a:cubicBezTo>
                  <a:lnTo>
                    <a:pt x="250" y="726"/>
                  </a:lnTo>
                  <a:close/>
                  <a:moveTo>
                    <a:pt x="506" y="724"/>
                  </a:moveTo>
                  <a:cubicBezTo>
                    <a:pt x="485" y="669"/>
                    <a:pt x="485" y="669"/>
                    <a:pt x="485" y="669"/>
                  </a:cubicBezTo>
                  <a:cubicBezTo>
                    <a:pt x="488" y="668"/>
                    <a:pt x="490" y="667"/>
                    <a:pt x="492" y="667"/>
                  </a:cubicBezTo>
                  <a:cubicBezTo>
                    <a:pt x="514" y="721"/>
                    <a:pt x="514" y="721"/>
                    <a:pt x="514" y="721"/>
                  </a:cubicBezTo>
                  <a:cubicBezTo>
                    <a:pt x="511" y="722"/>
                    <a:pt x="509" y="723"/>
                    <a:pt x="506" y="724"/>
                  </a:cubicBezTo>
                  <a:close/>
                  <a:moveTo>
                    <a:pt x="235" y="721"/>
                  </a:moveTo>
                  <a:cubicBezTo>
                    <a:pt x="232" y="720"/>
                    <a:pt x="230" y="719"/>
                    <a:pt x="227" y="718"/>
                  </a:cubicBezTo>
                  <a:cubicBezTo>
                    <a:pt x="250" y="664"/>
                    <a:pt x="250" y="664"/>
                    <a:pt x="250" y="664"/>
                  </a:cubicBezTo>
                  <a:cubicBezTo>
                    <a:pt x="252" y="665"/>
                    <a:pt x="255" y="666"/>
                    <a:pt x="257" y="667"/>
                  </a:cubicBezTo>
                  <a:lnTo>
                    <a:pt x="235" y="721"/>
                  </a:lnTo>
                  <a:close/>
                  <a:moveTo>
                    <a:pt x="521" y="718"/>
                  </a:moveTo>
                  <a:cubicBezTo>
                    <a:pt x="498" y="664"/>
                    <a:pt x="498" y="664"/>
                    <a:pt x="498" y="664"/>
                  </a:cubicBezTo>
                  <a:cubicBezTo>
                    <a:pt x="500" y="663"/>
                    <a:pt x="502" y="662"/>
                    <a:pt x="504" y="661"/>
                  </a:cubicBezTo>
                  <a:cubicBezTo>
                    <a:pt x="529" y="715"/>
                    <a:pt x="529" y="715"/>
                    <a:pt x="529" y="715"/>
                  </a:cubicBezTo>
                  <a:cubicBezTo>
                    <a:pt x="526" y="716"/>
                    <a:pt x="523" y="717"/>
                    <a:pt x="521" y="718"/>
                  </a:cubicBezTo>
                  <a:close/>
                  <a:moveTo>
                    <a:pt x="220" y="715"/>
                  </a:moveTo>
                  <a:cubicBezTo>
                    <a:pt x="218" y="713"/>
                    <a:pt x="215" y="712"/>
                    <a:pt x="213" y="711"/>
                  </a:cubicBezTo>
                  <a:cubicBezTo>
                    <a:pt x="238" y="658"/>
                    <a:pt x="238" y="658"/>
                    <a:pt x="238" y="658"/>
                  </a:cubicBezTo>
                  <a:cubicBezTo>
                    <a:pt x="240" y="659"/>
                    <a:pt x="242" y="660"/>
                    <a:pt x="245" y="661"/>
                  </a:cubicBezTo>
                  <a:lnTo>
                    <a:pt x="220" y="715"/>
                  </a:lnTo>
                  <a:close/>
                  <a:moveTo>
                    <a:pt x="535" y="712"/>
                  </a:moveTo>
                  <a:cubicBezTo>
                    <a:pt x="510" y="659"/>
                    <a:pt x="510" y="659"/>
                    <a:pt x="510" y="659"/>
                  </a:cubicBezTo>
                  <a:cubicBezTo>
                    <a:pt x="512" y="658"/>
                    <a:pt x="514" y="657"/>
                    <a:pt x="517" y="656"/>
                  </a:cubicBezTo>
                  <a:cubicBezTo>
                    <a:pt x="543" y="708"/>
                    <a:pt x="543" y="708"/>
                    <a:pt x="543" y="708"/>
                  </a:cubicBezTo>
                  <a:cubicBezTo>
                    <a:pt x="540" y="709"/>
                    <a:pt x="538" y="710"/>
                    <a:pt x="535" y="712"/>
                  </a:cubicBezTo>
                  <a:close/>
                  <a:moveTo>
                    <a:pt x="206" y="708"/>
                  </a:moveTo>
                  <a:cubicBezTo>
                    <a:pt x="203" y="706"/>
                    <a:pt x="201" y="705"/>
                    <a:pt x="198" y="704"/>
                  </a:cubicBezTo>
                  <a:cubicBezTo>
                    <a:pt x="226" y="652"/>
                    <a:pt x="226" y="652"/>
                    <a:pt x="226" y="652"/>
                  </a:cubicBezTo>
                  <a:cubicBezTo>
                    <a:pt x="228" y="653"/>
                    <a:pt x="230" y="654"/>
                    <a:pt x="232" y="656"/>
                  </a:cubicBezTo>
                  <a:lnTo>
                    <a:pt x="206" y="708"/>
                  </a:lnTo>
                  <a:close/>
                  <a:moveTo>
                    <a:pt x="549" y="704"/>
                  </a:moveTo>
                  <a:cubicBezTo>
                    <a:pt x="522" y="653"/>
                    <a:pt x="522" y="653"/>
                    <a:pt x="522" y="653"/>
                  </a:cubicBezTo>
                  <a:cubicBezTo>
                    <a:pt x="524" y="652"/>
                    <a:pt x="526" y="650"/>
                    <a:pt x="528" y="649"/>
                  </a:cubicBezTo>
                  <a:cubicBezTo>
                    <a:pt x="557" y="700"/>
                    <a:pt x="557" y="700"/>
                    <a:pt x="557" y="700"/>
                  </a:cubicBezTo>
                  <a:cubicBezTo>
                    <a:pt x="554" y="702"/>
                    <a:pt x="552" y="703"/>
                    <a:pt x="549" y="704"/>
                  </a:cubicBezTo>
                  <a:close/>
                  <a:moveTo>
                    <a:pt x="192" y="700"/>
                  </a:moveTo>
                  <a:cubicBezTo>
                    <a:pt x="189" y="699"/>
                    <a:pt x="187" y="697"/>
                    <a:pt x="184" y="696"/>
                  </a:cubicBezTo>
                  <a:cubicBezTo>
                    <a:pt x="214" y="646"/>
                    <a:pt x="214" y="646"/>
                    <a:pt x="214" y="646"/>
                  </a:cubicBezTo>
                  <a:cubicBezTo>
                    <a:pt x="216" y="647"/>
                    <a:pt x="218" y="648"/>
                    <a:pt x="221" y="649"/>
                  </a:cubicBezTo>
                  <a:lnTo>
                    <a:pt x="192" y="700"/>
                  </a:lnTo>
                  <a:close/>
                  <a:moveTo>
                    <a:pt x="563" y="697"/>
                  </a:moveTo>
                  <a:cubicBezTo>
                    <a:pt x="534" y="646"/>
                    <a:pt x="534" y="646"/>
                    <a:pt x="534" y="646"/>
                  </a:cubicBezTo>
                  <a:cubicBezTo>
                    <a:pt x="536" y="645"/>
                    <a:pt x="538" y="644"/>
                    <a:pt x="540" y="642"/>
                  </a:cubicBezTo>
                  <a:cubicBezTo>
                    <a:pt x="571" y="692"/>
                    <a:pt x="571" y="692"/>
                    <a:pt x="571" y="692"/>
                  </a:cubicBezTo>
                  <a:cubicBezTo>
                    <a:pt x="568" y="694"/>
                    <a:pt x="566" y="695"/>
                    <a:pt x="563" y="697"/>
                  </a:cubicBezTo>
                  <a:close/>
                  <a:moveTo>
                    <a:pt x="178" y="692"/>
                  </a:moveTo>
                  <a:cubicBezTo>
                    <a:pt x="176" y="691"/>
                    <a:pt x="173" y="689"/>
                    <a:pt x="171" y="688"/>
                  </a:cubicBezTo>
                  <a:cubicBezTo>
                    <a:pt x="203" y="638"/>
                    <a:pt x="203" y="638"/>
                    <a:pt x="203" y="638"/>
                  </a:cubicBezTo>
                  <a:cubicBezTo>
                    <a:pt x="205" y="640"/>
                    <a:pt x="207" y="641"/>
                    <a:pt x="209" y="642"/>
                  </a:cubicBezTo>
                  <a:lnTo>
                    <a:pt x="178" y="692"/>
                  </a:lnTo>
                  <a:close/>
                  <a:moveTo>
                    <a:pt x="577" y="688"/>
                  </a:moveTo>
                  <a:cubicBezTo>
                    <a:pt x="545" y="639"/>
                    <a:pt x="545" y="639"/>
                    <a:pt x="545" y="639"/>
                  </a:cubicBezTo>
                  <a:cubicBezTo>
                    <a:pt x="547" y="638"/>
                    <a:pt x="549" y="637"/>
                    <a:pt x="551" y="635"/>
                  </a:cubicBezTo>
                  <a:cubicBezTo>
                    <a:pt x="584" y="684"/>
                    <a:pt x="584" y="684"/>
                    <a:pt x="584" y="684"/>
                  </a:cubicBezTo>
                  <a:cubicBezTo>
                    <a:pt x="581" y="685"/>
                    <a:pt x="579" y="687"/>
                    <a:pt x="577" y="688"/>
                  </a:cubicBezTo>
                  <a:close/>
                  <a:moveTo>
                    <a:pt x="165" y="684"/>
                  </a:moveTo>
                  <a:cubicBezTo>
                    <a:pt x="163" y="682"/>
                    <a:pt x="160" y="680"/>
                    <a:pt x="158" y="679"/>
                  </a:cubicBezTo>
                  <a:cubicBezTo>
                    <a:pt x="192" y="631"/>
                    <a:pt x="192" y="631"/>
                    <a:pt x="192" y="631"/>
                  </a:cubicBezTo>
                  <a:cubicBezTo>
                    <a:pt x="194" y="632"/>
                    <a:pt x="196" y="634"/>
                    <a:pt x="198" y="635"/>
                  </a:cubicBezTo>
                  <a:lnTo>
                    <a:pt x="165" y="684"/>
                  </a:lnTo>
                  <a:close/>
                  <a:moveTo>
                    <a:pt x="590" y="680"/>
                  </a:moveTo>
                  <a:cubicBezTo>
                    <a:pt x="556" y="632"/>
                    <a:pt x="556" y="632"/>
                    <a:pt x="556" y="632"/>
                  </a:cubicBezTo>
                  <a:cubicBezTo>
                    <a:pt x="558" y="630"/>
                    <a:pt x="560" y="629"/>
                    <a:pt x="562" y="628"/>
                  </a:cubicBezTo>
                  <a:cubicBezTo>
                    <a:pt x="597" y="675"/>
                    <a:pt x="597" y="675"/>
                    <a:pt x="597" y="675"/>
                  </a:cubicBezTo>
                  <a:cubicBezTo>
                    <a:pt x="594" y="676"/>
                    <a:pt x="592" y="678"/>
                    <a:pt x="590" y="680"/>
                  </a:cubicBezTo>
                  <a:close/>
                  <a:moveTo>
                    <a:pt x="152" y="674"/>
                  </a:moveTo>
                  <a:cubicBezTo>
                    <a:pt x="150" y="673"/>
                    <a:pt x="147" y="671"/>
                    <a:pt x="145" y="669"/>
                  </a:cubicBezTo>
                  <a:cubicBezTo>
                    <a:pt x="181" y="623"/>
                    <a:pt x="181" y="623"/>
                    <a:pt x="181" y="623"/>
                  </a:cubicBezTo>
                  <a:cubicBezTo>
                    <a:pt x="183" y="624"/>
                    <a:pt x="185" y="626"/>
                    <a:pt x="187" y="627"/>
                  </a:cubicBezTo>
                  <a:lnTo>
                    <a:pt x="152" y="674"/>
                  </a:lnTo>
                  <a:close/>
                  <a:moveTo>
                    <a:pt x="603" y="670"/>
                  </a:moveTo>
                  <a:cubicBezTo>
                    <a:pt x="567" y="624"/>
                    <a:pt x="567" y="624"/>
                    <a:pt x="567" y="624"/>
                  </a:cubicBezTo>
                  <a:cubicBezTo>
                    <a:pt x="569" y="622"/>
                    <a:pt x="571" y="621"/>
                    <a:pt x="573" y="619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7" y="667"/>
                    <a:pt x="605" y="668"/>
                    <a:pt x="603" y="670"/>
                  </a:cubicBezTo>
                  <a:close/>
                  <a:moveTo>
                    <a:pt x="139" y="665"/>
                  </a:moveTo>
                  <a:cubicBezTo>
                    <a:pt x="137" y="663"/>
                    <a:pt x="135" y="661"/>
                    <a:pt x="133" y="659"/>
                  </a:cubicBezTo>
                  <a:cubicBezTo>
                    <a:pt x="171" y="614"/>
                    <a:pt x="171" y="614"/>
                    <a:pt x="171" y="614"/>
                  </a:cubicBezTo>
                  <a:cubicBezTo>
                    <a:pt x="172" y="616"/>
                    <a:pt x="174" y="618"/>
                    <a:pt x="176" y="619"/>
                  </a:cubicBezTo>
                  <a:lnTo>
                    <a:pt x="139" y="665"/>
                  </a:lnTo>
                  <a:close/>
                  <a:moveTo>
                    <a:pt x="615" y="660"/>
                  </a:moveTo>
                  <a:cubicBezTo>
                    <a:pt x="577" y="615"/>
                    <a:pt x="577" y="615"/>
                    <a:pt x="577" y="615"/>
                  </a:cubicBezTo>
                  <a:cubicBezTo>
                    <a:pt x="579" y="614"/>
                    <a:pt x="581" y="612"/>
                    <a:pt x="583" y="611"/>
                  </a:cubicBezTo>
                  <a:cubicBezTo>
                    <a:pt x="621" y="655"/>
                    <a:pt x="621" y="655"/>
                    <a:pt x="621" y="655"/>
                  </a:cubicBezTo>
                  <a:cubicBezTo>
                    <a:pt x="619" y="656"/>
                    <a:pt x="617" y="658"/>
                    <a:pt x="615" y="660"/>
                  </a:cubicBezTo>
                  <a:close/>
                  <a:moveTo>
                    <a:pt x="127" y="654"/>
                  </a:moveTo>
                  <a:cubicBezTo>
                    <a:pt x="125" y="652"/>
                    <a:pt x="123" y="651"/>
                    <a:pt x="121" y="649"/>
                  </a:cubicBezTo>
                  <a:cubicBezTo>
                    <a:pt x="161" y="606"/>
                    <a:pt x="161" y="606"/>
                    <a:pt x="161" y="606"/>
                  </a:cubicBezTo>
                  <a:cubicBezTo>
                    <a:pt x="162" y="607"/>
                    <a:pt x="164" y="609"/>
                    <a:pt x="166" y="610"/>
                  </a:cubicBezTo>
                  <a:lnTo>
                    <a:pt x="127" y="654"/>
                  </a:lnTo>
                  <a:close/>
                  <a:moveTo>
                    <a:pt x="627" y="650"/>
                  </a:moveTo>
                  <a:cubicBezTo>
                    <a:pt x="587" y="607"/>
                    <a:pt x="587" y="607"/>
                    <a:pt x="587" y="607"/>
                  </a:cubicBezTo>
                  <a:cubicBezTo>
                    <a:pt x="589" y="605"/>
                    <a:pt x="591" y="603"/>
                    <a:pt x="593" y="602"/>
                  </a:cubicBezTo>
                  <a:cubicBezTo>
                    <a:pt x="633" y="644"/>
                    <a:pt x="633" y="644"/>
                    <a:pt x="633" y="644"/>
                  </a:cubicBezTo>
                  <a:cubicBezTo>
                    <a:pt x="631" y="646"/>
                    <a:pt x="629" y="648"/>
                    <a:pt x="627" y="650"/>
                  </a:cubicBezTo>
                  <a:close/>
                  <a:moveTo>
                    <a:pt x="116" y="644"/>
                  </a:moveTo>
                  <a:cubicBezTo>
                    <a:pt x="114" y="642"/>
                    <a:pt x="111" y="640"/>
                    <a:pt x="109" y="638"/>
                  </a:cubicBezTo>
                  <a:cubicBezTo>
                    <a:pt x="151" y="596"/>
                    <a:pt x="151" y="596"/>
                    <a:pt x="151" y="596"/>
                  </a:cubicBezTo>
                  <a:cubicBezTo>
                    <a:pt x="153" y="598"/>
                    <a:pt x="154" y="600"/>
                    <a:pt x="156" y="601"/>
                  </a:cubicBezTo>
                  <a:lnTo>
                    <a:pt x="116" y="644"/>
                  </a:lnTo>
                  <a:close/>
                  <a:moveTo>
                    <a:pt x="638" y="639"/>
                  </a:moveTo>
                  <a:cubicBezTo>
                    <a:pt x="597" y="597"/>
                    <a:pt x="597" y="597"/>
                    <a:pt x="597" y="597"/>
                  </a:cubicBezTo>
                  <a:cubicBezTo>
                    <a:pt x="599" y="596"/>
                    <a:pt x="601" y="594"/>
                    <a:pt x="602" y="592"/>
                  </a:cubicBezTo>
                  <a:cubicBezTo>
                    <a:pt x="644" y="633"/>
                    <a:pt x="644" y="633"/>
                    <a:pt x="644" y="633"/>
                  </a:cubicBezTo>
                  <a:cubicBezTo>
                    <a:pt x="642" y="635"/>
                    <a:pt x="640" y="637"/>
                    <a:pt x="638" y="639"/>
                  </a:cubicBezTo>
                  <a:close/>
                  <a:moveTo>
                    <a:pt x="104" y="632"/>
                  </a:moveTo>
                  <a:cubicBezTo>
                    <a:pt x="102" y="630"/>
                    <a:pt x="100" y="628"/>
                    <a:pt x="98" y="626"/>
                  </a:cubicBezTo>
                  <a:cubicBezTo>
                    <a:pt x="142" y="587"/>
                    <a:pt x="142" y="587"/>
                    <a:pt x="142" y="587"/>
                  </a:cubicBezTo>
                  <a:cubicBezTo>
                    <a:pt x="143" y="588"/>
                    <a:pt x="145" y="590"/>
                    <a:pt x="147" y="592"/>
                  </a:cubicBezTo>
                  <a:lnTo>
                    <a:pt x="104" y="632"/>
                  </a:lnTo>
                  <a:close/>
                  <a:moveTo>
                    <a:pt x="649" y="627"/>
                  </a:moveTo>
                  <a:cubicBezTo>
                    <a:pt x="606" y="588"/>
                    <a:pt x="606" y="588"/>
                    <a:pt x="606" y="588"/>
                  </a:cubicBezTo>
                  <a:cubicBezTo>
                    <a:pt x="608" y="586"/>
                    <a:pt x="610" y="584"/>
                    <a:pt x="611" y="582"/>
                  </a:cubicBezTo>
                  <a:cubicBezTo>
                    <a:pt x="655" y="621"/>
                    <a:pt x="655" y="621"/>
                    <a:pt x="655" y="621"/>
                  </a:cubicBezTo>
                  <a:cubicBezTo>
                    <a:pt x="653" y="623"/>
                    <a:pt x="651" y="625"/>
                    <a:pt x="649" y="627"/>
                  </a:cubicBezTo>
                  <a:close/>
                  <a:moveTo>
                    <a:pt x="94" y="621"/>
                  </a:moveTo>
                  <a:cubicBezTo>
                    <a:pt x="92" y="619"/>
                    <a:pt x="90" y="616"/>
                    <a:pt x="88" y="614"/>
                  </a:cubicBezTo>
                  <a:cubicBezTo>
                    <a:pt x="133" y="577"/>
                    <a:pt x="133" y="577"/>
                    <a:pt x="133" y="577"/>
                  </a:cubicBezTo>
                  <a:cubicBezTo>
                    <a:pt x="134" y="578"/>
                    <a:pt x="136" y="580"/>
                    <a:pt x="138" y="582"/>
                  </a:cubicBezTo>
                  <a:lnTo>
                    <a:pt x="94" y="621"/>
                  </a:lnTo>
                  <a:close/>
                  <a:moveTo>
                    <a:pt x="660" y="616"/>
                  </a:moveTo>
                  <a:cubicBezTo>
                    <a:pt x="615" y="578"/>
                    <a:pt x="615" y="578"/>
                    <a:pt x="615" y="578"/>
                  </a:cubicBezTo>
                  <a:cubicBezTo>
                    <a:pt x="617" y="576"/>
                    <a:pt x="618" y="574"/>
                    <a:pt x="620" y="572"/>
                  </a:cubicBezTo>
                  <a:cubicBezTo>
                    <a:pt x="665" y="609"/>
                    <a:pt x="665" y="609"/>
                    <a:pt x="665" y="609"/>
                  </a:cubicBezTo>
                  <a:cubicBezTo>
                    <a:pt x="664" y="611"/>
                    <a:pt x="662" y="613"/>
                    <a:pt x="660" y="616"/>
                  </a:cubicBezTo>
                  <a:close/>
                  <a:moveTo>
                    <a:pt x="83" y="609"/>
                  </a:moveTo>
                  <a:cubicBezTo>
                    <a:pt x="82" y="606"/>
                    <a:pt x="80" y="604"/>
                    <a:pt x="78" y="602"/>
                  </a:cubicBezTo>
                  <a:cubicBezTo>
                    <a:pt x="124" y="566"/>
                    <a:pt x="124" y="566"/>
                    <a:pt x="124" y="566"/>
                  </a:cubicBezTo>
                  <a:cubicBezTo>
                    <a:pt x="126" y="568"/>
                    <a:pt x="127" y="570"/>
                    <a:pt x="129" y="572"/>
                  </a:cubicBezTo>
                  <a:lnTo>
                    <a:pt x="83" y="609"/>
                  </a:lnTo>
                  <a:close/>
                  <a:moveTo>
                    <a:pt x="670" y="603"/>
                  </a:moveTo>
                  <a:cubicBezTo>
                    <a:pt x="624" y="567"/>
                    <a:pt x="624" y="567"/>
                    <a:pt x="624" y="567"/>
                  </a:cubicBezTo>
                  <a:cubicBezTo>
                    <a:pt x="625" y="565"/>
                    <a:pt x="627" y="563"/>
                    <a:pt x="628" y="561"/>
                  </a:cubicBezTo>
                  <a:cubicBezTo>
                    <a:pt x="675" y="596"/>
                    <a:pt x="675" y="596"/>
                    <a:pt x="675" y="596"/>
                  </a:cubicBezTo>
                  <a:cubicBezTo>
                    <a:pt x="673" y="599"/>
                    <a:pt x="672" y="601"/>
                    <a:pt x="670" y="603"/>
                  </a:cubicBezTo>
                  <a:close/>
                  <a:moveTo>
                    <a:pt x="74" y="596"/>
                  </a:moveTo>
                  <a:cubicBezTo>
                    <a:pt x="72" y="594"/>
                    <a:pt x="70" y="591"/>
                    <a:pt x="69" y="589"/>
                  </a:cubicBezTo>
                  <a:cubicBezTo>
                    <a:pt x="116" y="555"/>
                    <a:pt x="116" y="555"/>
                    <a:pt x="116" y="555"/>
                  </a:cubicBezTo>
                  <a:cubicBezTo>
                    <a:pt x="118" y="557"/>
                    <a:pt x="119" y="559"/>
                    <a:pt x="121" y="561"/>
                  </a:cubicBezTo>
                  <a:lnTo>
                    <a:pt x="74" y="596"/>
                  </a:lnTo>
                  <a:close/>
                  <a:moveTo>
                    <a:pt x="679" y="590"/>
                  </a:moveTo>
                  <a:cubicBezTo>
                    <a:pt x="632" y="557"/>
                    <a:pt x="632" y="557"/>
                    <a:pt x="632" y="557"/>
                  </a:cubicBezTo>
                  <a:cubicBezTo>
                    <a:pt x="633" y="555"/>
                    <a:pt x="635" y="553"/>
                    <a:pt x="636" y="551"/>
                  </a:cubicBezTo>
                  <a:cubicBezTo>
                    <a:pt x="684" y="583"/>
                    <a:pt x="684" y="583"/>
                    <a:pt x="684" y="583"/>
                  </a:cubicBezTo>
                  <a:cubicBezTo>
                    <a:pt x="683" y="586"/>
                    <a:pt x="681" y="588"/>
                    <a:pt x="679" y="590"/>
                  </a:cubicBezTo>
                  <a:close/>
                  <a:moveTo>
                    <a:pt x="65" y="583"/>
                  </a:moveTo>
                  <a:cubicBezTo>
                    <a:pt x="63" y="581"/>
                    <a:pt x="61" y="578"/>
                    <a:pt x="60" y="576"/>
                  </a:cubicBezTo>
                  <a:cubicBezTo>
                    <a:pt x="109" y="544"/>
                    <a:pt x="109" y="544"/>
                    <a:pt x="109" y="544"/>
                  </a:cubicBezTo>
                  <a:cubicBezTo>
                    <a:pt x="110" y="546"/>
                    <a:pt x="112" y="548"/>
                    <a:pt x="113" y="550"/>
                  </a:cubicBezTo>
                  <a:lnTo>
                    <a:pt x="65" y="583"/>
                  </a:lnTo>
                  <a:close/>
                  <a:moveTo>
                    <a:pt x="688" y="577"/>
                  </a:moveTo>
                  <a:cubicBezTo>
                    <a:pt x="639" y="545"/>
                    <a:pt x="639" y="545"/>
                    <a:pt x="639" y="545"/>
                  </a:cubicBezTo>
                  <a:cubicBezTo>
                    <a:pt x="641" y="543"/>
                    <a:pt x="642" y="541"/>
                    <a:pt x="643" y="539"/>
                  </a:cubicBezTo>
                  <a:cubicBezTo>
                    <a:pt x="693" y="570"/>
                    <a:pt x="693" y="570"/>
                    <a:pt x="693" y="570"/>
                  </a:cubicBezTo>
                  <a:cubicBezTo>
                    <a:pt x="691" y="572"/>
                    <a:pt x="690" y="575"/>
                    <a:pt x="688" y="577"/>
                  </a:cubicBezTo>
                  <a:close/>
                  <a:moveTo>
                    <a:pt x="56" y="570"/>
                  </a:moveTo>
                  <a:cubicBezTo>
                    <a:pt x="54" y="567"/>
                    <a:pt x="53" y="565"/>
                    <a:pt x="52" y="562"/>
                  </a:cubicBezTo>
                  <a:cubicBezTo>
                    <a:pt x="102" y="533"/>
                    <a:pt x="102" y="533"/>
                    <a:pt x="102" y="533"/>
                  </a:cubicBezTo>
                  <a:cubicBezTo>
                    <a:pt x="103" y="535"/>
                    <a:pt x="104" y="537"/>
                    <a:pt x="106" y="539"/>
                  </a:cubicBezTo>
                  <a:lnTo>
                    <a:pt x="56" y="570"/>
                  </a:lnTo>
                  <a:close/>
                  <a:moveTo>
                    <a:pt x="697" y="564"/>
                  </a:moveTo>
                  <a:cubicBezTo>
                    <a:pt x="646" y="534"/>
                    <a:pt x="646" y="534"/>
                    <a:pt x="646" y="534"/>
                  </a:cubicBezTo>
                  <a:cubicBezTo>
                    <a:pt x="648" y="532"/>
                    <a:pt x="649" y="530"/>
                    <a:pt x="650" y="528"/>
                  </a:cubicBezTo>
                  <a:cubicBezTo>
                    <a:pt x="701" y="556"/>
                    <a:pt x="701" y="556"/>
                    <a:pt x="701" y="556"/>
                  </a:cubicBezTo>
                  <a:cubicBezTo>
                    <a:pt x="700" y="559"/>
                    <a:pt x="698" y="561"/>
                    <a:pt x="697" y="564"/>
                  </a:cubicBezTo>
                  <a:close/>
                  <a:moveTo>
                    <a:pt x="48" y="556"/>
                  </a:moveTo>
                  <a:cubicBezTo>
                    <a:pt x="47" y="554"/>
                    <a:pt x="45" y="551"/>
                    <a:pt x="44" y="549"/>
                  </a:cubicBezTo>
                  <a:cubicBezTo>
                    <a:pt x="95" y="521"/>
                    <a:pt x="95" y="521"/>
                    <a:pt x="95" y="521"/>
                  </a:cubicBezTo>
                  <a:cubicBezTo>
                    <a:pt x="97" y="523"/>
                    <a:pt x="98" y="525"/>
                    <a:pt x="99" y="528"/>
                  </a:cubicBezTo>
                  <a:lnTo>
                    <a:pt x="48" y="556"/>
                  </a:lnTo>
                  <a:close/>
                  <a:moveTo>
                    <a:pt x="704" y="550"/>
                  </a:moveTo>
                  <a:cubicBezTo>
                    <a:pt x="653" y="522"/>
                    <a:pt x="653" y="522"/>
                    <a:pt x="653" y="522"/>
                  </a:cubicBezTo>
                  <a:cubicBezTo>
                    <a:pt x="654" y="520"/>
                    <a:pt x="655" y="518"/>
                    <a:pt x="656" y="516"/>
                  </a:cubicBezTo>
                  <a:cubicBezTo>
                    <a:pt x="708" y="542"/>
                    <a:pt x="708" y="542"/>
                    <a:pt x="708" y="542"/>
                  </a:cubicBezTo>
                  <a:cubicBezTo>
                    <a:pt x="707" y="545"/>
                    <a:pt x="706" y="547"/>
                    <a:pt x="704" y="550"/>
                  </a:cubicBezTo>
                  <a:close/>
                  <a:moveTo>
                    <a:pt x="40" y="542"/>
                  </a:moveTo>
                  <a:cubicBezTo>
                    <a:pt x="39" y="540"/>
                    <a:pt x="38" y="537"/>
                    <a:pt x="37" y="534"/>
                  </a:cubicBezTo>
                  <a:cubicBezTo>
                    <a:pt x="89" y="509"/>
                    <a:pt x="89" y="509"/>
                    <a:pt x="89" y="509"/>
                  </a:cubicBezTo>
                  <a:cubicBezTo>
                    <a:pt x="91" y="511"/>
                    <a:pt x="92" y="514"/>
                    <a:pt x="93" y="516"/>
                  </a:cubicBezTo>
                  <a:lnTo>
                    <a:pt x="40" y="542"/>
                  </a:lnTo>
                  <a:close/>
                  <a:moveTo>
                    <a:pt x="712" y="536"/>
                  </a:moveTo>
                  <a:cubicBezTo>
                    <a:pt x="659" y="510"/>
                    <a:pt x="659" y="510"/>
                    <a:pt x="659" y="510"/>
                  </a:cubicBezTo>
                  <a:cubicBezTo>
                    <a:pt x="660" y="508"/>
                    <a:pt x="661" y="506"/>
                    <a:pt x="662" y="504"/>
                  </a:cubicBezTo>
                  <a:cubicBezTo>
                    <a:pt x="715" y="528"/>
                    <a:pt x="715" y="528"/>
                    <a:pt x="715" y="528"/>
                  </a:cubicBezTo>
                  <a:cubicBezTo>
                    <a:pt x="714" y="531"/>
                    <a:pt x="713" y="533"/>
                    <a:pt x="712" y="536"/>
                  </a:cubicBezTo>
                  <a:close/>
                  <a:moveTo>
                    <a:pt x="34" y="528"/>
                  </a:moveTo>
                  <a:cubicBezTo>
                    <a:pt x="32" y="525"/>
                    <a:pt x="31" y="523"/>
                    <a:pt x="30" y="520"/>
                  </a:cubicBezTo>
                  <a:cubicBezTo>
                    <a:pt x="84" y="497"/>
                    <a:pt x="84" y="497"/>
                    <a:pt x="84" y="497"/>
                  </a:cubicBezTo>
                  <a:cubicBezTo>
                    <a:pt x="85" y="499"/>
                    <a:pt x="86" y="502"/>
                    <a:pt x="87" y="504"/>
                  </a:cubicBezTo>
                  <a:lnTo>
                    <a:pt x="34" y="528"/>
                  </a:lnTo>
                  <a:close/>
                  <a:moveTo>
                    <a:pt x="718" y="521"/>
                  </a:moveTo>
                  <a:cubicBezTo>
                    <a:pt x="665" y="498"/>
                    <a:pt x="665" y="498"/>
                    <a:pt x="665" y="498"/>
                  </a:cubicBezTo>
                  <a:cubicBezTo>
                    <a:pt x="666" y="496"/>
                    <a:pt x="666" y="494"/>
                    <a:pt x="667" y="491"/>
                  </a:cubicBezTo>
                  <a:cubicBezTo>
                    <a:pt x="722" y="513"/>
                    <a:pt x="722" y="513"/>
                    <a:pt x="722" y="513"/>
                  </a:cubicBezTo>
                  <a:cubicBezTo>
                    <a:pt x="721" y="516"/>
                    <a:pt x="719" y="519"/>
                    <a:pt x="718" y="521"/>
                  </a:cubicBezTo>
                  <a:close/>
                  <a:moveTo>
                    <a:pt x="27" y="513"/>
                  </a:moveTo>
                  <a:cubicBezTo>
                    <a:pt x="26" y="511"/>
                    <a:pt x="25" y="508"/>
                    <a:pt x="24" y="505"/>
                  </a:cubicBezTo>
                  <a:cubicBezTo>
                    <a:pt x="79" y="485"/>
                    <a:pt x="79" y="485"/>
                    <a:pt x="79" y="485"/>
                  </a:cubicBezTo>
                  <a:cubicBezTo>
                    <a:pt x="80" y="487"/>
                    <a:pt x="81" y="489"/>
                    <a:pt x="82" y="491"/>
                  </a:cubicBezTo>
                  <a:lnTo>
                    <a:pt x="27" y="513"/>
                  </a:lnTo>
                  <a:close/>
                  <a:moveTo>
                    <a:pt x="724" y="506"/>
                  </a:moveTo>
                  <a:cubicBezTo>
                    <a:pt x="670" y="486"/>
                    <a:pt x="670" y="486"/>
                    <a:pt x="670" y="486"/>
                  </a:cubicBezTo>
                  <a:cubicBezTo>
                    <a:pt x="670" y="483"/>
                    <a:pt x="671" y="481"/>
                    <a:pt x="672" y="479"/>
                  </a:cubicBezTo>
                  <a:cubicBezTo>
                    <a:pt x="727" y="498"/>
                    <a:pt x="727" y="498"/>
                    <a:pt x="727" y="498"/>
                  </a:cubicBezTo>
                  <a:cubicBezTo>
                    <a:pt x="726" y="501"/>
                    <a:pt x="725" y="504"/>
                    <a:pt x="724" y="506"/>
                  </a:cubicBezTo>
                  <a:close/>
                  <a:moveTo>
                    <a:pt x="22" y="498"/>
                  </a:moveTo>
                  <a:cubicBezTo>
                    <a:pt x="21" y="496"/>
                    <a:pt x="20" y="493"/>
                    <a:pt x="19" y="490"/>
                  </a:cubicBezTo>
                  <a:cubicBezTo>
                    <a:pt x="75" y="472"/>
                    <a:pt x="75" y="472"/>
                    <a:pt x="75" y="472"/>
                  </a:cubicBezTo>
                  <a:cubicBezTo>
                    <a:pt x="75" y="474"/>
                    <a:pt x="76" y="477"/>
                    <a:pt x="77" y="479"/>
                  </a:cubicBezTo>
                  <a:lnTo>
                    <a:pt x="22" y="498"/>
                  </a:lnTo>
                  <a:close/>
                  <a:moveTo>
                    <a:pt x="730" y="491"/>
                  </a:moveTo>
                  <a:cubicBezTo>
                    <a:pt x="674" y="473"/>
                    <a:pt x="674" y="473"/>
                    <a:pt x="674" y="473"/>
                  </a:cubicBezTo>
                  <a:cubicBezTo>
                    <a:pt x="675" y="471"/>
                    <a:pt x="676" y="468"/>
                    <a:pt x="676" y="466"/>
                  </a:cubicBezTo>
                  <a:cubicBezTo>
                    <a:pt x="732" y="483"/>
                    <a:pt x="732" y="483"/>
                    <a:pt x="732" y="483"/>
                  </a:cubicBezTo>
                  <a:cubicBezTo>
                    <a:pt x="731" y="486"/>
                    <a:pt x="731" y="489"/>
                    <a:pt x="730" y="491"/>
                  </a:cubicBezTo>
                  <a:close/>
                  <a:moveTo>
                    <a:pt x="17" y="483"/>
                  </a:moveTo>
                  <a:cubicBezTo>
                    <a:pt x="16" y="481"/>
                    <a:pt x="15" y="478"/>
                    <a:pt x="14" y="475"/>
                  </a:cubicBezTo>
                  <a:cubicBezTo>
                    <a:pt x="71" y="459"/>
                    <a:pt x="71" y="459"/>
                    <a:pt x="71" y="459"/>
                  </a:cubicBezTo>
                  <a:cubicBezTo>
                    <a:pt x="71" y="462"/>
                    <a:pt x="72" y="464"/>
                    <a:pt x="73" y="466"/>
                  </a:cubicBezTo>
                  <a:lnTo>
                    <a:pt x="17" y="483"/>
                  </a:lnTo>
                  <a:close/>
                  <a:moveTo>
                    <a:pt x="734" y="476"/>
                  </a:moveTo>
                  <a:cubicBezTo>
                    <a:pt x="678" y="460"/>
                    <a:pt x="678" y="460"/>
                    <a:pt x="678" y="460"/>
                  </a:cubicBezTo>
                  <a:cubicBezTo>
                    <a:pt x="679" y="458"/>
                    <a:pt x="679" y="456"/>
                    <a:pt x="680" y="453"/>
                  </a:cubicBezTo>
                  <a:cubicBezTo>
                    <a:pt x="737" y="468"/>
                    <a:pt x="737" y="468"/>
                    <a:pt x="737" y="468"/>
                  </a:cubicBezTo>
                  <a:cubicBezTo>
                    <a:pt x="736" y="471"/>
                    <a:pt x="735" y="473"/>
                    <a:pt x="734" y="476"/>
                  </a:cubicBezTo>
                  <a:close/>
                  <a:moveTo>
                    <a:pt x="12" y="468"/>
                  </a:moveTo>
                  <a:cubicBezTo>
                    <a:pt x="12" y="465"/>
                    <a:pt x="11" y="463"/>
                    <a:pt x="10" y="460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9"/>
                    <a:pt x="68" y="451"/>
                    <a:pt x="69" y="453"/>
                  </a:cubicBezTo>
                  <a:lnTo>
                    <a:pt x="12" y="468"/>
                  </a:lnTo>
                  <a:close/>
                  <a:moveTo>
                    <a:pt x="738" y="461"/>
                  </a:moveTo>
                  <a:cubicBezTo>
                    <a:pt x="681" y="447"/>
                    <a:pt x="681" y="447"/>
                    <a:pt x="681" y="447"/>
                  </a:cubicBezTo>
                  <a:cubicBezTo>
                    <a:pt x="682" y="445"/>
                    <a:pt x="683" y="443"/>
                    <a:pt x="683" y="440"/>
                  </a:cubicBezTo>
                  <a:cubicBezTo>
                    <a:pt x="740" y="452"/>
                    <a:pt x="740" y="452"/>
                    <a:pt x="740" y="452"/>
                  </a:cubicBezTo>
                  <a:cubicBezTo>
                    <a:pt x="740" y="455"/>
                    <a:pt x="739" y="458"/>
                    <a:pt x="738" y="461"/>
                  </a:cubicBezTo>
                  <a:close/>
                  <a:moveTo>
                    <a:pt x="9" y="453"/>
                  </a:moveTo>
                  <a:cubicBezTo>
                    <a:pt x="8" y="450"/>
                    <a:pt x="8" y="447"/>
                    <a:pt x="7" y="444"/>
                  </a:cubicBezTo>
                  <a:cubicBezTo>
                    <a:pt x="65" y="433"/>
                    <a:pt x="65" y="433"/>
                    <a:pt x="65" y="433"/>
                  </a:cubicBezTo>
                  <a:cubicBezTo>
                    <a:pt x="65" y="436"/>
                    <a:pt x="65" y="438"/>
                    <a:pt x="66" y="440"/>
                  </a:cubicBezTo>
                  <a:lnTo>
                    <a:pt x="9" y="453"/>
                  </a:lnTo>
                  <a:close/>
                  <a:moveTo>
                    <a:pt x="742" y="445"/>
                  </a:moveTo>
                  <a:cubicBezTo>
                    <a:pt x="684" y="434"/>
                    <a:pt x="684" y="434"/>
                    <a:pt x="684" y="434"/>
                  </a:cubicBezTo>
                  <a:cubicBezTo>
                    <a:pt x="685" y="432"/>
                    <a:pt x="685" y="429"/>
                    <a:pt x="686" y="427"/>
                  </a:cubicBezTo>
                  <a:cubicBezTo>
                    <a:pt x="743" y="437"/>
                    <a:pt x="743" y="437"/>
                    <a:pt x="743" y="437"/>
                  </a:cubicBezTo>
                  <a:cubicBezTo>
                    <a:pt x="743" y="440"/>
                    <a:pt x="742" y="443"/>
                    <a:pt x="742" y="445"/>
                  </a:cubicBezTo>
                  <a:close/>
                  <a:moveTo>
                    <a:pt x="6" y="437"/>
                  </a:moveTo>
                  <a:cubicBezTo>
                    <a:pt x="5" y="434"/>
                    <a:pt x="5" y="431"/>
                    <a:pt x="4" y="429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63" y="422"/>
                    <a:pt x="63" y="425"/>
                    <a:pt x="63" y="427"/>
                  </a:cubicBezTo>
                  <a:lnTo>
                    <a:pt x="6" y="437"/>
                  </a:lnTo>
                  <a:close/>
                  <a:moveTo>
                    <a:pt x="744" y="430"/>
                  </a:moveTo>
                  <a:cubicBezTo>
                    <a:pt x="687" y="421"/>
                    <a:pt x="687" y="421"/>
                    <a:pt x="687" y="421"/>
                  </a:cubicBezTo>
                  <a:cubicBezTo>
                    <a:pt x="687" y="419"/>
                    <a:pt x="687" y="416"/>
                    <a:pt x="688" y="414"/>
                  </a:cubicBezTo>
                  <a:cubicBezTo>
                    <a:pt x="746" y="421"/>
                    <a:pt x="746" y="421"/>
                    <a:pt x="746" y="421"/>
                  </a:cubicBezTo>
                  <a:cubicBezTo>
                    <a:pt x="745" y="424"/>
                    <a:pt x="745" y="427"/>
                    <a:pt x="744" y="430"/>
                  </a:cubicBezTo>
                  <a:close/>
                  <a:moveTo>
                    <a:pt x="3" y="421"/>
                  </a:moveTo>
                  <a:cubicBezTo>
                    <a:pt x="3" y="418"/>
                    <a:pt x="3" y="416"/>
                    <a:pt x="2" y="413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9"/>
                    <a:pt x="61" y="412"/>
                    <a:pt x="61" y="414"/>
                  </a:cubicBezTo>
                  <a:lnTo>
                    <a:pt x="3" y="421"/>
                  </a:lnTo>
                  <a:close/>
                  <a:moveTo>
                    <a:pt x="746" y="414"/>
                  </a:moveTo>
                  <a:cubicBezTo>
                    <a:pt x="688" y="408"/>
                    <a:pt x="688" y="408"/>
                    <a:pt x="688" y="408"/>
                  </a:cubicBezTo>
                  <a:cubicBezTo>
                    <a:pt x="689" y="405"/>
                    <a:pt x="689" y="403"/>
                    <a:pt x="689" y="400"/>
                  </a:cubicBezTo>
                  <a:cubicBezTo>
                    <a:pt x="747" y="405"/>
                    <a:pt x="747" y="405"/>
                    <a:pt x="747" y="405"/>
                  </a:cubicBezTo>
                  <a:cubicBezTo>
                    <a:pt x="747" y="408"/>
                    <a:pt x="747" y="411"/>
                    <a:pt x="746" y="414"/>
                  </a:cubicBezTo>
                  <a:close/>
                  <a:moveTo>
                    <a:pt x="2" y="406"/>
                  </a:moveTo>
                  <a:cubicBezTo>
                    <a:pt x="2" y="403"/>
                    <a:pt x="1" y="400"/>
                    <a:pt x="1" y="397"/>
                  </a:cubicBezTo>
                  <a:cubicBezTo>
                    <a:pt x="60" y="393"/>
                    <a:pt x="60" y="393"/>
                    <a:pt x="60" y="393"/>
                  </a:cubicBezTo>
                  <a:cubicBezTo>
                    <a:pt x="60" y="396"/>
                    <a:pt x="60" y="398"/>
                    <a:pt x="60" y="401"/>
                  </a:cubicBezTo>
                  <a:lnTo>
                    <a:pt x="2" y="406"/>
                  </a:lnTo>
                  <a:close/>
                  <a:moveTo>
                    <a:pt x="748" y="398"/>
                  </a:moveTo>
                  <a:cubicBezTo>
                    <a:pt x="689" y="394"/>
                    <a:pt x="689" y="394"/>
                    <a:pt x="689" y="394"/>
                  </a:cubicBezTo>
                  <a:cubicBezTo>
                    <a:pt x="690" y="392"/>
                    <a:pt x="690" y="390"/>
                    <a:pt x="690" y="387"/>
                  </a:cubicBezTo>
                  <a:cubicBezTo>
                    <a:pt x="748" y="390"/>
                    <a:pt x="748" y="390"/>
                    <a:pt x="748" y="390"/>
                  </a:cubicBezTo>
                  <a:cubicBezTo>
                    <a:pt x="748" y="392"/>
                    <a:pt x="748" y="395"/>
                    <a:pt x="748" y="398"/>
                  </a:cubicBezTo>
                  <a:close/>
                  <a:moveTo>
                    <a:pt x="1" y="390"/>
                  </a:moveTo>
                  <a:cubicBezTo>
                    <a:pt x="1" y="387"/>
                    <a:pt x="1" y="384"/>
                    <a:pt x="1" y="381"/>
                  </a:cubicBezTo>
                  <a:cubicBezTo>
                    <a:pt x="59" y="380"/>
                    <a:pt x="59" y="380"/>
                    <a:pt x="59" y="380"/>
                  </a:cubicBezTo>
                  <a:cubicBezTo>
                    <a:pt x="59" y="382"/>
                    <a:pt x="59" y="385"/>
                    <a:pt x="59" y="387"/>
                  </a:cubicBezTo>
                  <a:lnTo>
                    <a:pt x="1" y="390"/>
                  </a:lnTo>
                  <a:close/>
                  <a:moveTo>
                    <a:pt x="748" y="382"/>
                  </a:moveTo>
                  <a:cubicBezTo>
                    <a:pt x="690" y="381"/>
                    <a:pt x="690" y="381"/>
                    <a:pt x="690" y="381"/>
                  </a:cubicBezTo>
                  <a:cubicBezTo>
                    <a:pt x="690" y="379"/>
                    <a:pt x="690" y="376"/>
                    <a:pt x="690" y="374"/>
                  </a:cubicBezTo>
                  <a:cubicBezTo>
                    <a:pt x="690" y="373"/>
                    <a:pt x="690" y="373"/>
                    <a:pt x="690" y="373"/>
                  </a:cubicBezTo>
                  <a:cubicBezTo>
                    <a:pt x="749" y="373"/>
                    <a:pt x="749" y="373"/>
                    <a:pt x="749" y="373"/>
                  </a:cubicBezTo>
                  <a:cubicBezTo>
                    <a:pt x="749" y="374"/>
                    <a:pt x="749" y="374"/>
                    <a:pt x="749" y="374"/>
                  </a:cubicBezTo>
                  <a:cubicBezTo>
                    <a:pt x="749" y="377"/>
                    <a:pt x="749" y="379"/>
                    <a:pt x="748" y="382"/>
                  </a:cubicBezTo>
                  <a:close/>
                  <a:moveTo>
                    <a:pt x="59" y="374"/>
                  </a:moveTo>
                  <a:cubicBezTo>
                    <a:pt x="42" y="374"/>
                    <a:pt x="42" y="374"/>
                    <a:pt x="42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1"/>
                    <a:pt x="0" y="368"/>
                    <a:pt x="1" y="365"/>
                  </a:cubicBezTo>
                  <a:cubicBezTo>
                    <a:pt x="59" y="367"/>
                    <a:pt x="59" y="367"/>
                    <a:pt x="59" y="367"/>
                  </a:cubicBezTo>
                  <a:cubicBezTo>
                    <a:pt x="59" y="369"/>
                    <a:pt x="59" y="371"/>
                    <a:pt x="59" y="374"/>
                  </a:cubicBezTo>
                  <a:close/>
                  <a:moveTo>
                    <a:pt x="690" y="367"/>
                  </a:moveTo>
                  <a:cubicBezTo>
                    <a:pt x="690" y="365"/>
                    <a:pt x="690" y="362"/>
                    <a:pt x="690" y="360"/>
                  </a:cubicBezTo>
                  <a:cubicBezTo>
                    <a:pt x="748" y="357"/>
                    <a:pt x="748" y="357"/>
                    <a:pt x="748" y="357"/>
                  </a:cubicBezTo>
                  <a:cubicBezTo>
                    <a:pt x="748" y="360"/>
                    <a:pt x="748" y="363"/>
                    <a:pt x="748" y="366"/>
                  </a:cubicBezTo>
                  <a:lnTo>
                    <a:pt x="690" y="367"/>
                  </a:lnTo>
                  <a:close/>
                  <a:moveTo>
                    <a:pt x="59" y="360"/>
                  </a:moveTo>
                  <a:cubicBezTo>
                    <a:pt x="1" y="358"/>
                    <a:pt x="1" y="358"/>
                    <a:pt x="1" y="358"/>
                  </a:cubicBezTo>
                  <a:cubicBezTo>
                    <a:pt x="1" y="355"/>
                    <a:pt x="1" y="352"/>
                    <a:pt x="1" y="349"/>
                  </a:cubicBezTo>
                  <a:cubicBezTo>
                    <a:pt x="60" y="353"/>
                    <a:pt x="60" y="353"/>
                    <a:pt x="60" y="353"/>
                  </a:cubicBezTo>
                  <a:cubicBezTo>
                    <a:pt x="59" y="356"/>
                    <a:pt x="59" y="358"/>
                    <a:pt x="59" y="360"/>
                  </a:cubicBezTo>
                  <a:close/>
                  <a:moveTo>
                    <a:pt x="689" y="354"/>
                  </a:moveTo>
                  <a:cubicBezTo>
                    <a:pt x="689" y="351"/>
                    <a:pt x="689" y="349"/>
                    <a:pt x="689" y="346"/>
                  </a:cubicBezTo>
                  <a:cubicBezTo>
                    <a:pt x="747" y="342"/>
                    <a:pt x="747" y="342"/>
                    <a:pt x="747" y="342"/>
                  </a:cubicBezTo>
                  <a:cubicBezTo>
                    <a:pt x="747" y="344"/>
                    <a:pt x="748" y="347"/>
                    <a:pt x="748" y="350"/>
                  </a:cubicBezTo>
                  <a:lnTo>
                    <a:pt x="689" y="354"/>
                  </a:lnTo>
                  <a:close/>
                  <a:moveTo>
                    <a:pt x="60" y="347"/>
                  </a:moveTo>
                  <a:cubicBezTo>
                    <a:pt x="2" y="342"/>
                    <a:pt x="2" y="342"/>
                    <a:pt x="2" y="342"/>
                  </a:cubicBezTo>
                  <a:cubicBezTo>
                    <a:pt x="2" y="339"/>
                    <a:pt x="2" y="336"/>
                    <a:pt x="3" y="334"/>
                  </a:cubicBezTo>
                  <a:cubicBezTo>
                    <a:pt x="61" y="340"/>
                    <a:pt x="61" y="340"/>
                    <a:pt x="61" y="340"/>
                  </a:cubicBezTo>
                  <a:cubicBezTo>
                    <a:pt x="60" y="342"/>
                    <a:pt x="60" y="345"/>
                    <a:pt x="60" y="347"/>
                  </a:cubicBezTo>
                  <a:close/>
                  <a:moveTo>
                    <a:pt x="688" y="340"/>
                  </a:moveTo>
                  <a:cubicBezTo>
                    <a:pt x="688" y="338"/>
                    <a:pt x="688" y="336"/>
                    <a:pt x="688" y="333"/>
                  </a:cubicBezTo>
                  <a:cubicBezTo>
                    <a:pt x="746" y="326"/>
                    <a:pt x="746" y="326"/>
                    <a:pt x="746" y="326"/>
                  </a:cubicBezTo>
                  <a:cubicBezTo>
                    <a:pt x="746" y="329"/>
                    <a:pt x="746" y="331"/>
                    <a:pt x="747" y="334"/>
                  </a:cubicBezTo>
                  <a:lnTo>
                    <a:pt x="688" y="340"/>
                  </a:lnTo>
                  <a:close/>
                  <a:moveTo>
                    <a:pt x="61" y="334"/>
                  </a:moveTo>
                  <a:cubicBezTo>
                    <a:pt x="3" y="326"/>
                    <a:pt x="3" y="326"/>
                    <a:pt x="3" y="326"/>
                  </a:cubicBezTo>
                  <a:cubicBezTo>
                    <a:pt x="4" y="324"/>
                    <a:pt x="4" y="321"/>
                    <a:pt x="5" y="318"/>
                  </a:cubicBezTo>
                  <a:cubicBezTo>
                    <a:pt x="62" y="327"/>
                    <a:pt x="62" y="327"/>
                    <a:pt x="62" y="327"/>
                  </a:cubicBezTo>
                  <a:cubicBezTo>
                    <a:pt x="62" y="329"/>
                    <a:pt x="62" y="331"/>
                    <a:pt x="61" y="334"/>
                  </a:cubicBezTo>
                  <a:close/>
                  <a:moveTo>
                    <a:pt x="687" y="327"/>
                  </a:moveTo>
                  <a:cubicBezTo>
                    <a:pt x="686" y="325"/>
                    <a:pt x="686" y="322"/>
                    <a:pt x="686" y="320"/>
                  </a:cubicBezTo>
                  <a:cubicBezTo>
                    <a:pt x="743" y="310"/>
                    <a:pt x="743" y="310"/>
                    <a:pt x="743" y="310"/>
                  </a:cubicBezTo>
                  <a:cubicBezTo>
                    <a:pt x="744" y="313"/>
                    <a:pt x="744" y="316"/>
                    <a:pt x="745" y="319"/>
                  </a:cubicBezTo>
                  <a:lnTo>
                    <a:pt x="687" y="327"/>
                  </a:lnTo>
                  <a:close/>
                  <a:moveTo>
                    <a:pt x="63" y="320"/>
                  </a:moveTo>
                  <a:cubicBezTo>
                    <a:pt x="6" y="311"/>
                    <a:pt x="6" y="311"/>
                    <a:pt x="6" y="311"/>
                  </a:cubicBezTo>
                  <a:cubicBezTo>
                    <a:pt x="6" y="308"/>
                    <a:pt x="7" y="305"/>
                    <a:pt x="7" y="302"/>
                  </a:cubicBezTo>
                  <a:cubicBezTo>
                    <a:pt x="65" y="313"/>
                    <a:pt x="65" y="313"/>
                    <a:pt x="65" y="313"/>
                  </a:cubicBezTo>
                  <a:cubicBezTo>
                    <a:pt x="64" y="316"/>
                    <a:pt x="64" y="318"/>
                    <a:pt x="63" y="320"/>
                  </a:cubicBezTo>
                  <a:close/>
                  <a:moveTo>
                    <a:pt x="684" y="314"/>
                  </a:moveTo>
                  <a:cubicBezTo>
                    <a:pt x="684" y="312"/>
                    <a:pt x="683" y="309"/>
                    <a:pt x="683" y="307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741" y="297"/>
                    <a:pt x="741" y="300"/>
                    <a:pt x="742" y="303"/>
                  </a:cubicBezTo>
                  <a:lnTo>
                    <a:pt x="684" y="314"/>
                  </a:lnTo>
                  <a:close/>
                  <a:moveTo>
                    <a:pt x="66" y="307"/>
                  </a:moveTo>
                  <a:cubicBezTo>
                    <a:pt x="9" y="295"/>
                    <a:pt x="9" y="295"/>
                    <a:pt x="9" y="295"/>
                  </a:cubicBezTo>
                  <a:cubicBezTo>
                    <a:pt x="9" y="292"/>
                    <a:pt x="10" y="289"/>
                    <a:pt x="11" y="287"/>
                  </a:cubicBezTo>
                  <a:cubicBezTo>
                    <a:pt x="68" y="300"/>
                    <a:pt x="68" y="300"/>
                    <a:pt x="68" y="300"/>
                  </a:cubicBezTo>
                  <a:cubicBezTo>
                    <a:pt x="67" y="303"/>
                    <a:pt x="66" y="305"/>
                    <a:pt x="66" y="307"/>
                  </a:cubicBezTo>
                  <a:close/>
                  <a:moveTo>
                    <a:pt x="682" y="301"/>
                  </a:moveTo>
                  <a:cubicBezTo>
                    <a:pt x="681" y="298"/>
                    <a:pt x="680" y="296"/>
                    <a:pt x="680" y="294"/>
                  </a:cubicBezTo>
                  <a:cubicBezTo>
                    <a:pt x="736" y="279"/>
                    <a:pt x="736" y="279"/>
                    <a:pt x="736" y="279"/>
                  </a:cubicBezTo>
                  <a:cubicBezTo>
                    <a:pt x="737" y="282"/>
                    <a:pt x="738" y="285"/>
                    <a:pt x="739" y="287"/>
                  </a:cubicBezTo>
                  <a:lnTo>
                    <a:pt x="682" y="301"/>
                  </a:lnTo>
                  <a:close/>
                  <a:moveTo>
                    <a:pt x="69" y="294"/>
                  </a:moveTo>
                  <a:cubicBezTo>
                    <a:pt x="12" y="280"/>
                    <a:pt x="12" y="280"/>
                    <a:pt x="12" y="280"/>
                  </a:cubicBezTo>
                  <a:cubicBezTo>
                    <a:pt x="13" y="277"/>
                    <a:pt x="14" y="274"/>
                    <a:pt x="15" y="271"/>
                  </a:cubicBezTo>
                  <a:cubicBezTo>
                    <a:pt x="71" y="287"/>
                    <a:pt x="71" y="287"/>
                    <a:pt x="71" y="287"/>
                  </a:cubicBezTo>
                  <a:cubicBezTo>
                    <a:pt x="70" y="290"/>
                    <a:pt x="70" y="292"/>
                    <a:pt x="69" y="294"/>
                  </a:cubicBezTo>
                  <a:close/>
                  <a:moveTo>
                    <a:pt x="678" y="288"/>
                  </a:moveTo>
                  <a:cubicBezTo>
                    <a:pt x="678" y="286"/>
                    <a:pt x="677" y="283"/>
                    <a:pt x="676" y="281"/>
                  </a:cubicBezTo>
                  <a:cubicBezTo>
                    <a:pt x="732" y="264"/>
                    <a:pt x="732" y="264"/>
                    <a:pt x="732" y="264"/>
                  </a:cubicBezTo>
                  <a:cubicBezTo>
                    <a:pt x="733" y="266"/>
                    <a:pt x="734" y="269"/>
                    <a:pt x="735" y="272"/>
                  </a:cubicBezTo>
                  <a:lnTo>
                    <a:pt x="678" y="288"/>
                  </a:lnTo>
                  <a:close/>
                  <a:moveTo>
                    <a:pt x="73" y="281"/>
                  </a:moveTo>
                  <a:cubicBezTo>
                    <a:pt x="17" y="264"/>
                    <a:pt x="17" y="264"/>
                    <a:pt x="17" y="264"/>
                  </a:cubicBezTo>
                  <a:cubicBezTo>
                    <a:pt x="18" y="262"/>
                    <a:pt x="18" y="259"/>
                    <a:pt x="19" y="256"/>
                  </a:cubicBezTo>
                  <a:cubicBezTo>
                    <a:pt x="75" y="274"/>
                    <a:pt x="75" y="274"/>
                    <a:pt x="75" y="274"/>
                  </a:cubicBezTo>
                  <a:cubicBezTo>
                    <a:pt x="74" y="277"/>
                    <a:pt x="73" y="279"/>
                    <a:pt x="73" y="281"/>
                  </a:cubicBezTo>
                  <a:close/>
                  <a:moveTo>
                    <a:pt x="674" y="275"/>
                  </a:moveTo>
                  <a:cubicBezTo>
                    <a:pt x="674" y="273"/>
                    <a:pt x="673" y="270"/>
                    <a:pt x="672" y="268"/>
                  </a:cubicBezTo>
                  <a:cubicBezTo>
                    <a:pt x="727" y="249"/>
                    <a:pt x="727" y="249"/>
                    <a:pt x="727" y="249"/>
                  </a:cubicBezTo>
                  <a:cubicBezTo>
                    <a:pt x="728" y="251"/>
                    <a:pt x="729" y="254"/>
                    <a:pt x="730" y="257"/>
                  </a:cubicBezTo>
                  <a:lnTo>
                    <a:pt x="674" y="275"/>
                  </a:lnTo>
                  <a:close/>
                  <a:moveTo>
                    <a:pt x="77" y="269"/>
                  </a:moveTo>
                  <a:cubicBezTo>
                    <a:pt x="22" y="249"/>
                    <a:pt x="22" y="249"/>
                    <a:pt x="22" y="249"/>
                  </a:cubicBezTo>
                  <a:cubicBezTo>
                    <a:pt x="23" y="246"/>
                    <a:pt x="24" y="244"/>
                    <a:pt x="25" y="241"/>
                  </a:cubicBezTo>
                  <a:cubicBezTo>
                    <a:pt x="79" y="262"/>
                    <a:pt x="79" y="262"/>
                    <a:pt x="79" y="262"/>
                  </a:cubicBezTo>
                  <a:cubicBezTo>
                    <a:pt x="78" y="264"/>
                    <a:pt x="78" y="266"/>
                    <a:pt x="77" y="269"/>
                  </a:cubicBezTo>
                  <a:close/>
                  <a:moveTo>
                    <a:pt x="670" y="262"/>
                  </a:moveTo>
                  <a:cubicBezTo>
                    <a:pt x="669" y="260"/>
                    <a:pt x="668" y="258"/>
                    <a:pt x="667" y="256"/>
                  </a:cubicBezTo>
                  <a:cubicBezTo>
                    <a:pt x="722" y="234"/>
                    <a:pt x="722" y="234"/>
                    <a:pt x="722" y="234"/>
                  </a:cubicBezTo>
                  <a:cubicBezTo>
                    <a:pt x="723" y="236"/>
                    <a:pt x="724" y="239"/>
                    <a:pt x="725" y="242"/>
                  </a:cubicBezTo>
                  <a:lnTo>
                    <a:pt x="670" y="262"/>
                  </a:lnTo>
                  <a:close/>
                  <a:moveTo>
                    <a:pt x="82" y="256"/>
                  </a:moveTo>
                  <a:cubicBezTo>
                    <a:pt x="27" y="234"/>
                    <a:pt x="27" y="234"/>
                    <a:pt x="27" y="234"/>
                  </a:cubicBezTo>
                  <a:cubicBezTo>
                    <a:pt x="28" y="232"/>
                    <a:pt x="29" y="229"/>
                    <a:pt x="31" y="226"/>
                  </a:cubicBezTo>
                  <a:cubicBezTo>
                    <a:pt x="84" y="249"/>
                    <a:pt x="84" y="249"/>
                    <a:pt x="84" y="249"/>
                  </a:cubicBezTo>
                  <a:cubicBezTo>
                    <a:pt x="83" y="252"/>
                    <a:pt x="82" y="254"/>
                    <a:pt x="82" y="256"/>
                  </a:cubicBezTo>
                  <a:close/>
                  <a:moveTo>
                    <a:pt x="665" y="250"/>
                  </a:moveTo>
                  <a:cubicBezTo>
                    <a:pt x="664" y="248"/>
                    <a:pt x="663" y="246"/>
                    <a:pt x="662" y="243"/>
                  </a:cubicBezTo>
                  <a:cubicBezTo>
                    <a:pt x="715" y="219"/>
                    <a:pt x="715" y="219"/>
                    <a:pt x="715" y="219"/>
                  </a:cubicBezTo>
                  <a:cubicBezTo>
                    <a:pt x="716" y="222"/>
                    <a:pt x="718" y="224"/>
                    <a:pt x="719" y="227"/>
                  </a:cubicBezTo>
                  <a:lnTo>
                    <a:pt x="665" y="250"/>
                  </a:lnTo>
                  <a:close/>
                  <a:moveTo>
                    <a:pt x="87" y="244"/>
                  </a:moveTo>
                  <a:cubicBezTo>
                    <a:pt x="34" y="220"/>
                    <a:pt x="34" y="220"/>
                    <a:pt x="34" y="220"/>
                  </a:cubicBezTo>
                  <a:cubicBezTo>
                    <a:pt x="35" y="217"/>
                    <a:pt x="36" y="214"/>
                    <a:pt x="37" y="212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89" y="239"/>
                    <a:pt x="88" y="242"/>
                    <a:pt x="87" y="244"/>
                  </a:cubicBezTo>
                  <a:close/>
                  <a:moveTo>
                    <a:pt x="659" y="238"/>
                  </a:moveTo>
                  <a:cubicBezTo>
                    <a:pt x="658" y="236"/>
                    <a:pt x="657" y="234"/>
                    <a:pt x="656" y="231"/>
                  </a:cubicBezTo>
                  <a:cubicBezTo>
                    <a:pt x="708" y="205"/>
                    <a:pt x="708" y="205"/>
                    <a:pt x="708" y="205"/>
                  </a:cubicBezTo>
                  <a:cubicBezTo>
                    <a:pt x="710" y="208"/>
                    <a:pt x="711" y="210"/>
                    <a:pt x="712" y="213"/>
                  </a:cubicBezTo>
                  <a:lnTo>
                    <a:pt x="659" y="238"/>
                  </a:lnTo>
                  <a:close/>
                  <a:moveTo>
                    <a:pt x="93" y="232"/>
                  </a:moveTo>
                  <a:cubicBezTo>
                    <a:pt x="40" y="205"/>
                    <a:pt x="40" y="205"/>
                    <a:pt x="40" y="205"/>
                  </a:cubicBezTo>
                  <a:cubicBezTo>
                    <a:pt x="42" y="203"/>
                    <a:pt x="43" y="200"/>
                    <a:pt x="44" y="198"/>
                  </a:cubicBezTo>
                  <a:cubicBezTo>
                    <a:pt x="96" y="225"/>
                    <a:pt x="96" y="225"/>
                    <a:pt x="96" y="225"/>
                  </a:cubicBezTo>
                  <a:cubicBezTo>
                    <a:pt x="95" y="227"/>
                    <a:pt x="94" y="229"/>
                    <a:pt x="93" y="232"/>
                  </a:cubicBezTo>
                  <a:close/>
                  <a:moveTo>
                    <a:pt x="653" y="226"/>
                  </a:moveTo>
                  <a:cubicBezTo>
                    <a:pt x="652" y="224"/>
                    <a:pt x="651" y="222"/>
                    <a:pt x="650" y="220"/>
                  </a:cubicBezTo>
                  <a:cubicBezTo>
                    <a:pt x="701" y="191"/>
                    <a:pt x="701" y="191"/>
                    <a:pt x="701" y="191"/>
                  </a:cubicBezTo>
                  <a:cubicBezTo>
                    <a:pt x="702" y="193"/>
                    <a:pt x="704" y="196"/>
                    <a:pt x="705" y="199"/>
                  </a:cubicBezTo>
                  <a:lnTo>
                    <a:pt x="653" y="226"/>
                  </a:lnTo>
                  <a:close/>
                  <a:moveTo>
                    <a:pt x="99" y="220"/>
                  </a:moveTo>
                  <a:cubicBezTo>
                    <a:pt x="48" y="191"/>
                    <a:pt x="48" y="191"/>
                    <a:pt x="48" y="191"/>
                  </a:cubicBezTo>
                  <a:cubicBezTo>
                    <a:pt x="49" y="189"/>
                    <a:pt x="51" y="186"/>
                    <a:pt x="52" y="184"/>
                  </a:cubicBezTo>
                  <a:cubicBezTo>
                    <a:pt x="103" y="213"/>
                    <a:pt x="103" y="213"/>
                    <a:pt x="103" y="213"/>
                  </a:cubicBezTo>
                  <a:cubicBezTo>
                    <a:pt x="101" y="216"/>
                    <a:pt x="100" y="218"/>
                    <a:pt x="99" y="220"/>
                  </a:cubicBezTo>
                  <a:close/>
                  <a:moveTo>
                    <a:pt x="647" y="214"/>
                  </a:moveTo>
                  <a:cubicBezTo>
                    <a:pt x="646" y="212"/>
                    <a:pt x="644" y="210"/>
                    <a:pt x="643" y="208"/>
                  </a:cubicBezTo>
                  <a:cubicBezTo>
                    <a:pt x="693" y="177"/>
                    <a:pt x="693" y="177"/>
                    <a:pt x="693" y="177"/>
                  </a:cubicBezTo>
                  <a:cubicBezTo>
                    <a:pt x="694" y="180"/>
                    <a:pt x="696" y="182"/>
                    <a:pt x="697" y="185"/>
                  </a:cubicBezTo>
                  <a:lnTo>
                    <a:pt x="647" y="214"/>
                  </a:lnTo>
                  <a:close/>
                  <a:moveTo>
                    <a:pt x="106" y="208"/>
                  </a:moveTo>
                  <a:cubicBezTo>
                    <a:pt x="56" y="178"/>
                    <a:pt x="56" y="178"/>
                    <a:pt x="56" y="178"/>
                  </a:cubicBezTo>
                  <a:cubicBezTo>
                    <a:pt x="57" y="175"/>
                    <a:pt x="59" y="173"/>
                    <a:pt x="61" y="170"/>
                  </a:cubicBezTo>
                  <a:cubicBezTo>
                    <a:pt x="110" y="202"/>
                    <a:pt x="110" y="202"/>
                    <a:pt x="110" y="202"/>
                  </a:cubicBezTo>
                  <a:cubicBezTo>
                    <a:pt x="108" y="204"/>
                    <a:pt x="107" y="206"/>
                    <a:pt x="106" y="208"/>
                  </a:cubicBezTo>
                  <a:close/>
                  <a:moveTo>
                    <a:pt x="640" y="203"/>
                  </a:moveTo>
                  <a:cubicBezTo>
                    <a:pt x="639" y="201"/>
                    <a:pt x="637" y="199"/>
                    <a:pt x="636" y="197"/>
                  </a:cubicBezTo>
                  <a:cubicBezTo>
                    <a:pt x="684" y="164"/>
                    <a:pt x="684" y="164"/>
                    <a:pt x="684" y="164"/>
                  </a:cubicBezTo>
                  <a:cubicBezTo>
                    <a:pt x="686" y="166"/>
                    <a:pt x="688" y="169"/>
                    <a:pt x="689" y="171"/>
                  </a:cubicBezTo>
                  <a:lnTo>
                    <a:pt x="640" y="203"/>
                  </a:lnTo>
                  <a:close/>
                  <a:moveTo>
                    <a:pt x="113" y="197"/>
                  </a:moveTo>
                  <a:cubicBezTo>
                    <a:pt x="65" y="164"/>
                    <a:pt x="65" y="164"/>
                    <a:pt x="65" y="164"/>
                  </a:cubicBezTo>
                  <a:cubicBezTo>
                    <a:pt x="66" y="162"/>
                    <a:pt x="68" y="159"/>
                    <a:pt x="70" y="157"/>
                  </a:cubicBezTo>
                  <a:cubicBezTo>
                    <a:pt x="117" y="191"/>
                    <a:pt x="117" y="191"/>
                    <a:pt x="117" y="191"/>
                  </a:cubicBezTo>
                  <a:cubicBezTo>
                    <a:pt x="116" y="193"/>
                    <a:pt x="114" y="195"/>
                    <a:pt x="113" y="197"/>
                  </a:cubicBezTo>
                  <a:close/>
                  <a:moveTo>
                    <a:pt x="632" y="192"/>
                  </a:moveTo>
                  <a:cubicBezTo>
                    <a:pt x="631" y="190"/>
                    <a:pt x="630" y="188"/>
                    <a:pt x="628" y="186"/>
                  </a:cubicBezTo>
                  <a:cubicBezTo>
                    <a:pt x="675" y="151"/>
                    <a:pt x="675" y="151"/>
                    <a:pt x="675" y="151"/>
                  </a:cubicBezTo>
                  <a:cubicBezTo>
                    <a:pt x="677" y="153"/>
                    <a:pt x="679" y="156"/>
                    <a:pt x="680" y="158"/>
                  </a:cubicBezTo>
                  <a:lnTo>
                    <a:pt x="632" y="192"/>
                  </a:lnTo>
                  <a:close/>
                  <a:moveTo>
                    <a:pt x="121" y="186"/>
                  </a:moveTo>
                  <a:cubicBezTo>
                    <a:pt x="74" y="151"/>
                    <a:pt x="74" y="151"/>
                    <a:pt x="74" y="151"/>
                  </a:cubicBezTo>
                  <a:cubicBezTo>
                    <a:pt x="75" y="149"/>
                    <a:pt x="77" y="147"/>
                    <a:pt x="79" y="144"/>
                  </a:cubicBezTo>
                  <a:cubicBezTo>
                    <a:pt x="125" y="180"/>
                    <a:pt x="125" y="180"/>
                    <a:pt x="125" y="180"/>
                  </a:cubicBezTo>
                  <a:cubicBezTo>
                    <a:pt x="124" y="182"/>
                    <a:pt x="122" y="184"/>
                    <a:pt x="121" y="186"/>
                  </a:cubicBezTo>
                  <a:close/>
                  <a:moveTo>
                    <a:pt x="624" y="181"/>
                  </a:moveTo>
                  <a:cubicBezTo>
                    <a:pt x="623" y="179"/>
                    <a:pt x="622" y="177"/>
                    <a:pt x="620" y="175"/>
                  </a:cubicBezTo>
                  <a:cubicBezTo>
                    <a:pt x="665" y="139"/>
                    <a:pt x="665" y="139"/>
                    <a:pt x="665" y="139"/>
                  </a:cubicBezTo>
                  <a:cubicBezTo>
                    <a:pt x="667" y="141"/>
                    <a:pt x="669" y="143"/>
                    <a:pt x="671" y="145"/>
                  </a:cubicBezTo>
                  <a:lnTo>
                    <a:pt x="624" y="181"/>
                  </a:lnTo>
                  <a:close/>
                  <a:moveTo>
                    <a:pt x="129" y="175"/>
                  </a:moveTo>
                  <a:cubicBezTo>
                    <a:pt x="83" y="139"/>
                    <a:pt x="83" y="139"/>
                    <a:pt x="83" y="139"/>
                  </a:cubicBezTo>
                  <a:cubicBezTo>
                    <a:pt x="85" y="136"/>
                    <a:pt x="87" y="134"/>
                    <a:pt x="89" y="132"/>
                  </a:cubicBezTo>
                  <a:cubicBezTo>
                    <a:pt x="134" y="170"/>
                    <a:pt x="134" y="170"/>
                    <a:pt x="134" y="170"/>
                  </a:cubicBezTo>
                  <a:cubicBezTo>
                    <a:pt x="132" y="172"/>
                    <a:pt x="130" y="174"/>
                    <a:pt x="129" y="175"/>
                  </a:cubicBezTo>
                  <a:close/>
                  <a:moveTo>
                    <a:pt x="616" y="171"/>
                  </a:moveTo>
                  <a:cubicBezTo>
                    <a:pt x="615" y="169"/>
                    <a:pt x="613" y="167"/>
                    <a:pt x="611" y="165"/>
                  </a:cubicBezTo>
                  <a:cubicBezTo>
                    <a:pt x="655" y="126"/>
                    <a:pt x="655" y="126"/>
                    <a:pt x="655" y="126"/>
                  </a:cubicBezTo>
                  <a:cubicBezTo>
                    <a:pt x="657" y="129"/>
                    <a:pt x="659" y="131"/>
                    <a:pt x="661" y="133"/>
                  </a:cubicBezTo>
                  <a:lnTo>
                    <a:pt x="616" y="171"/>
                  </a:lnTo>
                  <a:close/>
                  <a:moveTo>
                    <a:pt x="138" y="165"/>
                  </a:moveTo>
                  <a:cubicBezTo>
                    <a:pt x="94" y="127"/>
                    <a:pt x="94" y="127"/>
                    <a:pt x="94" y="127"/>
                  </a:cubicBezTo>
                  <a:cubicBezTo>
                    <a:pt x="96" y="124"/>
                    <a:pt x="98" y="122"/>
                    <a:pt x="100" y="12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1" y="162"/>
                    <a:pt x="139" y="163"/>
                    <a:pt x="138" y="165"/>
                  </a:cubicBezTo>
                  <a:close/>
                  <a:moveTo>
                    <a:pt x="607" y="161"/>
                  </a:moveTo>
                  <a:cubicBezTo>
                    <a:pt x="606" y="159"/>
                    <a:pt x="604" y="157"/>
                    <a:pt x="602" y="155"/>
                  </a:cubicBezTo>
                  <a:cubicBezTo>
                    <a:pt x="644" y="115"/>
                    <a:pt x="644" y="115"/>
                    <a:pt x="644" y="115"/>
                  </a:cubicBezTo>
                  <a:cubicBezTo>
                    <a:pt x="646" y="117"/>
                    <a:pt x="648" y="119"/>
                    <a:pt x="650" y="121"/>
                  </a:cubicBezTo>
                  <a:lnTo>
                    <a:pt x="607" y="161"/>
                  </a:lnTo>
                  <a:close/>
                  <a:moveTo>
                    <a:pt x="147" y="155"/>
                  </a:moveTo>
                  <a:cubicBezTo>
                    <a:pt x="104" y="115"/>
                    <a:pt x="104" y="115"/>
                    <a:pt x="104" y="115"/>
                  </a:cubicBezTo>
                  <a:cubicBezTo>
                    <a:pt x="106" y="113"/>
                    <a:pt x="108" y="111"/>
                    <a:pt x="111" y="109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0" y="152"/>
                    <a:pt x="148" y="154"/>
                    <a:pt x="147" y="155"/>
                  </a:cubicBezTo>
                  <a:close/>
                  <a:moveTo>
                    <a:pt x="598" y="151"/>
                  </a:moveTo>
                  <a:cubicBezTo>
                    <a:pt x="596" y="149"/>
                    <a:pt x="595" y="147"/>
                    <a:pt x="593" y="146"/>
                  </a:cubicBezTo>
                  <a:cubicBezTo>
                    <a:pt x="633" y="104"/>
                    <a:pt x="633" y="104"/>
                    <a:pt x="633" y="104"/>
                  </a:cubicBezTo>
                  <a:cubicBezTo>
                    <a:pt x="635" y="106"/>
                    <a:pt x="637" y="108"/>
                    <a:pt x="639" y="110"/>
                  </a:cubicBezTo>
                  <a:lnTo>
                    <a:pt x="598" y="151"/>
                  </a:lnTo>
                  <a:close/>
                  <a:moveTo>
                    <a:pt x="156" y="146"/>
                  </a:moveTo>
                  <a:cubicBezTo>
                    <a:pt x="116" y="104"/>
                    <a:pt x="116" y="104"/>
                    <a:pt x="116" y="104"/>
                  </a:cubicBezTo>
                  <a:cubicBezTo>
                    <a:pt x="118" y="102"/>
                    <a:pt x="120" y="100"/>
                    <a:pt x="122" y="98"/>
                  </a:cubicBezTo>
                  <a:cubicBezTo>
                    <a:pt x="161" y="141"/>
                    <a:pt x="161" y="141"/>
                    <a:pt x="161" y="141"/>
                  </a:cubicBezTo>
                  <a:cubicBezTo>
                    <a:pt x="160" y="142"/>
                    <a:pt x="158" y="144"/>
                    <a:pt x="156" y="146"/>
                  </a:cubicBezTo>
                  <a:close/>
                  <a:moveTo>
                    <a:pt x="588" y="142"/>
                  </a:moveTo>
                  <a:cubicBezTo>
                    <a:pt x="587" y="140"/>
                    <a:pt x="585" y="138"/>
                    <a:pt x="583" y="137"/>
                  </a:cubicBezTo>
                  <a:cubicBezTo>
                    <a:pt x="622" y="93"/>
                    <a:pt x="622" y="93"/>
                    <a:pt x="622" y="93"/>
                  </a:cubicBezTo>
                  <a:cubicBezTo>
                    <a:pt x="624" y="95"/>
                    <a:pt x="626" y="97"/>
                    <a:pt x="628" y="99"/>
                  </a:cubicBezTo>
                  <a:lnTo>
                    <a:pt x="588" y="142"/>
                  </a:lnTo>
                  <a:close/>
                  <a:moveTo>
                    <a:pt x="166" y="137"/>
                  </a:moveTo>
                  <a:cubicBezTo>
                    <a:pt x="127" y="93"/>
                    <a:pt x="127" y="93"/>
                    <a:pt x="127" y="93"/>
                  </a:cubicBezTo>
                  <a:cubicBezTo>
                    <a:pt x="130" y="91"/>
                    <a:pt x="132" y="89"/>
                    <a:pt x="134" y="87"/>
                  </a:cubicBezTo>
                  <a:cubicBezTo>
                    <a:pt x="172" y="132"/>
                    <a:pt x="172" y="132"/>
                    <a:pt x="172" y="132"/>
                  </a:cubicBezTo>
                  <a:cubicBezTo>
                    <a:pt x="170" y="134"/>
                    <a:pt x="168" y="135"/>
                    <a:pt x="166" y="137"/>
                  </a:cubicBezTo>
                  <a:close/>
                  <a:moveTo>
                    <a:pt x="578" y="133"/>
                  </a:moveTo>
                  <a:cubicBezTo>
                    <a:pt x="576" y="131"/>
                    <a:pt x="575" y="130"/>
                    <a:pt x="573" y="128"/>
                  </a:cubicBezTo>
                  <a:cubicBezTo>
                    <a:pt x="609" y="83"/>
                    <a:pt x="609" y="83"/>
                    <a:pt x="609" y="83"/>
                  </a:cubicBezTo>
                  <a:cubicBezTo>
                    <a:pt x="612" y="84"/>
                    <a:pt x="614" y="86"/>
                    <a:pt x="616" y="88"/>
                  </a:cubicBezTo>
                  <a:lnTo>
                    <a:pt x="578" y="133"/>
                  </a:lnTo>
                  <a:close/>
                  <a:moveTo>
                    <a:pt x="176" y="128"/>
                  </a:moveTo>
                  <a:cubicBezTo>
                    <a:pt x="139" y="83"/>
                    <a:pt x="139" y="83"/>
                    <a:pt x="139" y="83"/>
                  </a:cubicBezTo>
                  <a:cubicBezTo>
                    <a:pt x="142" y="81"/>
                    <a:pt x="144" y="79"/>
                    <a:pt x="146" y="77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0" y="125"/>
                    <a:pt x="178" y="127"/>
                    <a:pt x="176" y="128"/>
                  </a:cubicBezTo>
                  <a:close/>
                  <a:moveTo>
                    <a:pt x="568" y="124"/>
                  </a:moveTo>
                  <a:cubicBezTo>
                    <a:pt x="566" y="123"/>
                    <a:pt x="564" y="121"/>
                    <a:pt x="562" y="120"/>
                  </a:cubicBezTo>
                  <a:cubicBezTo>
                    <a:pt x="597" y="73"/>
                    <a:pt x="597" y="73"/>
                    <a:pt x="597" y="73"/>
                  </a:cubicBezTo>
                  <a:cubicBezTo>
                    <a:pt x="599" y="75"/>
                    <a:pt x="601" y="76"/>
                    <a:pt x="604" y="78"/>
                  </a:cubicBezTo>
                  <a:lnTo>
                    <a:pt x="568" y="124"/>
                  </a:lnTo>
                  <a:close/>
                  <a:moveTo>
                    <a:pt x="187" y="120"/>
                  </a:moveTo>
                  <a:cubicBezTo>
                    <a:pt x="152" y="73"/>
                    <a:pt x="152" y="73"/>
                    <a:pt x="152" y="73"/>
                  </a:cubicBezTo>
                  <a:cubicBezTo>
                    <a:pt x="154" y="71"/>
                    <a:pt x="157" y="70"/>
                    <a:pt x="159" y="68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1" y="117"/>
                    <a:pt x="189" y="118"/>
                    <a:pt x="187" y="120"/>
                  </a:cubicBezTo>
                  <a:close/>
                  <a:moveTo>
                    <a:pt x="557" y="116"/>
                  </a:moveTo>
                  <a:cubicBezTo>
                    <a:pt x="555" y="115"/>
                    <a:pt x="553" y="113"/>
                    <a:pt x="551" y="112"/>
                  </a:cubicBezTo>
                  <a:cubicBezTo>
                    <a:pt x="584" y="64"/>
                    <a:pt x="584" y="64"/>
                    <a:pt x="584" y="64"/>
                  </a:cubicBezTo>
                  <a:cubicBezTo>
                    <a:pt x="586" y="65"/>
                    <a:pt x="589" y="67"/>
                    <a:pt x="591" y="69"/>
                  </a:cubicBezTo>
                  <a:lnTo>
                    <a:pt x="557" y="116"/>
                  </a:lnTo>
                  <a:close/>
                  <a:moveTo>
                    <a:pt x="198" y="112"/>
                  </a:moveTo>
                  <a:cubicBezTo>
                    <a:pt x="165" y="64"/>
                    <a:pt x="165" y="64"/>
                    <a:pt x="165" y="64"/>
                  </a:cubicBezTo>
                  <a:cubicBezTo>
                    <a:pt x="167" y="62"/>
                    <a:pt x="170" y="61"/>
                    <a:pt x="172" y="5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2" y="109"/>
                    <a:pt x="200" y="111"/>
                    <a:pt x="198" y="112"/>
                  </a:cubicBezTo>
                  <a:close/>
                  <a:moveTo>
                    <a:pt x="546" y="109"/>
                  </a:moveTo>
                  <a:cubicBezTo>
                    <a:pt x="544" y="107"/>
                    <a:pt x="542" y="106"/>
                    <a:pt x="540" y="105"/>
                  </a:cubicBezTo>
                  <a:cubicBezTo>
                    <a:pt x="571" y="55"/>
                    <a:pt x="571" y="55"/>
                    <a:pt x="571" y="55"/>
                  </a:cubicBezTo>
                  <a:cubicBezTo>
                    <a:pt x="573" y="57"/>
                    <a:pt x="575" y="58"/>
                    <a:pt x="578" y="60"/>
                  </a:cubicBezTo>
                  <a:lnTo>
                    <a:pt x="546" y="109"/>
                  </a:lnTo>
                  <a:close/>
                  <a:moveTo>
                    <a:pt x="209" y="105"/>
                  </a:moveTo>
                  <a:cubicBezTo>
                    <a:pt x="178" y="55"/>
                    <a:pt x="178" y="55"/>
                    <a:pt x="178" y="55"/>
                  </a:cubicBezTo>
                  <a:cubicBezTo>
                    <a:pt x="181" y="54"/>
                    <a:pt x="183" y="52"/>
                    <a:pt x="186" y="51"/>
                  </a:cubicBezTo>
                  <a:cubicBezTo>
                    <a:pt x="215" y="101"/>
                    <a:pt x="215" y="101"/>
                    <a:pt x="215" y="101"/>
                  </a:cubicBezTo>
                  <a:cubicBezTo>
                    <a:pt x="213" y="102"/>
                    <a:pt x="211" y="104"/>
                    <a:pt x="209" y="105"/>
                  </a:cubicBezTo>
                  <a:close/>
                  <a:moveTo>
                    <a:pt x="535" y="102"/>
                  </a:moveTo>
                  <a:cubicBezTo>
                    <a:pt x="533" y="100"/>
                    <a:pt x="530" y="99"/>
                    <a:pt x="528" y="98"/>
                  </a:cubicBezTo>
                  <a:cubicBezTo>
                    <a:pt x="557" y="47"/>
                    <a:pt x="557" y="47"/>
                    <a:pt x="557" y="47"/>
                  </a:cubicBezTo>
                  <a:cubicBezTo>
                    <a:pt x="559" y="48"/>
                    <a:pt x="562" y="50"/>
                    <a:pt x="564" y="51"/>
                  </a:cubicBezTo>
                  <a:lnTo>
                    <a:pt x="535" y="102"/>
                  </a:lnTo>
                  <a:close/>
                  <a:moveTo>
                    <a:pt x="220" y="98"/>
                  </a:moveTo>
                  <a:cubicBezTo>
                    <a:pt x="192" y="47"/>
                    <a:pt x="192" y="47"/>
                    <a:pt x="192" y="47"/>
                  </a:cubicBezTo>
                  <a:cubicBezTo>
                    <a:pt x="194" y="46"/>
                    <a:pt x="197" y="44"/>
                    <a:pt x="199" y="43"/>
                  </a:cubicBezTo>
                  <a:cubicBezTo>
                    <a:pt x="227" y="95"/>
                    <a:pt x="227" y="95"/>
                    <a:pt x="227" y="95"/>
                  </a:cubicBezTo>
                  <a:cubicBezTo>
                    <a:pt x="225" y="96"/>
                    <a:pt x="223" y="97"/>
                    <a:pt x="220" y="98"/>
                  </a:cubicBezTo>
                  <a:close/>
                  <a:moveTo>
                    <a:pt x="523" y="95"/>
                  </a:moveTo>
                  <a:cubicBezTo>
                    <a:pt x="521" y="94"/>
                    <a:pt x="519" y="93"/>
                    <a:pt x="516" y="92"/>
                  </a:cubicBezTo>
                  <a:cubicBezTo>
                    <a:pt x="543" y="40"/>
                    <a:pt x="543" y="40"/>
                    <a:pt x="543" y="40"/>
                  </a:cubicBezTo>
                  <a:cubicBezTo>
                    <a:pt x="545" y="41"/>
                    <a:pt x="548" y="42"/>
                    <a:pt x="550" y="44"/>
                  </a:cubicBezTo>
                  <a:lnTo>
                    <a:pt x="523" y="95"/>
                  </a:lnTo>
                  <a:close/>
                  <a:moveTo>
                    <a:pt x="232" y="92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08" y="38"/>
                    <a:pt x="211" y="37"/>
                    <a:pt x="214" y="36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7" y="90"/>
                    <a:pt x="234" y="91"/>
                    <a:pt x="232" y="92"/>
                  </a:cubicBezTo>
                  <a:close/>
                  <a:moveTo>
                    <a:pt x="511" y="89"/>
                  </a:moveTo>
                  <a:cubicBezTo>
                    <a:pt x="509" y="88"/>
                    <a:pt x="507" y="87"/>
                    <a:pt x="504" y="86"/>
                  </a:cubicBezTo>
                  <a:cubicBezTo>
                    <a:pt x="528" y="33"/>
                    <a:pt x="528" y="33"/>
                    <a:pt x="528" y="33"/>
                  </a:cubicBezTo>
                  <a:cubicBezTo>
                    <a:pt x="531" y="34"/>
                    <a:pt x="534" y="35"/>
                    <a:pt x="536" y="36"/>
                  </a:cubicBezTo>
                  <a:lnTo>
                    <a:pt x="511" y="89"/>
                  </a:lnTo>
                  <a:close/>
                  <a:moveTo>
                    <a:pt x="244" y="86"/>
                  </a:moveTo>
                  <a:cubicBezTo>
                    <a:pt x="220" y="33"/>
                    <a:pt x="220" y="33"/>
                    <a:pt x="220" y="33"/>
                  </a:cubicBezTo>
                  <a:cubicBezTo>
                    <a:pt x="223" y="32"/>
                    <a:pt x="225" y="31"/>
                    <a:pt x="228" y="29"/>
                  </a:cubicBezTo>
                  <a:cubicBezTo>
                    <a:pt x="251" y="83"/>
                    <a:pt x="251" y="83"/>
                    <a:pt x="251" y="83"/>
                  </a:cubicBezTo>
                  <a:cubicBezTo>
                    <a:pt x="249" y="84"/>
                    <a:pt x="247" y="85"/>
                    <a:pt x="244" y="86"/>
                  </a:cubicBezTo>
                  <a:close/>
                  <a:moveTo>
                    <a:pt x="499" y="83"/>
                  </a:moveTo>
                  <a:cubicBezTo>
                    <a:pt x="496" y="83"/>
                    <a:pt x="494" y="82"/>
                    <a:pt x="492" y="81"/>
                  </a:cubicBezTo>
                  <a:cubicBezTo>
                    <a:pt x="514" y="26"/>
                    <a:pt x="514" y="26"/>
                    <a:pt x="514" y="26"/>
                  </a:cubicBezTo>
                  <a:cubicBezTo>
                    <a:pt x="516" y="27"/>
                    <a:pt x="519" y="29"/>
                    <a:pt x="522" y="30"/>
                  </a:cubicBezTo>
                  <a:lnTo>
                    <a:pt x="499" y="83"/>
                  </a:lnTo>
                  <a:close/>
                  <a:moveTo>
                    <a:pt x="257" y="81"/>
                  </a:moveTo>
                  <a:cubicBezTo>
                    <a:pt x="235" y="27"/>
                    <a:pt x="235" y="27"/>
                    <a:pt x="235" y="27"/>
                  </a:cubicBezTo>
                  <a:cubicBezTo>
                    <a:pt x="237" y="26"/>
                    <a:pt x="240" y="24"/>
                    <a:pt x="243" y="23"/>
                  </a:cubicBezTo>
                  <a:cubicBezTo>
                    <a:pt x="263" y="78"/>
                    <a:pt x="263" y="78"/>
                    <a:pt x="263" y="78"/>
                  </a:cubicBezTo>
                  <a:cubicBezTo>
                    <a:pt x="261" y="79"/>
                    <a:pt x="259" y="80"/>
                    <a:pt x="257" y="81"/>
                  </a:cubicBezTo>
                  <a:close/>
                  <a:moveTo>
                    <a:pt x="486" y="78"/>
                  </a:moveTo>
                  <a:cubicBezTo>
                    <a:pt x="484" y="78"/>
                    <a:pt x="482" y="77"/>
                    <a:pt x="479" y="76"/>
                  </a:cubicBezTo>
                  <a:cubicBezTo>
                    <a:pt x="499" y="21"/>
                    <a:pt x="499" y="21"/>
                    <a:pt x="499" y="21"/>
                  </a:cubicBezTo>
                  <a:cubicBezTo>
                    <a:pt x="502" y="22"/>
                    <a:pt x="504" y="23"/>
                    <a:pt x="507" y="24"/>
                  </a:cubicBezTo>
                  <a:lnTo>
                    <a:pt x="486" y="78"/>
                  </a:lnTo>
                  <a:close/>
                  <a:moveTo>
                    <a:pt x="269" y="76"/>
                  </a:moveTo>
                  <a:cubicBezTo>
                    <a:pt x="250" y="21"/>
                    <a:pt x="250" y="21"/>
                    <a:pt x="250" y="21"/>
                  </a:cubicBezTo>
                  <a:cubicBezTo>
                    <a:pt x="252" y="20"/>
                    <a:pt x="255" y="19"/>
                    <a:pt x="258" y="18"/>
                  </a:cubicBezTo>
                  <a:cubicBezTo>
                    <a:pt x="276" y="74"/>
                    <a:pt x="276" y="74"/>
                    <a:pt x="276" y="74"/>
                  </a:cubicBezTo>
                  <a:cubicBezTo>
                    <a:pt x="274" y="75"/>
                    <a:pt x="271" y="75"/>
                    <a:pt x="269" y="76"/>
                  </a:cubicBezTo>
                  <a:close/>
                  <a:moveTo>
                    <a:pt x="474" y="74"/>
                  </a:moveTo>
                  <a:cubicBezTo>
                    <a:pt x="471" y="73"/>
                    <a:pt x="469" y="72"/>
                    <a:pt x="467" y="72"/>
                  </a:cubicBezTo>
                  <a:cubicBezTo>
                    <a:pt x="484" y="16"/>
                    <a:pt x="484" y="16"/>
                    <a:pt x="484" y="16"/>
                  </a:cubicBezTo>
                  <a:cubicBezTo>
                    <a:pt x="486" y="17"/>
                    <a:pt x="489" y="18"/>
                    <a:pt x="492" y="18"/>
                  </a:cubicBezTo>
                  <a:lnTo>
                    <a:pt x="474" y="74"/>
                  </a:lnTo>
                  <a:close/>
                  <a:moveTo>
                    <a:pt x="282" y="72"/>
                  </a:moveTo>
                  <a:cubicBezTo>
                    <a:pt x="265" y="16"/>
                    <a:pt x="265" y="16"/>
                    <a:pt x="265" y="16"/>
                  </a:cubicBezTo>
                  <a:cubicBezTo>
                    <a:pt x="267" y="15"/>
                    <a:pt x="270" y="14"/>
                    <a:pt x="273" y="14"/>
                  </a:cubicBezTo>
                  <a:cubicBezTo>
                    <a:pt x="289" y="70"/>
                    <a:pt x="289" y="70"/>
                    <a:pt x="289" y="70"/>
                  </a:cubicBezTo>
                  <a:cubicBezTo>
                    <a:pt x="286" y="71"/>
                    <a:pt x="284" y="71"/>
                    <a:pt x="282" y="72"/>
                  </a:cubicBezTo>
                  <a:close/>
                  <a:moveTo>
                    <a:pt x="461" y="70"/>
                  </a:moveTo>
                  <a:cubicBezTo>
                    <a:pt x="458" y="69"/>
                    <a:pt x="456" y="69"/>
                    <a:pt x="454" y="68"/>
                  </a:cubicBezTo>
                  <a:cubicBezTo>
                    <a:pt x="468" y="12"/>
                    <a:pt x="468" y="12"/>
                    <a:pt x="468" y="12"/>
                  </a:cubicBezTo>
                  <a:cubicBezTo>
                    <a:pt x="471" y="12"/>
                    <a:pt x="474" y="13"/>
                    <a:pt x="477" y="14"/>
                  </a:cubicBezTo>
                  <a:lnTo>
                    <a:pt x="461" y="70"/>
                  </a:lnTo>
                  <a:close/>
                  <a:moveTo>
                    <a:pt x="295" y="68"/>
                  </a:moveTo>
                  <a:cubicBezTo>
                    <a:pt x="280" y="12"/>
                    <a:pt x="280" y="12"/>
                    <a:pt x="280" y="12"/>
                  </a:cubicBezTo>
                  <a:cubicBezTo>
                    <a:pt x="283" y="11"/>
                    <a:pt x="286" y="10"/>
                    <a:pt x="288" y="10"/>
                  </a:cubicBezTo>
                  <a:cubicBezTo>
                    <a:pt x="302" y="67"/>
                    <a:pt x="302" y="67"/>
                    <a:pt x="302" y="67"/>
                  </a:cubicBezTo>
                  <a:cubicBezTo>
                    <a:pt x="299" y="67"/>
                    <a:pt x="297" y="68"/>
                    <a:pt x="295" y="68"/>
                  </a:cubicBezTo>
                  <a:close/>
                  <a:moveTo>
                    <a:pt x="448" y="67"/>
                  </a:moveTo>
                  <a:cubicBezTo>
                    <a:pt x="445" y="66"/>
                    <a:pt x="443" y="66"/>
                    <a:pt x="441" y="65"/>
                  </a:cubicBezTo>
                  <a:cubicBezTo>
                    <a:pt x="453" y="8"/>
                    <a:pt x="453" y="8"/>
                    <a:pt x="453" y="8"/>
                  </a:cubicBezTo>
                  <a:cubicBezTo>
                    <a:pt x="456" y="8"/>
                    <a:pt x="459" y="9"/>
                    <a:pt x="461" y="10"/>
                  </a:cubicBezTo>
                  <a:lnTo>
                    <a:pt x="448" y="67"/>
                  </a:lnTo>
                  <a:close/>
                  <a:moveTo>
                    <a:pt x="308" y="65"/>
                  </a:moveTo>
                  <a:cubicBezTo>
                    <a:pt x="295" y="8"/>
                    <a:pt x="295" y="8"/>
                    <a:pt x="295" y="8"/>
                  </a:cubicBezTo>
                  <a:cubicBezTo>
                    <a:pt x="298" y="7"/>
                    <a:pt x="301" y="7"/>
                    <a:pt x="304" y="6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2" y="64"/>
                    <a:pt x="310" y="65"/>
                    <a:pt x="308" y="65"/>
                  </a:cubicBezTo>
                  <a:close/>
                  <a:moveTo>
                    <a:pt x="435" y="64"/>
                  </a:moveTo>
                  <a:cubicBezTo>
                    <a:pt x="432" y="63"/>
                    <a:pt x="430" y="63"/>
                    <a:pt x="428" y="63"/>
                  </a:cubicBezTo>
                  <a:cubicBezTo>
                    <a:pt x="437" y="5"/>
                    <a:pt x="437" y="5"/>
                    <a:pt x="437" y="5"/>
                  </a:cubicBezTo>
                  <a:cubicBezTo>
                    <a:pt x="440" y="5"/>
                    <a:pt x="443" y="6"/>
                    <a:pt x="446" y="6"/>
                  </a:cubicBezTo>
                  <a:lnTo>
                    <a:pt x="435" y="64"/>
                  </a:lnTo>
                  <a:close/>
                  <a:moveTo>
                    <a:pt x="321" y="63"/>
                  </a:moveTo>
                  <a:cubicBezTo>
                    <a:pt x="311" y="5"/>
                    <a:pt x="311" y="5"/>
                    <a:pt x="311" y="5"/>
                  </a:cubicBezTo>
                  <a:cubicBezTo>
                    <a:pt x="314" y="5"/>
                    <a:pt x="317" y="4"/>
                    <a:pt x="320" y="4"/>
                  </a:cubicBezTo>
                  <a:cubicBezTo>
                    <a:pt x="328" y="61"/>
                    <a:pt x="328" y="61"/>
                    <a:pt x="328" y="61"/>
                  </a:cubicBezTo>
                  <a:cubicBezTo>
                    <a:pt x="326" y="62"/>
                    <a:pt x="323" y="62"/>
                    <a:pt x="321" y="63"/>
                  </a:cubicBezTo>
                  <a:close/>
                  <a:moveTo>
                    <a:pt x="422" y="62"/>
                  </a:moveTo>
                  <a:cubicBezTo>
                    <a:pt x="419" y="61"/>
                    <a:pt x="417" y="61"/>
                    <a:pt x="414" y="61"/>
                  </a:cubicBezTo>
                  <a:cubicBezTo>
                    <a:pt x="422" y="3"/>
                    <a:pt x="422" y="3"/>
                    <a:pt x="422" y="3"/>
                  </a:cubicBezTo>
                  <a:cubicBezTo>
                    <a:pt x="424" y="3"/>
                    <a:pt x="427" y="3"/>
                    <a:pt x="430" y="4"/>
                  </a:cubicBezTo>
                  <a:lnTo>
                    <a:pt x="422" y="62"/>
                  </a:lnTo>
                  <a:close/>
                  <a:moveTo>
                    <a:pt x="334" y="61"/>
                  </a:moveTo>
                  <a:cubicBezTo>
                    <a:pt x="327" y="3"/>
                    <a:pt x="327" y="3"/>
                    <a:pt x="327" y="3"/>
                  </a:cubicBezTo>
                  <a:cubicBezTo>
                    <a:pt x="330" y="2"/>
                    <a:pt x="332" y="2"/>
                    <a:pt x="335" y="2"/>
                  </a:cubicBezTo>
                  <a:cubicBezTo>
                    <a:pt x="341" y="60"/>
                    <a:pt x="341" y="60"/>
                    <a:pt x="341" y="60"/>
                  </a:cubicBezTo>
                  <a:cubicBezTo>
                    <a:pt x="339" y="60"/>
                    <a:pt x="337" y="60"/>
                    <a:pt x="334" y="61"/>
                  </a:cubicBezTo>
                  <a:close/>
                  <a:moveTo>
                    <a:pt x="408" y="60"/>
                  </a:moveTo>
                  <a:cubicBezTo>
                    <a:pt x="406" y="60"/>
                    <a:pt x="403" y="59"/>
                    <a:pt x="401" y="59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9" y="1"/>
                    <a:pt x="412" y="1"/>
                    <a:pt x="414" y="2"/>
                  </a:cubicBezTo>
                  <a:lnTo>
                    <a:pt x="408" y="60"/>
                  </a:lnTo>
                  <a:close/>
                  <a:moveTo>
                    <a:pt x="347" y="59"/>
                  </a:moveTo>
                  <a:cubicBezTo>
                    <a:pt x="342" y="1"/>
                    <a:pt x="342" y="1"/>
                    <a:pt x="342" y="1"/>
                  </a:cubicBezTo>
                  <a:cubicBezTo>
                    <a:pt x="345" y="1"/>
                    <a:pt x="348" y="1"/>
                    <a:pt x="351" y="0"/>
                  </a:cubicBezTo>
                  <a:cubicBezTo>
                    <a:pt x="355" y="59"/>
                    <a:pt x="355" y="59"/>
                    <a:pt x="355" y="59"/>
                  </a:cubicBezTo>
                  <a:cubicBezTo>
                    <a:pt x="352" y="59"/>
                    <a:pt x="350" y="59"/>
                    <a:pt x="347" y="59"/>
                  </a:cubicBezTo>
                  <a:close/>
                  <a:moveTo>
                    <a:pt x="395" y="59"/>
                  </a:moveTo>
                  <a:cubicBezTo>
                    <a:pt x="392" y="59"/>
                    <a:pt x="390" y="58"/>
                    <a:pt x="388" y="58"/>
                  </a:cubicBezTo>
                  <a:cubicBezTo>
                    <a:pt x="390" y="0"/>
                    <a:pt x="390" y="0"/>
                    <a:pt x="390" y="0"/>
                  </a:cubicBezTo>
                  <a:cubicBezTo>
                    <a:pt x="393" y="0"/>
                    <a:pt x="396" y="0"/>
                    <a:pt x="399" y="0"/>
                  </a:cubicBezTo>
                  <a:lnTo>
                    <a:pt x="395" y="59"/>
                  </a:lnTo>
                  <a:close/>
                  <a:moveTo>
                    <a:pt x="361" y="58"/>
                  </a:moveTo>
                  <a:cubicBezTo>
                    <a:pt x="358" y="0"/>
                    <a:pt x="358" y="0"/>
                    <a:pt x="358" y="0"/>
                  </a:cubicBezTo>
                  <a:cubicBezTo>
                    <a:pt x="361" y="0"/>
                    <a:pt x="364" y="0"/>
                    <a:pt x="367" y="0"/>
                  </a:cubicBezTo>
                  <a:cubicBezTo>
                    <a:pt x="368" y="58"/>
                    <a:pt x="368" y="58"/>
                    <a:pt x="368" y="58"/>
                  </a:cubicBezTo>
                  <a:cubicBezTo>
                    <a:pt x="366" y="58"/>
                    <a:pt x="363" y="58"/>
                    <a:pt x="361" y="58"/>
                  </a:cubicBezTo>
                  <a:close/>
                  <a:moveTo>
                    <a:pt x="382" y="58"/>
                  </a:moveTo>
                  <a:cubicBezTo>
                    <a:pt x="379" y="58"/>
                    <a:pt x="377" y="58"/>
                    <a:pt x="375" y="58"/>
                  </a:cubicBezTo>
                  <a:cubicBezTo>
                    <a:pt x="374" y="58"/>
                    <a:pt x="374" y="58"/>
                    <a:pt x="374" y="58"/>
                  </a:cubicBezTo>
                  <a:cubicBezTo>
                    <a:pt x="374" y="23"/>
                    <a:pt x="374" y="23"/>
                    <a:pt x="374" y="23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7" y="0"/>
                    <a:pt x="380" y="0"/>
                    <a:pt x="383" y="0"/>
                  </a:cubicBezTo>
                  <a:lnTo>
                    <a:pt x="382" y="58"/>
                  </a:lnTo>
                  <a:close/>
                  <a:moveTo>
                    <a:pt x="374" y="23"/>
                  </a:moveTo>
                  <a:cubicBezTo>
                    <a:pt x="374" y="29"/>
                    <a:pt x="374" y="29"/>
                    <a:pt x="374" y="29"/>
                  </a:cubicBezTo>
                  <a:cubicBezTo>
                    <a:pt x="374" y="24"/>
                    <a:pt x="374" y="24"/>
                    <a:pt x="374" y="24"/>
                  </a:cubicBezTo>
                  <a:lnTo>
                    <a:pt x="374" y="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5734050" y="4329113"/>
              <a:ext cx="985838" cy="987424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293" y="585"/>
                  </a:moveTo>
                  <a:cubicBezTo>
                    <a:pt x="131" y="585"/>
                    <a:pt x="0" y="454"/>
                    <a:pt x="0" y="293"/>
                  </a:cubicBezTo>
                  <a:cubicBezTo>
                    <a:pt x="0" y="131"/>
                    <a:pt x="131" y="0"/>
                    <a:pt x="293" y="0"/>
                  </a:cubicBezTo>
                  <a:cubicBezTo>
                    <a:pt x="454" y="0"/>
                    <a:pt x="585" y="131"/>
                    <a:pt x="585" y="293"/>
                  </a:cubicBezTo>
                  <a:cubicBezTo>
                    <a:pt x="585" y="454"/>
                    <a:pt x="454" y="585"/>
                    <a:pt x="293" y="585"/>
                  </a:cubicBezTo>
                  <a:close/>
                  <a:moveTo>
                    <a:pt x="293" y="5"/>
                  </a:moveTo>
                  <a:cubicBezTo>
                    <a:pt x="134" y="5"/>
                    <a:pt x="5" y="134"/>
                    <a:pt x="5" y="293"/>
                  </a:cubicBezTo>
                  <a:cubicBezTo>
                    <a:pt x="5" y="451"/>
                    <a:pt x="134" y="580"/>
                    <a:pt x="293" y="580"/>
                  </a:cubicBezTo>
                  <a:cubicBezTo>
                    <a:pt x="451" y="580"/>
                    <a:pt x="580" y="451"/>
                    <a:pt x="580" y="293"/>
                  </a:cubicBezTo>
                  <a:cubicBezTo>
                    <a:pt x="580" y="134"/>
                    <a:pt x="451" y="5"/>
                    <a:pt x="29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5738813" y="4333875"/>
              <a:ext cx="974725" cy="976313"/>
            </a:xfrm>
            <a:custGeom>
              <a:avLst/>
              <a:gdLst/>
              <a:ahLst/>
              <a:cxnLst/>
              <a:rect l="l" t="t" r="r" b="b"/>
              <a:pathLst>
                <a:path w="578" h="579" extrusionOk="0">
                  <a:moveTo>
                    <a:pt x="290" y="0"/>
                  </a:move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8" y="0"/>
                    <a:pt x="287" y="0"/>
                    <a:pt x="287" y="0"/>
                  </a:cubicBezTo>
                  <a:cubicBezTo>
                    <a:pt x="287" y="49"/>
                    <a:pt x="287" y="49"/>
                    <a:pt x="287" y="49"/>
                  </a:cubicBezTo>
                  <a:cubicBezTo>
                    <a:pt x="288" y="49"/>
                    <a:pt x="289" y="49"/>
                    <a:pt x="290" y="49"/>
                  </a:cubicBezTo>
                  <a:lnTo>
                    <a:pt x="290" y="0"/>
                  </a:lnTo>
                  <a:close/>
                  <a:moveTo>
                    <a:pt x="234" y="5"/>
                  </a:moveTo>
                  <a:cubicBezTo>
                    <a:pt x="233" y="6"/>
                    <a:pt x="233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1" y="6"/>
                    <a:pt x="231" y="6"/>
                    <a:pt x="231" y="6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2" y="54"/>
                    <a:pt x="243" y="54"/>
                    <a:pt x="243" y="54"/>
                  </a:cubicBezTo>
                  <a:lnTo>
                    <a:pt x="234" y="5"/>
                  </a:lnTo>
                  <a:close/>
                  <a:moveTo>
                    <a:pt x="181" y="21"/>
                  </a:moveTo>
                  <a:cubicBezTo>
                    <a:pt x="180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8" y="22"/>
                    <a:pt x="178" y="22"/>
                    <a:pt x="178" y="22"/>
                  </a:cubicBezTo>
                  <a:cubicBezTo>
                    <a:pt x="197" y="68"/>
                    <a:pt x="197" y="68"/>
                    <a:pt x="197" y="68"/>
                  </a:cubicBezTo>
                  <a:cubicBezTo>
                    <a:pt x="198" y="67"/>
                    <a:pt x="198" y="67"/>
                    <a:pt x="199" y="67"/>
                  </a:cubicBezTo>
                  <a:lnTo>
                    <a:pt x="181" y="21"/>
                  </a:lnTo>
                  <a:close/>
                  <a:moveTo>
                    <a:pt x="131" y="47"/>
                  </a:moveTo>
                  <a:cubicBezTo>
                    <a:pt x="131" y="47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57" y="89"/>
                    <a:pt x="157" y="89"/>
                    <a:pt x="158" y="88"/>
                  </a:cubicBezTo>
                  <a:lnTo>
                    <a:pt x="131" y="47"/>
                  </a:lnTo>
                  <a:close/>
                  <a:moveTo>
                    <a:pt x="88" y="82"/>
                  </a:moveTo>
                  <a:cubicBezTo>
                    <a:pt x="87" y="82"/>
                    <a:pt x="87" y="83"/>
                    <a:pt x="87" y="83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120" y="119"/>
                    <a:pt x="120" y="119"/>
                    <a:pt x="120" y="119"/>
                  </a:cubicBezTo>
                  <a:cubicBezTo>
                    <a:pt x="121" y="118"/>
                    <a:pt x="121" y="118"/>
                    <a:pt x="122" y="117"/>
                  </a:cubicBezTo>
                  <a:lnTo>
                    <a:pt x="88" y="82"/>
                  </a:lnTo>
                  <a:close/>
                  <a:moveTo>
                    <a:pt x="52" y="125"/>
                  </a:move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4"/>
                    <a:pt x="92" y="153"/>
                    <a:pt x="92" y="153"/>
                  </a:cubicBezTo>
                  <a:lnTo>
                    <a:pt x="52" y="125"/>
                  </a:lnTo>
                  <a:close/>
                  <a:moveTo>
                    <a:pt x="24" y="173"/>
                  </a:move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4"/>
                    <a:pt x="24" y="175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69" y="194"/>
                    <a:pt x="69" y="194"/>
                    <a:pt x="69" y="193"/>
                  </a:cubicBezTo>
                  <a:lnTo>
                    <a:pt x="24" y="173"/>
                  </a:lnTo>
                  <a:close/>
                  <a:moveTo>
                    <a:pt x="7" y="226"/>
                  </a:moveTo>
                  <a:cubicBezTo>
                    <a:pt x="7" y="227"/>
                    <a:pt x="7" y="227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54" y="239"/>
                    <a:pt x="54" y="239"/>
                    <a:pt x="54" y="239"/>
                  </a:cubicBezTo>
                  <a:cubicBezTo>
                    <a:pt x="55" y="238"/>
                    <a:pt x="55" y="238"/>
                    <a:pt x="55" y="237"/>
                  </a:cubicBezTo>
                  <a:cubicBezTo>
                    <a:pt x="7" y="226"/>
                    <a:pt x="7" y="226"/>
                    <a:pt x="7" y="226"/>
                  </a:cubicBezTo>
                  <a:close/>
                  <a:moveTo>
                    <a:pt x="0" y="28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49" y="285"/>
                    <a:pt x="49" y="285"/>
                    <a:pt x="49" y="285"/>
                  </a:cubicBezTo>
                  <a:cubicBezTo>
                    <a:pt x="49" y="284"/>
                    <a:pt x="49" y="284"/>
                    <a:pt x="49" y="283"/>
                  </a:cubicBezTo>
                  <a:lnTo>
                    <a:pt x="0" y="281"/>
                  </a:lnTo>
                  <a:close/>
                  <a:moveTo>
                    <a:pt x="52" y="329"/>
                  </a:moveTo>
                  <a:cubicBezTo>
                    <a:pt x="4" y="337"/>
                    <a:pt x="4" y="337"/>
                    <a:pt x="4" y="337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9"/>
                    <a:pt x="4" y="339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53" y="331"/>
                    <a:pt x="53" y="331"/>
                    <a:pt x="53" y="331"/>
                  </a:cubicBezTo>
                  <a:cubicBezTo>
                    <a:pt x="53" y="331"/>
                    <a:pt x="52" y="330"/>
                    <a:pt x="52" y="329"/>
                  </a:cubicBezTo>
                  <a:close/>
                  <a:moveTo>
                    <a:pt x="64" y="374"/>
                  </a:moveTo>
                  <a:cubicBezTo>
                    <a:pt x="18" y="391"/>
                    <a:pt x="18" y="391"/>
                    <a:pt x="18" y="391"/>
                  </a:cubicBezTo>
                  <a:cubicBezTo>
                    <a:pt x="19" y="392"/>
                    <a:pt x="19" y="393"/>
                    <a:pt x="19" y="394"/>
                  </a:cubicBezTo>
                  <a:cubicBezTo>
                    <a:pt x="65" y="376"/>
                    <a:pt x="65" y="376"/>
                    <a:pt x="65" y="376"/>
                  </a:cubicBezTo>
                  <a:cubicBezTo>
                    <a:pt x="65" y="375"/>
                    <a:pt x="64" y="374"/>
                    <a:pt x="64" y="374"/>
                  </a:cubicBezTo>
                  <a:close/>
                  <a:moveTo>
                    <a:pt x="84" y="415"/>
                  </a:moveTo>
                  <a:cubicBezTo>
                    <a:pt x="43" y="441"/>
                    <a:pt x="43" y="441"/>
                    <a:pt x="43" y="441"/>
                  </a:cubicBezTo>
                  <a:cubicBezTo>
                    <a:pt x="43" y="441"/>
                    <a:pt x="43" y="442"/>
                    <a:pt x="44" y="442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86" y="417"/>
                    <a:pt x="86" y="417"/>
                    <a:pt x="86" y="417"/>
                  </a:cubicBezTo>
                  <a:cubicBezTo>
                    <a:pt x="85" y="417"/>
                    <a:pt x="85" y="416"/>
                    <a:pt x="84" y="415"/>
                  </a:cubicBezTo>
                  <a:close/>
                  <a:moveTo>
                    <a:pt x="112" y="452"/>
                  </a:moveTo>
                  <a:cubicBezTo>
                    <a:pt x="76" y="485"/>
                    <a:pt x="76" y="485"/>
                    <a:pt x="76" y="485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114" y="454"/>
                    <a:pt x="114" y="454"/>
                    <a:pt x="114" y="454"/>
                  </a:cubicBezTo>
                  <a:cubicBezTo>
                    <a:pt x="113" y="453"/>
                    <a:pt x="113" y="453"/>
                    <a:pt x="112" y="452"/>
                  </a:cubicBezTo>
                  <a:close/>
                  <a:moveTo>
                    <a:pt x="147" y="483"/>
                  </a:moveTo>
                  <a:cubicBezTo>
                    <a:pt x="118" y="523"/>
                    <a:pt x="118" y="523"/>
                    <a:pt x="118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48" y="484"/>
                    <a:pt x="147" y="484"/>
                    <a:pt x="147" y="483"/>
                  </a:cubicBezTo>
                  <a:close/>
                  <a:moveTo>
                    <a:pt x="187" y="507"/>
                  </a:moveTo>
                  <a:cubicBezTo>
                    <a:pt x="165" y="551"/>
                    <a:pt x="165" y="551"/>
                    <a:pt x="165" y="551"/>
                  </a:cubicBezTo>
                  <a:cubicBezTo>
                    <a:pt x="166" y="552"/>
                    <a:pt x="167" y="552"/>
                    <a:pt x="167" y="552"/>
                  </a:cubicBezTo>
                  <a:cubicBezTo>
                    <a:pt x="167" y="552"/>
                    <a:pt x="167" y="552"/>
                    <a:pt x="167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3"/>
                    <a:pt x="168" y="553"/>
                    <a:pt x="168" y="553"/>
                  </a:cubicBezTo>
                  <a:cubicBezTo>
                    <a:pt x="189" y="508"/>
                    <a:pt x="189" y="508"/>
                    <a:pt x="189" y="508"/>
                  </a:cubicBezTo>
                  <a:cubicBezTo>
                    <a:pt x="188" y="508"/>
                    <a:pt x="187" y="507"/>
                    <a:pt x="187" y="507"/>
                  </a:cubicBezTo>
                  <a:close/>
                  <a:moveTo>
                    <a:pt x="230" y="523"/>
                  </a:move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20" y="571"/>
                    <a:pt x="220" y="571"/>
                    <a:pt x="221" y="571"/>
                  </a:cubicBezTo>
                  <a:cubicBezTo>
                    <a:pt x="232" y="523"/>
                    <a:pt x="232" y="523"/>
                    <a:pt x="232" y="523"/>
                  </a:cubicBezTo>
                  <a:cubicBezTo>
                    <a:pt x="232" y="523"/>
                    <a:pt x="231" y="523"/>
                    <a:pt x="230" y="523"/>
                  </a:cubicBezTo>
                  <a:close/>
                  <a:moveTo>
                    <a:pt x="276" y="530"/>
                  </a:move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5" y="579"/>
                    <a:pt x="276" y="579"/>
                  </a:cubicBezTo>
                  <a:cubicBezTo>
                    <a:pt x="278" y="530"/>
                    <a:pt x="278" y="530"/>
                    <a:pt x="278" y="530"/>
                  </a:cubicBezTo>
                  <a:cubicBezTo>
                    <a:pt x="277" y="530"/>
                    <a:pt x="277" y="530"/>
                    <a:pt x="276" y="530"/>
                  </a:cubicBezTo>
                  <a:close/>
                  <a:moveTo>
                    <a:pt x="325" y="528"/>
                  </a:moveTo>
                  <a:cubicBezTo>
                    <a:pt x="324" y="528"/>
                    <a:pt x="323" y="528"/>
                    <a:pt x="322" y="528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0" y="576"/>
                    <a:pt x="331" y="576"/>
                    <a:pt x="332" y="576"/>
                  </a:cubicBezTo>
                  <a:lnTo>
                    <a:pt x="325" y="528"/>
                  </a:lnTo>
                  <a:close/>
                  <a:moveTo>
                    <a:pt x="369" y="516"/>
                  </a:moveTo>
                  <a:cubicBezTo>
                    <a:pt x="369" y="517"/>
                    <a:pt x="368" y="517"/>
                    <a:pt x="367" y="517"/>
                  </a:cubicBezTo>
                  <a:cubicBezTo>
                    <a:pt x="383" y="564"/>
                    <a:pt x="383" y="564"/>
                    <a:pt x="383" y="564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5" y="563"/>
                    <a:pt x="385" y="563"/>
                    <a:pt x="386" y="563"/>
                  </a:cubicBezTo>
                  <a:lnTo>
                    <a:pt x="369" y="516"/>
                  </a:lnTo>
                  <a:close/>
                  <a:moveTo>
                    <a:pt x="411" y="497"/>
                  </a:moveTo>
                  <a:cubicBezTo>
                    <a:pt x="411" y="497"/>
                    <a:pt x="410" y="498"/>
                    <a:pt x="409" y="498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5" y="540"/>
                    <a:pt x="436" y="540"/>
                    <a:pt x="436" y="539"/>
                  </a:cubicBezTo>
                  <a:lnTo>
                    <a:pt x="411" y="497"/>
                  </a:lnTo>
                  <a:close/>
                  <a:moveTo>
                    <a:pt x="449" y="470"/>
                  </a:moveTo>
                  <a:cubicBezTo>
                    <a:pt x="448" y="470"/>
                    <a:pt x="448" y="471"/>
                    <a:pt x="447" y="471"/>
                  </a:cubicBezTo>
                  <a:cubicBezTo>
                    <a:pt x="479" y="508"/>
                    <a:pt x="479" y="508"/>
                    <a:pt x="479" y="508"/>
                  </a:cubicBezTo>
                  <a:cubicBezTo>
                    <a:pt x="480" y="508"/>
                    <a:pt x="480" y="508"/>
                    <a:pt x="480" y="508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1" y="507"/>
                    <a:pt x="481" y="507"/>
                    <a:pt x="481" y="507"/>
                  </a:cubicBezTo>
                  <a:lnTo>
                    <a:pt x="449" y="470"/>
                  </a:lnTo>
                  <a:close/>
                  <a:moveTo>
                    <a:pt x="480" y="436"/>
                  </a:moveTo>
                  <a:cubicBezTo>
                    <a:pt x="480" y="437"/>
                    <a:pt x="479" y="437"/>
                    <a:pt x="479" y="438"/>
                  </a:cubicBezTo>
                  <a:cubicBezTo>
                    <a:pt x="518" y="468"/>
                    <a:pt x="518" y="468"/>
                    <a:pt x="518" y="468"/>
                  </a:cubicBezTo>
                  <a:cubicBezTo>
                    <a:pt x="518" y="467"/>
                    <a:pt x="519" y="467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lnTo>
                    <a:pt x="480" y="436"/>
                  </a:lnTo>
                  <a:close/>
                  <a:moveTo>
                    <a:pt x="505" y="397"/>
                  </a:moveTo>
                  <a:cubicBezTo>
                    <a:pt x="505" y="397"/>
                    <a:pt x="504" y="398"/>
                    <a:pt x="504" y="399"/>
                  </a:cubicBezTo>
                  <a:cubicBezTo>
                    <a:pt x="548" y="421"/>
                    <a:pt x="548" y="421"/>
                    <a:pt x="548" y="421"/>
                  </a:cubicBezTo>
                  <a:cubicBezTo>
                    <a:pt x="548" y="421"/>
                    <a:pt x="548" y="420"/>
                    <a:pt x="548" y="420"/>
                  </a:cubicBezTo>
                  <a:cubicBezTo>
                    <a:pt x="548" y="420"/>
                    <a:pt x="548" y="420"/>
                    <a:pt x="548" y="420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9" y="418"/>
                    <a:pt x="549" y="418"/>
                    <a:pt x="549" y="418"/>
                  </a:cubicBezTo>
                  <a:lnTo>
                    <a:pt x="505" y="397"/>
                  </a:lnTo>
                  <a:close/>
                  <a:moveTo>
                    <a:pt x="521" y="353"/>
                  </a:moveTo>
                  <a:cubicBezTo>
                    <a:pt x="521" y="354"/>
                    <a:pt x="521" y="355"/>
                    <a:pt x="521" y="356"/>
                  </a:cubicBezTo>
                  <a:cubicBezTo>
                    <a:pt x="568" y="369"/>
                    <a:pt x="568" y="369"/>
                    <a:pt x="568" y="369"/>
                  </a:cubicBezTo>
                  <a:cubicBezTo>
                    <a:pt x="568" y="368"/>
                    <a:pt x="568" y="367"/>
                    <a:pt x="569" y="366"/>
                  </a:cubicBezTo>
                  <a:lnTo>
                    <a:pt x="521" y="353"/>
                  </a:lnTo>
                  <a:close/>
                  <a:moveTo>
                    <a:pt x="529" y="308"/>
                  </a:moveTo>
                  <a:cubicBezTo>
                    <a:pt x="529" y="309"/>
                    <a:pt x="529" y="309"/>
                    <a:pt x="529" y="310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3"/>
                    <a:pt x="578" y="312"/>
                    <a:pt x="578" y="311"/>
                  </a:cubicBezTo>
                  <a:lnTo>
                    <a:pt x="529" y="308"/>
                  </a:lnTo>
                  <a:close/>
                  <a:moveTo>
                    <a:pt x="577" y="256"/>
                  </a:moveTo>
                  <a:cubicBezTo>
                    <a:pt x="528" y="261"/>
                    <a:pt x="528" y="261"/>
                    <a:pt x="528" y="261"/>
                  </a:cubicBezTo>
                  <a:cubicBezTo>
                    <a:pt x="528" y="262"/>
                    <a:pt x="528" y="263"/>
                    <a:pt x="529" y="264"/>
                  </a:cubicBezTo>
                  <a:cubicBezTo>
                    <a:pt x="577" y="259"/>
                    <a:pt x="577" y="259"/>
                    <a:pt x="577" y="259"/>
                  </a:cubicBezTo>
                  <a:cubicBezTo>
                    <a:pt x="577" y="258"/>
                    <a:pt x="577" y="257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lose/>
                  <a:moveTo>
                    <a:pt x="565" y="201"/>
                  </a:moveTo>
                  <a:cubicBezTo>
                    <a:pt x="519" y="216"/>
                    <a:pt x="519" y="216"/>
                    <a:pt x="519" y="216"/>
                  </a:cubicBezTo>
                  <a:cubicBezTo>
                    <a:pt x="519" y="217"/>
                    <a:pt x="519" y="218"/>
                    <a:pt x="519" y="219"/>
                  </a:cubicBezTo>
                  <a:cubicBezTo>
                    <a:pt x="566" y="204"/>
                    <a:pt x="566" y="204"/>
                    <a:pt x="566" y="204"/>
                  </a:cubicBezTo>
                  <a:cubicBezTo>
                    <a:pt x="566" y="203"/>
                    <a:pt x="566" y="202"/>
                    <a:pt x="565" y="201"/>
                  </a:cubicBezTo>
                  <a:close/>
                  <a:moveTo>
                    <a:pt x="543" y="150"/>
                  </a:moveTo>
                  <a:cubicBezTo>
                    <a:pt x="500" y="174"/>
                    <a:pt x="500" y="174"/>
                    <a:pt x="500" y="174"/>
                  </a:cubicBezTo>
                  <a:cubicBezTo>
                    <a:pt x="501" y="175"/>
                    <a:pt x="501" y="175"/>
                    <a:pt x="501" y="176"/>
                  </a:cubicBezTo>
                  <a:cubicBezTo>
                    <a:pt x="545" y="153"/>
                    <a:pt x="545" y="153"/>
                    <a:pt x="545" y="153"/>
                  </a:cubicBezTo>
                  <a:cubicBezTo>
                    <a:pt x="544" y="152"/>
                    <a:pt x="544" y="151"/>
                    <a:pt x="543" y="150"/>
                  </a:cubicBezTo>
                  <a:close/>
                  <a:moveTo>
                    <a:pt x="512" y="104"/>
                  </a:moveTo>
                  <a:cubicBezTo>
                    <a:pt x="474" y="136"/>
                    <a:pt x="474" y="136"/>
                    <a:pt x="474" y="136"/>
                  </a:cubicBezTo>
                  <a:cubicBezTo>
                    <a:pt x="475" y="136"/>
                    <a:pt x="475" y="137"/>
                    <a:pt x="476" y="137"/>
                  </a:cubicBezTo>
                  <a:cubicBezTo>
                    <a:pt x="514" y="106"/>
                    <a:pt x="514" y="106"/>
                    <a:pt x="514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5"/>
                    <a:pt x="512" y="105"/>
                    <a:pt x="512" y="104"/>
                  </a:cubicBezTo>
                  <a:close/>
                  <a:moveTo>
                    <a:pt x="472" y="65"/>
                  </a:moveTo>
                  <a:cubicBezTo>
                    <a:pt x="441" y="103"/>
                    <a:pt x="441" y="103"/>
                    <a:pt x="441" y="103"/>
                  </a:cubicBezTo>
                  <a:cubicBezTo>
                    <a:pt x="442" y="104"/>
                    <a:pt x="442" y="104"/>
                    <a:pt x="443" y="105"/>
                  </a:cubicBezTo>
                  <a:cubicBezTo>
                    <a:pt x="474" y="67"/>
                    <a:pt x="474" y="67"/>
                    <a:pt x="474" y="67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5"/>
                    <a:pt x="473" y="65"/>
                    <a:pt x="473" y="65"/>
                  </a:cubicBezTo>
                  <a:cubicBezTo>
                    <a:pt x="473" y="65"/>
                    <a:pt x="473" y="65"/>
                    <a:pt x="473" y="65"/>
                  </a:cubicBezTo>
                  <a:lnTo>
                    <a:pt x="472" y="65"/>
                  </a:lnTo>
                  <a:close/>
                  <a:moveTo>
                    <a:pt x="426" y="34"/>
                  </a:moveTo>
                  <a:cubicBezTo>
                    <a:pt x="403" y="77"/>
                    <a:pt x="403" y="77"/>
                    <a:pt x="403" y="77"/>
                  </a:cubicBezTo>
                  <a:cubicBezTo>
                    <a:pt x="403" y="78"/>
                    <a:pt x="404" y="78"/>
                    <a:pt x="405" y="79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7" y="35"/>
                    <a:pt x="426" y="35"/>
                    <a:pt x="426" y="34"/>
                  </a:cubicBezTo>
                  <a:close/>
                  <a:moveTo>
                    <a:pt x="374" y="13"/>
                  </a:moveTo>
                  <a:cubicBezTo>
                    <a:pt x="360" y="60"/>
                    <a:pt x="360" y="60"/>
                    <a:pt x="360" y="60"/>
                  </a:cubicBezTo>
                  <a:cubicBezTo>
                    <a:pt x="361" y="60"/>
                    <a:pt x="361" y="60"/>
                    <a:pt x="362" y="60"/>
                  </a:cubicBezTo>
                  <a:cubicBezTo>
                    <a:pt x="377" y="14"/>
                    <a:pt x="377" y="14"/>
                    <a:pt x="377" y="14"/>
                  </a:cubicBezTo>
                  <a:cubicBezTo>
                    <a:pt x="376" y="13"/>
                    <a:pt x="376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lnTo>
                    <a:pt x="374" y="13"/>
                  </a:lnTo>
                  <a:close/>
                  <a:moveTo>
                    <a:pt x="320" y="2"/>
                  </a:moveTo>
                  <a:cubicBezTo>
                    <a:pt x="315" y="51"/>
                    <a:pt x="315" y="51"/>
                    <a:pt x="315" y="51"/>
                  </a:cubicBezTo>
                  <a:cubicBezTo>
                    <a:pt x="315" y="51"/>
                    <a:pt x="316" y="51"/>
                    <a:pt x="317" y="51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322" y="2"/>
                    <a:pt x="321" y="2"/>
                    <a:pt x="320" y="2"/>
                  </a:cubicBezTo>
                  <a:cubicBezTo>
                    <a:pt x="320" y="2"/>
                    <a:pt x="320" y="2"/>
                    <a:pt x="32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5867400" y="4462463"/>
              <a:ext cx="720725" cy="722312"/>
            </a:xfrm>
            <a:custGeom>
              <a:avLst/>
              <a:gdLst/>
              <a:ahLst/>
              <a:cxnLst/>
              <a:rect l="l" t="t" r="r" b="b"/>
              <a:pathLst>
                <a:path w="428" h="428" extrusionOk="0">
                  <a:moveTo>
                    <a:pt x="214" y="422"/>
                  </a:moveTo>
                  <a:cubicBezTo>
                    <a:pt x="214" y="419"/>
                    <a:pt x="217" y="416"/>
                    <a:pt x="220" y="416"/>
                  </a:cubicBezTo>
                  <a:cubicBezTo>
                    <a:pt x="223" y="416"/>
                    <a:pt x="226" y="418"/>
                    <a:pt x="226" y="422"/>
                  </a:cubicBezTo>
                  <a:cubicBezTo>
                    <a:pt x="226" y="425"/>
                    <a:pt x="223" y="428"/>
                    <a:pt x="220" y="428"/>
                  </a:cubicBezTo>
                  <a:cubicBezTo>
                    <a:pt x="220" y="428"/>
                    <a:pt x="220" y="428"/>
                    <a:pt x="220" y="428"/>
                  </a:cubicBezTo>
                  <a:cubicBezTo>
                    <a:pt x="217" y="428"/>
                    <a:pt x="214" y="425"/>
                    <a:pt x="214" y="422"/>
                  </a:cubicBezTo>
                  <a:close/>
                  <a:moveTo>
                    <a:pt x="187" y="426"/>
                  </a:moveTo>
                  <a:cubicBezTo>
                    <a:pt x="187" y="426"/>
                    <a:pt x="187" y="426"/>
                    <a:pt x="187" y="426"/>
                  </a:cubicBezTo>
                  <a:cubicBezTo>
                    <a:pt x="184" y="426"/>
                    <a:pt x="182" y="423"/>
                    <a:pt x="182" y="420"/>
                  </a:cubicBezTo>
                  <a:cubicBezTo>
                    <a:pt x="182" y="416"/>
                    <a:pt x="185" y="414"/>
                    <a:pt x="189" y="415"/>
                  </a:cubicBezTo>
                  <a:cubicBezTo>
                    <a:pt x="189" y="415"/>
                    <a:pt x="189" y="415"/>
                    <a:pt x="189" y="415"/>
                  </a:cubicBezTo>
                  <a:cubicBezTo>
                    <a:pt x="192" y="415"/>
                    <a:pt x="194" y="418"/>
                    <a:pt x="194" y="421"/>
                  </a:cubicBezTo>
                  <a:cubicBezTo>
                    <a:pt x="193" y="424"/>
                    <a:pt x="191" y="426"/>
                    <a:pt x="188" y="426"/>
                  </a:cubicBezTo>
                  <a:lnTo>
                    <a:pt x="187" y="426"/>
                  </a:lnTo>
                  <a:close/>
                  <a:moveTo>
                    <a:pt x="246" y="419"/>
                  </a:moveTo>
                  <a:cubicBezTo>
                    <a:pt x="245" y="416"/>
                    <a:pt x="248" y="413"/>
                    <a:pt x="251" y="413"/>
                  </a:cubicBezTo>
                  <a:cubicBezTo>
                    <a:pt x="254" y="412"/>
                    <a:pt x="257" y="414"/>
                    <a:pt x="257" y="417"/>
                  </a:cubicBezTo>
                  <a:cubicBezTo>
                    <a:pt x="258" y="420"/>
                    <a:pt x="256" y="424"/>
                    <a:pt x="253" y="424"/>
                  </a:cubicBezTo>
                  <a:cubicBezTo>
                    <a:pt x="252" y="424"/>
                    <a:pt x="252" y="424"/>
                    <a:pt x="252" y="424"/>
                  </a:cubicBezTo>
                  <a:cubicBezTo>
                    <a:pt x="249" y="424"/>
                    <a:pt x="247" y="422"/>
                    <a:pt x="246" y="419"/>
                  </a:cubicBezTo>
                  <a:close/>
                  <a:moveTo>
                    <a:pt x="155" y="420"/>
                  </a:moveTo>
                  <a:cubicBezTo>
                    <a:pt x="152" y="419"/>
                    <a:pt x="150" y="415"/>
                    <a:pt x="151" y="412"/>
                  </a:cubicBezTo>
                  <a:cubicBezTo>
                    <a:pt x="152" y="409"/>
                    <a:pt x="155" y="407"/>
                    <a:pt x="158" y="408"/>
                  </a:cubicBezTo>
                  <a:cubicBezTo>
                    <a:pt x="158" y="408"/>
                    <a:pt x="158" y="408"/>
                    <a:pt x="158" y="408"/>
                  </a:cubicBezTo>
                  <a:cubicBezTo>
                    <a:pt x="161" y="409"/>
                    <a:pt x="163" y="412"/>
                    <a:pt x="162" y="416"/>
                  </a:cubicBezTo>
                  <a:cubicBezTo>
                    <a:pt x="161" y="418"/>
                    <a:pt x="159" y="420"/>
                    <a:pt x="157" y="420"/>
                  </a:cubicBezTo>
                  <a:cubicBezTo>
                    <a:pt x="156" y="420"/>
                    <a:pt x="155" y="420"/>
                    <a:pt x="155" y="420"/>
                  </a:cubicBezTo>
                  <a:close/>
                  <a:moveTo>
                    <a:pt x="277" y="412"/>
                  </a:moveTo>
                  <a:cubicBezTo>
                    <a:pt x="276" y="409"/>
                    <a:pt x="278" y="406"/>
                    <a:pt x="281" y="405"/>
                  </a:cubicBezTo>
                  <a:cubicBezTo>
                    <a:pt x="284" y="404"/>
                    <a:pt x="287" y="405"/>
                    <a:pt x="288" y="408"/>
                  </a:cubicBezTo>
                  <a:cubicBezTo>
                    <a:pt x="289" y="411"/>
                    <a:pt x="288" y="415"/>
                    <a:pt x="285" y="416"/>
                  </a:cubicBezTo>
                  <a:cubicBezTo>
                    <a:pt x="284" y="416"/>
                    <a:pt x="283" y="416"/>
                    <a:pt x="283" y="416"/>
                  </a:cubicBezTo>
                  <a:cubicBezTo>
                    <a:pt x="280" y="416"/>
                    <a:pt x="278" y="414"/>
                    <a:pt x="277" y="412"/>
                  </a:cubicBezTo>
                  <a:close/>
                  <a:moveTo>
                    <a:pt x="124" y="408"/>
                  </a:moveTo>
                  <a:cubicBezTo>
                    <a:pt x="121" y="407"/>
                    <a:pt x="120" y="403"/>
                    <a:pt x="121" y="400"/>
                  </a:cubicBezTo>
                  <a:cubicBezTo>
                    <a:pt x="122" y="397"/>
                    <a:pt x="126" y="396"/>
                    <a:pt x="129" y="398"/>
                  </a:cubicBezTo>
                  <a:cubicBezTo>
                    <a:pt x="132" y="399"/>
                    <a:pt x="133" y="402"/>
                    <a:pt x="132" y="405"/>
                  </a:cubicBezTo>
                  <a:cubicBezTo>
                    <a:pt x="131" y="407"/>
                    <a:pt x="129" y="409"/>
                    <a:pt x="126" y="409"/>
                  </a:cubicBezTo>
                  <a:cubicBezTo>
                    <a:pt x="126" y="409"/>
                    <a:pt x="125" y="409"/>
                    <a:pt x="124" y="408"/>
                  </a:cubicBezTo>
                  <a:close/>
                  <a:moveTo>
                    <a:pt x="307" y="400"/>
                  </a:moveTo>
                  <a:cubicBezTo>
                    <a:pt x="305" y="397"/>
                    <a:pt x="306" y="394"/>
                    <a:pt x="309" y="392"/>
                  </a:cubicBezTo>
                  <a:cubicBezTo>
                    <a:pt x="312" y="391"/>
                    <a:pt x="316" y="392"/>
                    <a:pt x="317" y="394"/>
                  </a:cubicBezTo>
                  <a:cubicBezTo>
                    <a:pt x="319" y="397"/>
                    <a:pt x="318" y="401"/>
                    <a:pt x="315" y="402"/>
                  </a:cubicBezTo>
                  <a:cubicBezTo>
                    <a:pt x="314" y="403"/>
                    <a:pt x="313" y="403"/>
                    <a:pt x="312" y="403"/>
                  </a:cubicBezTo>
                  <a:cubicBezTo>
                    <a:pt x="310" y="403"/>
                    <a:pt x="308" y="402"/>
                    <a:pt x="307" y="400"/>
                  </a:cubicBezTo>
                  <a:close/>
                  <a:moveTo>
                    <a:pt x="95" y="392"/>
                  </a:moveTo>
                  <a:cubicBezTo>
                    <a:pt x="93" y="390"/>
                    <a:pt x="92" y="387"/>
                    <a:pt x="94" y="384"/>
                  </a:cubicBezTo>
                  <a:cubicBezTo>
                    <a:pt x="95" y="381"/>
                    <a:pt x="99" y="381"/>
                    <a:pt x="102" y="382"/>
                  </a:cubicBezTo>
                  <a:cubicBezTo>
                    <a:pt x="104" y="384"/>
                    <a:pt x="105" y="388"/>
                    <a:pt x="103" y="390"/>
                  </a:cubicBezTo>
                  <a:cubicBezTo>
                    <a:pt x="102" y="392"/>
                    <a:pt x="100" y="393"/>
                    <a:pt x="98" y="393"/>
                  </a:cubicBezTo>
                  <a:cubicBezTo>
                    <a:pt x="97" y="393"/>
                    <a:pt x="96" y="393"/>
                    <a:pt x="95" y="392"/>
                  </a:cubicBezTo>
                  <a:close/>
                  <a:moveTo>
                    <a:pt x="334" y="383"/>
                  </a:moveTo>
                  <a:cubicBezTo>
                    <a:pt x="332" y="381"/>
                    <a:pt x="333" y="377"/>
                    <a:pt x="335" y="375"/>
                  </a:cubicBezTo>
                  <a:cubicBezTo>
                    <a:pt x="338" y="373"/>
                    <a:pt x="342" y="374"/>
                    <a:pt x="344" y="376"/>
                  </a:cubicBezTo>
                  <a:cubicBezTo>
                    <a:pt x="346" y="379"/>
                    <a:pt x="345" y="383"/>
                    <a:pt x="342" y="385"/>
                  </a:cubicBezTo>
                  <a:cubicBezTo>
                    <a:pt x="341" y="385"/>
                    <a:pt x="340" y="386"/>
                    <a:pt x="339" y="386"/>
                  </a:cubicBezTo>
                  <a:cubicBezTo>
                    <a:pt x="337" y="386"/>
                    <a:pt x="335" y="385"/>
                    <a:pt x="334" y="383"/>
                  </a:cubicBezTo>
                  <a:close/>
                  <a:moveTo>
                    <a:pt x="69" y="372"/>
                  </a:moveTo>
                  <a:cubicBezTo>
                    <a:pt x="69" y="372"/>
                    <a:pt x="69" y="372"/>
                    <a:pt x="69" y="372"/>
                  </a:cubicBezTo>
                  <a:cubicBezTo>
                    <a:pt x="67" y="370"/>
                    <a:pt x="67" y="366"/>
                    <a:pt x="69" y="364"/>
                  </a:cubicBezTo>
                  <a:cubicBezTo>
                    <a:pt x="71" y="361"/>
                    <a:pt x="75" y="361"/>
                    <a:pt x="77" y="363"/>
                  </a:cubicBezTo>
                  <a:cubicBezTo>
                    <a:pt x="79" y="365"/>
                    <a:pt x="80" y="369"/>
                    <a:pt x="77" y="371"/>
                  </a:cubicBezTo>
                  <a:cubicBezTo>
                    <a:pt x="76" y="373"/>
                    <a:pt x="75" y="373"/>
                    <a:pt x="73" y="373"/>
                  </a:cubicBezTo>
                  <a:cubicBezTo>
                    <a:pt x="72" y="373"/>
                    <a:pt x="70" y="373"/>
                    <a:pt x="69" y="372"/>
                  </a:cubicBezTo>
                  <a:close/>
                  <a:moveTo>
                    <a:pt x="359" y="363"/>
                  </a:moveTo>
                  <a:cubicBezTo>
                    <a:pt x="357" y="361"/>
                    <a:pt x="357" y="357"/>
                    <a:pt x="359" y="355"/>
                  </a:cubicBezTo>
                  <a:cubicBezTo>
                    <a:pt x="359" y="355"/>
                    <a:pt x="359" y="355"/>
                    <a:pt x="359" y="355"/>
                  </a:cubicBezTo>
                  <a:cubicBezTo>
                    <a:pt x="361" y="352"/>
                    <a:pt x="365" y="352"/>
                    <a:pt x="367" y="354"/>
                  </a:cubicBezTo>
                  <a:cubicBezTo>
                    <a:pt x="369" y="357"/>
                    <a:pt x="369" y="360"/>
                    <a:pt x="367" y="363"/>
                  </a:cubicBezTo>
                  <a:cubicBezTo>
                    <a:pt x="366" y="364"/>
                    <a:pt x="364" y="364"/>
                    <a:pt x="363" y="364"/>
                  </a:cubicBezTo>
                  <a:cubicBezTo>
                    <a:pt x="361" y="364"/>
                    <a:pt x="360" y="364"/>
                    <a:pt x="359" y="363"/>
                  </a:cubicBezTo>
                  <a:close/>
                  <a:moveTo>
                    <a:pt x="47" y="348"/>
                  </a:moveTo>
                  <a:cubicBezTo>
                    <a:pt x="45" y="345"/>
                    <a:pt x="45" y="342"/>
                    <a:pt x="48" y="340"/>
                  </a:cubicBezTo>
                  <a:cubicBezTo>
                    <a:pt x="50" y="338"/>
                    <a:pt x="54" y="338"/>
                    <a:pt x="56" y="340"/>
                  </a:cubicBezTo>
                  <a:cubicBezTo>
                    <a:pt x="58" y="343"/>
                    <a:pt x="57" y="347"/>
                    <a:pt x="55" y="349"/>
                  </a:cubicBezTo>
                  <a:cubicBezTo>
                    <a:pt x="54" y="350"/>
                    <a:pt x="53" y="350"/>
                    <a:pt x="51" y="350"/>
                  </a:cubicBezTo>
                  <a:cubicBezTo>
                    <a:pt x="50" y="350"/>
                    <a:pt x="48" y="349"/>
                    <a:pt x="47" y="348"/>
                  </a:cubicBezTo>
                  <a:close/>
                  <a:moveTo>
                    <a:pt x="380" y="339"/>
                  </a:moveTo>
                  <a:cubicBezTo>
                    <a:pt x="377" y="337"/>
                    <a:pt x="377" y="333"/>
                    <a:pt x="379" y="331"/>
                  </a:cubicBezTo>
                  <a:cubicBezTo>
                    <a:pt x="381" y="328"/>
                    <a:pt x="384" y="327"/>
                    <a:pt x="387" y="329"/>
                  </a:cubicBezTo>
                  <a:cubicBezTo>
                    <a:pt x="389" y="331"/>
                    <a:pt x="390" y="335"/>
                    <a:pt x="388" y="337"/>
                  </a:cubicBezTo>
                  <a:cubicBezTo>
                    <a:pt x="387" y="339"/>
                    <a:pt x="385" y="340"/>
                    <a:pt x="383" y="340"/>
                  </a:cubicBezTo>
                  <a:cubicBezTo>
                    <a:pt x="382" y="340"/>
                    <a:pt x="381" y="339"/>
                    <a:pt x="380" y="339"/>
                  </a:cubicBezTo>
                  <a:close/>
                  <a:moveTo>
                    <a:pt x="28" y="321"/>
                  </a:moveTo>
                  <a:cubicBezTo>
                    <a:pt x="26" y="318"/>
                    <a:pt x="27" y="314"/>
                    <a:pt x="30" y="313"/>
                  </a:cubicBezTo>
                  <a:cubicBezTo>
                    <a:pt x="33" y="311"/>
                    <a:pt x="37" y="312"/>
                    <a:pt x="38" y="315"/>
                  </a:cubicBezTo>
                  <a:cubicBezTo>
                    <a:pt x="40" y="318"/>
                    <a:pt x="39" y="321"/>
                    <a:pt x="36" y="323"/>
                  </a:cubicBezTo>
                  <a:cubicBezTo>
                    <a:pt x="35" y="323"/>
                    <a:pt x="34" y="324"/>
                    <a:pt x="33" y="324"/>
                  </a:cubicBezTo>
                  <a:cubicBezTo>
                    <a:pt x="31" y="324"/>
                    <a:pt x="29" y="323"/>
                    <a:pt x="28" y="321"/>
                  </a:cubicBezTo>
                  <a:close/>
                  <a:moveTo>
                    <a:pt x="397" y="312"/>
                  </a:moveTo>
                  <a:cubicBezTo>
                    <a:pt x="394" y="310"/>
                    <a:pt x="393" y="307"/>
                    <a:pt x="395" y="304"/>
                  </a:cubicBezTo>
                  <a:cubicBezTo>
                    <a:pt x="396" y="301"/>
                    <a:pt x="400" y="300"/>
                    <a:pt x="403" y="301"/>
                  </a:cubicBezTo>
                  <a:cubicBezTo>
                    <a:pt x="405" y="303"/>
                    <a:pt x="407" y="306"/>
                    <a:pt x="405" y="309"/>
                  </a:cubicBezTo>
                  <a:cubicBezTo>
                    <a:pt x="404" y="311"/>
                    <a:pt x="402" y="312"/>
                    <a:pt x="400" y="312"/>
                  </a:cubicBezTo>
                  <a:cubicBezTo>
                    <a:pt x="399" y="312"/>
                    <a:pt x="398" y="312"/>
                    <a:pt x="397" y="312"/>
                  </a:cubicBezTo>
                  <a:close/>
                  <a:moveTo>
                    <a:pt x="14" y="291"/>
                  </a:moveTo>
                  <a:cubicBezTo>
                    <a:pt x="13" y="288"/>
                    <a:pt x="14" y="285"/>
                    <a:pt x="17" y="283"/>
                  </a:cubicBezTo>
                  <a:cubicBezTo>
                    <a:pt x="20" y="282"/>
                    <a:pt x="24" y="284"/>
                    <a:pt x="25" y="287"/>
                  </a:cubicBezTo>
                  <a:cubicBezTo>
                    <a:pt x="26" y="290"/>
                    <a:pt x="24" y="293"/>
                    <a:pt x="21" y="294"/>
                  </a:cubicBezTo>
                  <a:cubicBezTo>
                    <a:pt x="21" y="295"/>
                    <a:pt x="20" y="295"/>
                    <a:pt x="19" y="295"/>
                  </a:cubicBezTo>
                  <a:cubicBezTo>
                    <a:pt x="17" y="295"/>
                    <a:pt x="15" y="293"/>
                    <a:pt x="14" y="291"/>
                  </a:cubicBezTo>
                  <a:close/>
                  <a:moveTo>
                    <a:pt x="410" y="282"/>
                  </a:moveTo>
                  <a:cubicBezTo>
                    <a:pt x="407" y="281"/>
                    <a:pt x="405" y="278"/>
                    <a:pt x="406" y="275"/>
                  </a:cubicBezTo>
                  <a:cubicBezTo>
                    <a:pt x="407" y="272"/>
                    <a:pt x="411" y="270"/>
                    <a:pt x="414" y="271"/>
                  </a:cubicBezTo>
                  <a:cubicBezTo>
                    <a:pt x="417" y="272"/>
                    <a:pt x="419" y="275"/>
                    <a:pt x="418" y="279"/>
                  </a:cubicBezTo>
                  <a:cubicBezTo>
                    <a:pt x="417" y="281"/>
                    <a:pt x="414" y="283"/>
                    <a:pt x="412" y="283"/>
                  </a:cubicBezTo>
                  <a:cubicBezTo>
                    <a:pt x="411" y="283"/>
                    <a:pt x="411" y="283"/>
                    <a:pt x="410" y="282"/>
                  </a:cubicBezTo>
                  <a:close/>
                  <a:moveTo>
                    <a:pt x="4" y="259"/>
                  </a:moveTo>
                  <a:cubicBezTo>
                    <a:pt x="4" y="256"/>
                    <a:pt x="6" y="253"/>
                    <a:pt x="9" y="252"/>
                  </a:cubicBezTo>
                  <a:cubicBezTo>
                    <a:pt x="12" y="252"/>
                    <a:pt x="15" y="254"/>
                    <a:pt x="16" y="257"/>
                  </a:cubicBezTo>
                  <a:cubicBezTo>
                    <a:pt x="16" y="260"/>
                    <a:pt x="14" y="263"/>
                    <a:pt x="11" y="264"/>
                  </a:cubicBezTo>
                  <a:cubicBezTo>
                    <a:pt x="11" y="264"/>
                    <a:pt x="10" y="264"/>
                    <a:pt x="10" y="264"/>
                  </a:cubicBezTo>
                  <a:cubicBezTo>
                    <a:pt x="7" y="264"/>
                    <a:pt x="5" y="262"/>
                    <a:pt x="4" y="259"/>
                  </a:cubicBezTo>
                  <a:close/>
                  <a:moveTo>
                    <a:pt x="418" y="251"/>
                  </a:moveTo>
                  <a:cubicBezTo>
                    <a:pt x="415" y="251"/>
                    <a:pt x="413" y="248"/>
                    <a:pt x="414" y="245"/>
                  </a:cubicBezTo>
                  <a:cubicBezTo>
                    <a:pt x="414" y="242"/>
                    <a:pt x="417" y="239"/>
                    <a:pt x="420" y="240"/>
                  </a:cubicBezTo>
                  <a:cubicBezTo>
                    <a:pt x="423" y="240"/>
                    <a:pt x="426" y="243"/>
                    <a:pt x="425" y="246"/>
                  </a:cubicBezTo>
                  <a:cubicBezTo>
                    <a:pt x="425" y="249"/>
                    <a:pt x="422" y="251"/>
                    <a:pt x="419" y="251"/>
                  </a:cubicBezTo>
                  <a:lnTo>
                    <a:pt x="418" y="251"/>
                  </a:lnTo>
                  <a:close/>
                  <a:moveTo>
                    <a:pt x="0" y="227"/>
                  </a:moveTo>
                  <a:cubicBezTo>
                    <a:pt x="0" y="227"/>
                    <a:pt x="0" y="227"/>
                    <a:pt x="0" y="227"/>
                  </a:cubicBezTo>
                  <a:cubicBezTo>
                    <a:pt x="0" y="224"/>
                    <a:pt x="2" y="221"/>
                    <a:pt x="5" y="221"/>
                  </a:cubicBezTo>
                  <a:cubicBezTo>
                    <a:pt x="9" y="220"/>
                    <a:pt x="11" y="223"/>
                    <a:pt x="11" y="226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12" y="229"/>
                    <a:pt x="9" y="232"/>
                    <a:pt x="6" y="232"/>
                  </a:cubicBezTo>
                  <a:cubicBezTo>
                    <a:pt x="6" y="232"/>
                    <a:pt x="6" y="232"/>
                    <a:pt x="6" y="232"/>
                  </a:cubicBezTo>
                  <a:cubicBezTo>
                    <a:pt x="3" y="232"/>
                    <a:pt x="0" y="230"/>
                    <a:pt x="0" y="227"/>
                  </a:cubicBezTo>
                  <a:close/>
                  <a:moveTo>
                    <a:pt x="416" y="214"/>
                  </a:moveTo>
                  <a:cubicBezTo>
                    <a:pt x="416" y="210"/>
                    <a:pt x="419" y="208"/>
                    <a:pt x="422" y="208"/>
                  </a:cubicBezTo>
                  <a:cubicBezTo>
                    <a:pt x="425" y="208"/>
                    <a:pt x="428" y="210"/>
                    <a:pt x="428" y="214"/>
                  </a:cubicBezTo>
                  <a:cubicBezTo>
                    <a:pt x="428" y="217"/>
                    <a:pt x="425" y="219"/>
                    <a:pt x="422" y="219"/>
                  </a:cubicBezTo>
                  <a:cubicBezTo>
                    <a:pt x="419" y="219"/>
                    <a:pt x="416" y="217"/>
                    <a:pt x="416" y="214"/>
                  </a:cubicBezTo>
                  <a:close/>
                  <a:moveTo>
                    <a:pt x="6" y="200"/>
                  </a:moveTo>
                  <a:cubicBezTo>
                    <a:pt x="2" y="200"/>
                    <a:pt x="0" y="197"/>
                    <a:pt x="0" y="194"/>
                  </a:cubicBezTo>
                  <a:cubicBezTo>
                    <a:pt x="1" y="191"/>
                    <a:pt x="3" y="188"/>
                    <a:pt x="7" y="189"/>
                  </a:cubicBezTo>
                  <a:cubicBezTo>
                    <a:pt x="10" y="189"/>
                    <a:pt x="12" y="192"/>
                    <a:pt x="12" y="195"/>
                  </a:cubicBezTo>
                  <a:cubicBezTo>
                    <a:pt x="12" y="198"/>
                    <a:pt x="9" y="200"/>
                    <a:pt x="6" y="200"/>
                  </a:cubicBezTo>
                  <a:close/>
                  <a:moveTo>
                    <a:pt x="414" y="189"/>
                  </a:moveTo>
                  <a:cubicBezTo>
                    <a:pt x="414" y="189"/>
                    <a:pt x="414" y="189"/>
                    <a:pt x="414" y="189"/>
                  </a:cubicBezTo>
                  <a:cubicBezTo>
                    <a:pt x="414" y="186"/>
                    <a:pt x="416" y="183"/>
                    <a:pt x="419" y="182"/>
                  </a:cubicBezTo>
                  <a:cubicBezTo>
                    <a:pt x="423" y="182"/>
                    <a:pt x="426" y="184"/>
                    <a:pt x="426" y="187"/>
                  </a:cubicBezTo>
                  <a:cubicBezTo>
                    <a:pt x="426" y="191"/>
                    <a:pt x="424" y="194"/>
                    <a:pt x="421" y="194"/>
                  </a:cubicBezTo>
                  <a:cubicBezTo>
                    <a:pt x="420" y="194"/>
                    <a:pt x="420" y="194"/>
                    <a:pt x="420" y="194"/>
                  </a:cubicBezTo>
                  <a:cubicBezTo>
                    <a:pt x="417" y="194"/>
                    <a:pt x="415" y="192"/>
                    <a:pt x="414" y="189"/>
                  </a:cubicBezTo>
                  <a:close/>
                  <a:moveTo>
                    <a:pt x="10" y="168"/>
                  </a:moveTo>
                  <a:cubicBezTo>
                    <a:pt x="7" y="168"/>
                    <a:pt x="5" y="165"/>
                    <a:pt x="6" y="161"/>
                  </a:cubicBezTo>
                  <a:cubicBezTo>
                    <a:pt x="7" y="158"/>
                    <a:pt x="10" y="156"/>
                    <a:pt x="13" y="157"/>
                  </a:cubicBezTo>
                  <a:cubicBezTo>
                    <a:pt x="16" y="158"/>
                    <a:pt x="18" y="161"/>
                    <a:pt x="17" y="164"/>
                  </a:cubicBezTo>
                  <a:cubicBezTo>
                    <a:pt x="17" y="167"/>
                    <a:pt x="14" y="169"/>
                    <a:pt x="12" y="169"/>
                  </a:cubicBezTo>
                  <a:cubicBezTo>
                    <a:pt x="11" y="169"/>
                    <a:pt x="11" y="169"/>
                    <a:pt x="10" y="168"/>
                  </a:cubicBezTo>
                  <a:close/>
                  <a:moveTo>
                    <a:pt x="408" y="158"/>
                  </a:moveTo>
                  <a:cubicBezTo>
                    <a:pt x="408" y="158"/>
                    <a:pt x="408" y="158"/>
                    <a:pt x="408" y="158"/>
                  </a:cubicBezTo>
                  <a:cubicBezTo>
                    <a:pt x="407" y="155"/>
                    <a:pt x="409" y="152"/>
                    <a:pt x="412" y="151"/>
                  </a:cubicBezTo>
                  <a:cubicBezTo>
                    <a:pt x="415" y="150"/>
                    <a:pt x="419" y="152"/>
                    <a:pt x="419" y="155"/>
                  </a:cubicBezTo>
                  <a:cubicBezTo>
                    <a:pt x="420" y="158"/>
                    <a:pt x="419" y="162"/>
                    <a:pt x="415" y="162"/>
                  </a:cubicBezTo>
                  <a:cubicBezTo>
                    <a:pt x="415" y="163"/>
                    <a:pt x="414" y="163"/>
                    <a:pt x="414" y="163"/>
                  </a:cubicBezTo>
                  <a:cubicBezTo>
                    <a:pt x="411" y="163"/>
                    <a:pt x="409" y="161"/>
                    <a:pt x="408" y="158"/>
                  </a:cubicBezTo>
                  <a:close/>
                  <a:moveTo>
                    <a:pt x="19" y="138"/>
                  </a:moveTo>
                  <a:cubicBezTo>
                    <a:pt x="16" y="137"/>
                    <a:pt x="15" y="133"/>
                    <a:pt x="16" y="130"/>
                  </a:cubicBezTo>
                  <a:cubicBezTo>
                    <a:pt x="18" y="127"/>
                    <a:pt x="21" y="126"/>
                    <a:pt x="24" y="127"/>
                  </a:cubicBezTo>
                  <a:cubicBezTo>
                    <a:pt x="27" y="128"/>
                    <a:pt x="28" y="132"/>
                    <a:pt x="27" y="135"/>
                  </a:cubicBezTo>
                  <a:cubicBezTo>
                    <a:pt x="26" y="137"/>
                    <a:pt x="24" y="138"/>
                    <a:pt x="22" y="138"/>
                  </a:cubicBezTo>
                  <a:cubicBezTo>
                    <a:pt x="21" y="138"/>
                    <a:pt x="20" y="138"/>
                    <a:pt x="19" y="138"/>
                  </a:cubicBezTo>
                  <a:close/>
                  <a:moveTo>
                    <a:pt x="397" y="129"/>
                  </a:moveTo>
                  <a:cubicBezTo>
                    <a:pt x="396" y="126"/>
                    <a:pt x="397" y="123"/>
                    <a:pt x="400" y="121"/>
                  </a:cubicBezTo>
                  <a:cubicBezTo>
                    <a:pt x="403" y="120"/>
                    <a:pt x="407" y="121"/>
                    <a:pt x="408" y="124"/>
                  </a:cubicBezTo>
                  <a:cubicBezTo>
                    <a:pt x="408" y="124"/>
                    <a:pt x="408" y="124"/>
                    <a:pt x="408" y="124"/>
                  </a:cubicBezTo>
                  <a:cubicBezTo>
                    <a:pt x="409" y="127"/>
                    <a:pt x="408" y="131"/>
                    <a:pt x="405" y="132"/>
                  </a:cubicBezTo>
                  <a:cubicBezTo>
                    <a:pt x="404" y="132"/>
                    <a:pt x="404" y="133"/>
                    <a:pt x="403" y="133"/>
                  </a:cubicBezTo>
                  <a:cubicBezTo>
                    <a:pt x="401" y="133"/>
                    <a:pt x="398" y="131"/>
                    <a:pt x="397" y="129"/>
                  </a:cubicBezTo>
                  <a:close/>
                  <a:moveTo>
                    <a:pt x="33" y="109"/>
                  </a:moveTo>
                  <a:cubicBezTo>
                    <a:pt x="31" y="107"/>
                    <a:pt x="30" y="104"/>
                    <a:pt x="32" y="101"/>
                  </a:cubicBezTo>
                  <a:cubicBezTo>
                    <a:pt x="33" y="98"/>
                    <a:pt x="37" y="97"/>
                    <a:pt x="40" y="99"/>
                  </a:cubicBezTo>
                  <a:cubicBezTo>
                    <a:pt x="42" y="101"/>
                    <a:pt x="43" y="104"/>
                    <a:pt x="41" y="107"/>
                  </a:cubicBezTo>
                  <a:cubicBezTo>
                    <a:pt x="40" y="109"/>
                    <a:pt x="38" y="110"/>
                    <a:pt x="36" y="110"/>
                  </a:cubicBezTo>
                  <a:cubicBezTo>
                    <a:pt x="35" y="110"/>
                    <a:pt x="34" y="110"/>
                    <a:pt x="33" y="109"/>
                  </a:cubicBezTo>
                  <a:close/>
                  <a:moveTo>
                    <a:pt x="382" y="102"/>
                  </a:moveTo>
                  <a:cubicBezTo>
                    <a:pt x="381" y="99"/>
                    <a:pt x="381" y="96"/>
                    <a:pt x="384" y="94"/>
                  </a:cubicBezTo>
                  <a:cubicBezTo>
                    <a:pt x="387" y="92"/>
                    <a:pt x="390" y="93"/>
                    <a:pt x="392" y="96"/>
                  </a:cubicBezTo>
                  <a:cubicBezTo>
                    <a:pt x="394" y="98"/>
                    <a:pt x="393" y="102"/>
                    <a:pt x="390" y="104"/>
                  </a:cubicBezTo>
                  <a:cubicBezTo>
                    <a:pt x="389" y="104"/>
                    <a:pt x="388" y="105"/>
                    <a:pt x="387" y="105"/>
                  </a:cubicBezTo>
                  <a:cubicBezTo>
                    <a:pt x="385" y="105"/>
                    <a:pt x="383" y="104"/>
                    <a:pt x="382" y="102"/>
                  </a:cubicBezTo>
                  <a:close/>
                  <a:moveTo>
                    <a:pt x="52" y="83"/>
                  </a:moveTo>
                  <a:cubicBezTo>
                    <a:pt x="49" y="80"/>
                    <a:pt x="49" y="77"/>
                    <a:pt x="51" y="74"/>
                  </a:cubicBezTo>
                  <a:cubicBezTo>
                    <a:pt x="53" y="72"/>
                    <a:pt x="57" y="72"/>
                    <a:pt x="59" y="74"/>
                  </a:cubicBezTo>
                  <a:cubicBezTo>
                    <a:pt x="62" y="76"/>
                    <a:pt x="62" y="79"/>
                    <a:pt x="60" y="82"/>
                  </a:cubicBezTo>
                  <a:cubicBezTo>
                    <a:pt x="59" y="83"/>
                    <a:pt x="57" y="84"/>
                    <a:pt x="55" y="84"/>
                  </a:cubicBezTo>
                  <a:cubicBezTo>
                    <a:pt x="54" y="84"/>
                    <a:pt x="53" y="83"/>
                    <a:pt x="52" y="83"/>
                  </a:cubicBezTo>
                  <a:close/>
                  <a:moveTo>
                    <a:pt x="363" y="77"/>
                  </a:moveTo>
                  <a:cubicBezTo>
                    <a:pt x="363" y="77"/>
                    <a:pt x="363" y="77"/>
                    <a:pt x="363" y="77"/>
                  </a:cubicBezTo>
                  <a:cubicBezTo>
                    <a:pt x="361" y="75"/>
                    <a:pt x="361" y="71"/>
                    <a:pt x="364" y="69"/>
                  </a:cubicBezTo>
                  <a:cubicBezTo>
                    <a:pt x="366" y="67"/>
                    <a:pt x="370" y="67"/>
                    <a:pt x="372" y="70"/>
                  </a:cubicBezTo>
                  <a:cubicBezTo>
                    <a:pt x="374" y="72"/>
                    <a:pt x="374" y="76"/>
                    <a:pt x="371" y="78"/>
                  </a:cubicBezTo>
                  <a:cubicBezTo>
                    <a:pt x="370" y="79"/>
                    <a:pt x="369" y="79"/>
                    <a:pt x="367" y="79"/>
                  </a:cubicBezTo>
                  <a:cubicBezTo>
                    <a:pt x="366" y="79"/>
                    <a:pt x="364" y="79"/>
                    <a:pt x="363" y="77"/>
                  </a:cubicBezTo>
                  <a:close/>
                  <a:moveTo>
                    <a:pt x="74" y="59"/>
                  </a:moveTo>
                  <a:cubicBezTo>
                    <a:pt x="72" y="57"/>
                    <a:pt x="72" y="53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7" y="49"/>
                    <a:pt x="80" y="49"/>
                    <a:pt x="83" y="52"/>
                  </a:cubicBezTo>
                  <a:cubicBezTo>
                    <a:pt x="85" y="54"/>
                    <a:pt x="84" y="58"/>
                    <a:pt x="82" y="60"/>
                  </a:cubicBezTo>
                  <a:cubicBezTo>
                    <a:pt x="81" y="61"/>
                    <a:pt x="79" y="61"/>
                    <a:pt x="78" y="61"/>
                  </a:cubicBezTo>
                  <a:cubicBezTo>
                    <a:pt x="76" y="61"/>
                    <a:pt x="75" y="61"/>
                    <a:pt x="74" y="59"/>
                  </a:cubicBezTo>
                  <a:close/>
                  <a:moveTo>
                    <a:pt x="340" y="56"/>
                  </a:moveTo>
                  <a:cubicBezTo>
                    <a:pt x="338" y="54"/>
                    <a:pt x="338" y="50"/>
                    <a:pt x="340" y="48"/>
                  </a:cubicBezTo>
                  <a:cubicBezTo>
                    <a:pt x="342" y="45"/>
                    <a:pt x="345" y="45"/>
                    <a:pt x="348" y="47"/>
                  </a:cubicBezTo>
                  <a:cubicBezTo>
                    <a:pt x="350" y="49"/>
                    <a:pt x="351" y="53"/>
                    <a:pt x="349" y="55"/>
                  </a:cubicBezTo>
                  <a:cubicBezTo>
                    <a:pt x="348" y="57"/>
                    <a:pt x="346" y="57"/>
                    <a:pt x="344" y="57"/>
                  </a:cubicBezTo>
                  <a:cubicBezTo>
                    <a:pt x="343" y="57"/>
                    <a:pt x="342" y="57"/>
                    <a:pt x="340" y="56"/>
                  </a:cubicBezTo>
                  <a:close/>
                  <a:moveTo>
                    <a:pt x="99" y="40"/>
                  </a:moveTo>
                  <a:cubicBezTo>
                    <a:pt x="97" y="37"/>
                    <a:pt x="98" y="33"/>
                    <a:pt x="101" y="32"/>
                  </a:cubicBezTo>
                  <a:cubicBezTo>
                    <a:pt x="104" y="30"/>
                    <a:pt x="107" y="31"/>
                    <a:pt x="109" y="33"/>
                  </a:cubicBezTo>
                  <a:cubicBezTo>
                    <a:pt x="111" y="36"/>
                    <a:pt x="110" y="40"/>
                    <a:pt x="107" y="42"/>
                  </a:cubicBezTo>
                  <a:cubicBezTo>
                    <a:pt x="106" y="42"/>
                    <a:pt x="105" y="42"/>
                    <a:pt x="104" y="42"/>
                  </a:cubicBezTo>
                  <a:cubicBezTo>
                    <a:pt x="102" y="42"/>
                    <a:pt x="100" y="41"/>
                    <a:pt x="99" y="40"/>
                  </a:cubicBezTo>
                  <a:close/>
                  <a:moveTo>
                    <a:pt x="315" y="38"/>
                  </a:moveTo>
                  <a:cubicBezTo>
                    <a:pt x="312" y="37"/>
                    <a:pt x="311" y="33"/>
                    <a:pt x="313" y="30"/>
                  </a:cubicBezTo>
                  <a:cubicBezTo>
                    <a:pt x="314" y="28"/>
                    <a:pt x="318" y="27"/>
                    <a:pt x="321" y="28"/>
                  </a:cubicBezTo>
                  <a:cubicBezTo>
                    <a:pt x="323" y="30"/>
                    <a:pt x="324" y="33"/>
                    <a:pt x="323" y="36"/>
                  </a:cubicBezTo>
                  <a:cubicBezTo>
                    <a:pt x="322" y="38"/>
                    <a:pt x="320" y="39"/>
                    <a:pt x="318" y="39"/>
                  </a:cubicBezTo>
                  <a:cubicBezTo>
                    <a:pt x="317" y="39"/>
                    <a:pt x="316" y="39"/>
                    <a:pt x="315" y="38"/>
                  </a:cubicBezTo>
                  <a:close/>
                  <a:moveTo>
                    <a:pt x="127" y="24"/>
                  </a:moveTo>
                  <a:cubicBezTo>
                    <a:pt x="126" y="21"/>
                    <a:pt x="127" y="18"/>
                    <a:pt x="130" y="16"/>
                  </a:cubicBezTo>
                  <a:cubicBezTo>
                    <a:pt x="133" y="15"/>
                    <a:pt x="136" y="17"/>
                    <a:pt x="138" y="20"/>
                  </a:cubicBezTo>
                  <a:cubicBezTo>
                    <a:pt x="139" y="23"/>
                    <a:pt x="138" y="26"/>
                    <a:pt x="135" y="27"/>
                  </a:cubicBezTo>
                  <a:cubicBezTo>
                    <a:pt x="134" y="28"/>
                    <a:pt x="133" y="28"/>
                    <a:pt x="132" y="28"/>
                  </a:cubicBezTo>
                  <a:cubicBezTo>
                    <a:pt x="130" y="28"/>
                    <a:pt x="128" y="26"/>
                    <a:pt x="127" y="24"/>
                  </a:cubicBezTo>
                  <a:close/>
                  <a:moveTo>
                    <a:pt x="287" y="25"/>
                  </a:moveTo>
                  <a:cubicBezTo>
                    <a:pt x="284" y="24"/>
                    <a:pt x="282" y="20"/>
                    <a:pt x="283" y="17"/>
                  </a:cubicBezTo>
                  <a:cubicBezTo>
                    <a:pt x="285" y="14"/>
                    <a:pt x="288" y="13"/>
                    <a:pt x="291" y="14"/>
                  </a:cubicBezTo>
                  <a:cubicBezTo>
                    <a:pt x="294" y="15"/>
                    <a:pt x="295" y="19"/>
                    <a:pt x="294" y="22"/>
                  </a:cubicBezTo>
                  <a:cubicBezTo>
                    <a:pt x="293" y="24"/>
                    <a:pt x="291" y="25"/>
                    <a:pt x="289" y="25"/>
                  </a:cubicBezTo>
                  <a:cubicBezTo>
                    <a:pt x="288" y="25"/>
                    <a:pt x="287" y="25"/>
                    <a:pt x="287" y="25"/>
                  </a:cubicBezTo>
                  <a:close/>
                  <a:moveTo>
                    <a:pt x="157" y="13"/>
                  </a:moveTo>
                  <a:cubicBezTo>
                    <a:pt x="156" y="10"/>
                    <a:pt x="158" y="7"/>
                    <a:pt x="161" y="6"/>
                  </a:cubicBezTo>
                  <a:cubicBezTo>
                    <a:pt x="164" y="5"/>
                    <a:pt x="168" y="7"/>
                    <a:pt x="168" y="10"/>
                  </a:cubicBezTo>
                  <a:cubicBezTo>
                    <a:pt x="169" y="13"/>
                    <a:pt x="167" y="17"/>
                    <a:pt x="164" y="17"/>
                  </a:cubicBezTo>
                  <a:cubicBezTo>
                    <a:pt x="164" y="17"/>
                    <a:pt x="163" y="17"/>
                    <a:pt x="163" y="17"/>
                  </a:cubicBezTo>
                  <a:cubicBezTo>
                    <a:pt x="160" y="17"/>
                    <a:pt x="158" y="16"/>
                    <a:pt x="157" y="13"/>
                  </a:cubicBezTo>
                  <a:close/>
                  <a:moveTo>
                    <a:pt x="257" y="16"/>
                  </a:moveTo>
                  <a:cubicBezTo>
                    <a:pt x="254" y="15"/>
                    <a:pt x="252" y="12"/>
                    <a:pt x="252" y="9"/>
                  </a:cubicBezTo>
                  <a:cubicBezTo>
                    <a:pt x="253" y="6"/>
                    <a:pt x="256" y="4"/>
                    <a:pt x="259" y="5"/>
                  </a:cubicBezTo>
                  <a:cubicBezTo>
                    <a:pt x="263" y="5"/>
                    <a:pt x="265" y="8"/>
                    <a:pt x="264" y="11"/>
                  </a:cubicBezTo>
                  <a:cubicBezTo>
                    <a:pt x="263" y="14"/>
                    <a:pt x="261" y="16"/>
                    <a:pt x="258" y="16"/>
                  </a:cubicBezTo>
                  <a:cubicBezTo>
                    <a:pt x="258" y="16"/>
                    <a:pt x="257" y="16"/>
                    <a:pt x="257" y="16"/>
                  </a:cubicBezTo>
                  <a:close/>
                  <a:moveTo>
                    <a:pt x="189" y="7"/>
                  </a:moveTo>
                  <a:cubicBezTo>
                    <a:pt x="188" y="4"/>
                    <a:pt x="191" y="1"/>
                    <a:pt x="194" y="0"/>
                  </a:cubicBezTo>
                  <a:cubicBezTo>
                    <a:pt x="197" y="0"/>
                    <a:pt x="200" y="3"/>
                    <a:pt x="200" y="6"/>
                  </a:cubicBezTo>
                  <a:cubicBezTo>
                    <a:pt x="200" y="9"/>
                    <a:pt x="198" y="12"/>
                    <a:pt x="195" y="12"/>
                  </a:cubicBezTo>
                  <a:cubicBezTo>
                    <a:pt x="194" y="12"/>
                    <a:pt x="194" y="12"/>
                    <a:pt x="194" y="12"/>
                  </a:cubicBezTo>
                  <a:cubicBezTo>
                    <a:pt x="191" y="12"/>
                    <a:pt x="189" y="10"/>
                    <a:pt x="189" y="7"/>
                  </a:cubicBezTo>
                  <a:close/>
                  <a:moveTo>
                    <a:pt x="226" y="12"/>
                  </a:moveTo>
                  <a:cubicBezTo>
                    <a:pt x="223" y="11"/>
                    <a:pt x="220" y="9"/>
                    <a:pt x="221" y="5"/>
                  </a:cubicBezTo>
                  <a:cubicBezTo>
                    <a:pt x="221" y="2"/>
                    <a:pt x="224" y="0"/>
                    <a:pt x="227" y="0"/>
                  </a:cubicBezTo>
                  <a:cubicBezTo>
                    <a:pt x="230" y="0"/>
                    <a:pt x="232" y="3"/>
                    <a:pt x="232" y="6"/>
                  </a:cubicBezTo>
                  <a:cubicBezTo>
                    <a:pt x="232" y="9"/>
                    <a:pt x="229" y="12"/>
                    <a:pt x="226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5913438" y="4510088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371" h="371" extrusionOk="0">
                  <a:moveTo>
                    <a:pt x="186" y="371"/>
                  </a:moveTo>
                  <a:cubicBezTo>
                    <a:pt x="83" y="371"/>
                    <a:pt x="0" y="288"/>
                    <a:pt x="0" y="186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6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"/>
                  </a:moveTo>
                  <a:cubicBezTo>
                    <a:pt x="88" y="8"/>
                    <a:pt x="8" y="88"/>
                    <a:pt x="8" y="186"/>
                  </a:cubicBezTo>
                  <a:cubicBezTo>
                    <a:pt x="8" y="283"/>
                    <a:pt x="88" y="363"/>
                    <a:pt x="186" y="363"/>
                  </a:cubicBezTo>
                  <a:cubicBezTo>
                    <a:pt x="283" y="363"/>
                    <a:pt x="363" y="283"/>
                    <a:pt x="363" y="186"/>
                  </a:cubicBezTo>
                  <a:cubicBezTo>
                    <a:pt x="363" y="88"/>
                    <a:pt x="283" y="8"/>
                    <a:pt x="186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5978525" y="4573588"/>
              <a:ext cx="496888" cy="498475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8" y="295"/>
                  </a:moveTo>
                  <a:cubicBezTo>
                    <a:pt x="66" y="295"/>
                    <a:pt x="0" y="229"/>
                    <a:pt x="0" y="148"/>
                  </a:cubicBezTo>
                  <a:cubicBezTo>
                    <a:pt x="0" y="66"/>
                    <a:pt x="66" y="0"/>
                    <a:pt x="148" y="0"/>
                  </a:cubicBezTo>
                  <a:cubicBezTo>
                    <a:pt x="229" y="0"/>
                    <a:pt x="295" y="66"/>
                    <a:pt x="295" y="148"/>
                  </a:cubicBezTo>
                  <a:cubicBezTo>
                    <a:pt x="295" y="229"/>
                    <a:pt x="229" y="295"/>
                    <a:pt x="148" y="295"/>
                  </a:cubicBezTo>
                  <a:close/>
                  <a:moveTo>
                    <a:pt x="148" y="31"/>
                  </a:moveTo>
                  <a:cubicBezTo>
                    <a:pt x="83" y="31"/>
                    <a:pt x="31" y="83"/>
                    <a:pt x="31" y="148"/>
                  </a:cubicBezTo>
                  <a:cubicBezTo>
                    <a:pt x="31" y="212"/>
                    <a:pt x="83" y="264"/>
                    <a:pt x="148" y="264"/>
                  </a:cubicBezTo>
                  <a:cubicBezTo>
                    <a:pt x="212" y="264"/>
                    <a:pt x="264" y="212"/>
                    <a:pt x="264" y="148"/>
                  </a:cubicBezTo>
                  <a:cubicBezTo>
                    <a:pt x="264" y="83"/>
                    <a:pt x="212" y="31"/>
                    <a:pt x="148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9"/>
          <p:cNvGrpSpPr/>
          <p:nvPr/>
        </p:nvGrpSpPr>
        <p:grpSpPr>
          <a:xfrm flipH="1">
            <a:off x="713228" y="145611"/>
            <a:ext cx="8230511" cy="4728089"/>
            <a:chOff x="200264" y="145611"/>
            <a:chExt cx="8230511" cy="4728089"/>
          </a:xfrm>
        </p:grpSpPr>
        <p:grpSp>
          <p:nvGrpSpPr>
            <p:cNvPr id="400" name="Google Shape;400;p9"/>
            <p:cNvGrpSpPr/>
            <p:nvPr/>
          </p:nvGrpSpPr>
          <p:grpSpPr>
            <a:xfrm>
              <a:off x="200264" y="145611"/>
              <a:ext cx="1025928" cy="248431"/>
              <a:chOff x="4287838" y="1025525"/>
              <a:chExt cx="708025" cy="171450"/>
            </a:xfrm>
          </p:grpSpPr>
          <p:sp>
            <p:nvSpPr>
              <p:cNvPr id="401" name="Google Shape;401;p9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11" name="Google Shape;411;p9"/>
            <p:cNvCxnSpPr/>
            <p:nvPr/>
          </p:nvCxnSpPr>
          <p:spPr>
            <a:xfrm>
              <a:off x="5647675" y="4873700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10"/>
          <p:cNvSpPr txBox="1">
            <a:spLocks noGrp="1"/>
          </p:cNvSpPr>
          <p:nvPr>
            <p:ph type="title"/>
          </p:nvPr>
        </p:nvSpPr>
        <p:spPr>
          <a:xfrm>
            <a:off x="1948800" y="4014450"/>
            <a:ext cx="5246400" cy="441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13"/>
          <p:cNvGrpSpPr/>
          <p:nvPr/>
        </p:nvGrpSpPr>
        <p:grpSpPr>
          <a:xfrm>
            <a:off x="168" y="118"/>
            <a:ext cx="8943562" cy="4997799"/>
            <a:chOff x="168" y="118"/>
            <a:chExt cx="8943562" cy="4997799"/>
          </a:xfrm>
        </p:grpSpPr>
        <p:grpSp>
          <p:nvGrpSpPr>
            <p:cNvPr id="444" name="Google Shape;444;p13"/>
            <p:cNvGrpSpPr/>
            <p:nvPr/>
          </p:nvGrpSpPr>
          <p:grpSpPr>
            <a:xfrm>
              <a:off x="200264" y="4749486"/>
              <a:ext cx="1025928" cy="248431"/>
              <a:chOff x="4287838" y="1025525"/>
              <a:chExt cx="708025" cy="171450"/>
            </a:xfrm>
          </p:grpSpPr>
          <p:sp>
            <p:nvSpPr>
              <p:cNvPr id="445" name="Google Shape;445;p13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13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3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3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3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13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3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3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13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13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3"/>
            <p:cNvGrpSpPr/>
            <p:nvPr/>
          </p:nvGrpSpPr>
          <p:grpSpPr>
            <a:xfrm rot="10800000">
              <a:off x="168" y="118"/>
              <a:ext cx="1787985" cy="1790153"/>
              <a:chOff x="4087813" y="1714500"/>
              <a:chExt cx="1309688" cy="1311275"/>
            </a:xfrm>
          </p:grpSpPr>
          <p:sp>
            <p:nvSpPr>
              <p:cNvPr id="456" name="Google Shape;456;p13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13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13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13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13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3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13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13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13"/>
            <p:cNvGrpSpPr/>
            <p:nvPr/>
          </p:nvGrpSpPr>
          <p:grpSpPr>
            <a:xfrm>
              <a:off x="7917802" y="145611"/>
              <a:ext cx="1025928" cy="248431"/>
              <a:chOff x="4287838" y="1025525"/>
              <a:chExt cx="708025" cy="171450"/>
            </a:xfrm>
          </p:grpSpPr>
          <p:sp>
            <p:nvSpPr>
              <p:cNvPr id="465" name="Google Shape;465;p13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13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13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13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13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13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13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13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13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13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75" name="Google Shape;475;p13"/>
          <p:cNvSpPr>
            <a:spLocks noGrp="1"/>
          </p:cNvSpPr>
          <p:nvPr>
            <p:ph type="pic" idx="2"/>
          </p:nvPr>
        </p:nvSpPr>
        <p:spPr>
          <a:xfrm>
            <a:off x="5643775" y="539550"/>
            <a:ext cx="2787000" cy="4064400"/>
          </a:xfrm>
          <a:prstGeom prst="snip2DiagRect">
            <a:avLst>
              <a:gd name="adj1" fmla="val 0"/>
              <a:gd name="adj2" fmla="val 16667"/>
            </a:avLst>
          </a:prstGeom>
          <a:noFill/>
          <a:ln>
            <a:noFill/>
          </a:ln>
        </p:spPr>
      </p:sp>
      <p:sp>
        <p:nvSpPr>
          <p:cNvPr id="476" name="Google Shape;47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120240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8" name="Google Shape;478;p13"/>
          <p:cNvSpPr txBox="1">
            <a:spLocks noGrp="1"/>
          </p:cNvSpPr>
          <p:nvPr>
            <p:ph type="title" idx="4" hasCustomPrompt="1"/>
          </p:nvPr>
        </p:nvSpPr>
        <p:spPr>
          <a:xfrm>
            <a:off x="3306000" y="23110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79" name="Google Shape;479;p13"/>
          <p:cNvSpPr txBox="1">
            <a:spLocks noGrp="1"/>
          </p:cNvSpPr>
          <p:nvPr>
            <p:ph type="title" idx="5" hasCustomPrompt="1"/>
          </p:nvPr>
        </p:nvSpPr>
        <p:spPr>
          <a:xfrm>
            <a:off x="3306000" y="120240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0" name="Google Shape;480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36019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1" name="Google Shape;481;p13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231110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2" name="Google Shape;482;p13"/>
          <p:cNvSpPr txBox="1">
            <a:spLocks noGrp="1"/>
          </p:cNvSpPr>
          <p:nvPr>
            <p:ph type="title" idx="8" hasCustomPrompt="1"/>
          </p:nvPr>
        </p:nvSpPr>
        <p:spPr>
          <a:xfrm>
            <a:off x="3306000" y="36019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83" name="Google Shape;483;p13"/>
          <p:cNvSpPr txBox="1">
            <a:spLocks noGrp="1"/>
          </p:cNvSpPr>
          <p:nvPr>
            <p:ph type="subTitle" idx="1"/>
          </p:nvPr>
        </p:nvSpPr>
        <p:spPr>
          <a:xfrm>
            <a:off x="720000" y="175675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84" name="Google Shape;484;p13"/>
          <p:cNvSpPr txBox="1">
            <a:spLocks noGrp="1"/>
          </p:cNvSpPr>
          <p:nvPr>
            <p:ph type="subTitle" idx="9"/>
          </p:nvPr>
        </p:nvSpPr>
        <p:spPr>
          <a:xfrm>
            <a:off x="3306000" y="175675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85" name="Google Shape;485;p13"/>
          <p:cNvSpPr txBox="1">
            <a:spLocks noGrp="1"/>
          </p:cNvSpPr>
          <p:nvPr>
            <p:ph type="subTitle" idx="13"/>
          </p:nvPr>
        </p:nvSpPr>
        <p:spPr>
          <a:xfrm>
            <a:off x="720000" y="286545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86" name="Google Shape;486;p13"/>
          <p:cNvSpPr txBox="1">
            <a:spLocks noGrp="1"/>
          </p:cNvSpPr>
          <p:nvPr>
            <p:ph type="subTitle" idx="14"/>
          </p:nvPr>
        </p:nvSpPr>
        <p:spPr>
          <a:xfrm>
            <a:off x="3306000" y="286550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87" name="Google Shape;487;p13"/>
          <p:cNvSpPr txBox="1">
            <a:spLocks noGrp="1"/>
          </p:cNvSpPr>
          <p:nvPr>
            <p:ph type="subTitle" idx="15"/>
          </p:nvPr>
        </p:nvSpPr>
        <p:spPr>
          <a:xfrm>
            <a:off x="720000" y="415640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88" name="Google Shape;488;p13"/>
          <p:cNvSpPr txBox="1">
            <a:spLocks noGrp="1"/>
          </p:cNvSpPr>
          <p:nvPr>
            <p:ph type="subTitle" idx="16"/>
          </p:nvPr>
        </p:nvSpPr>
        <p:spPr>
          <a:xfrm>
            <a:off x="3306000" y="415640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4" name="Google Shape;964;p23"/>
          <p:cNvGrpSpPr/>
          <p:nvPr/>
        </p:nvGrpSpPr>
        <p:grpSpPr>
          <a:xfrm>
            <a:off x="8689327" y="4154888"/>
            <a:ext cx="900146" cy="898301"/>
            <a:chOff x="1120775" y="368300"/>
            <a:chExt cx="744538" cy="742950"/>
          </a:xfrm>
        </p:grpSpPr>
        <p:sp>
          <p:nvSpPr>
            <p:cNvPr id="965" name="Google Shape;965;p23"/>
            <p:cNvSpPr/>
            <p:nvPr/>
          </p:nvSpPr>
          <p:spPr>
            <a:xfrm>
              <a:off x="1120775" y="739775"/>
              <a:ext cx="60325" cy="157163"/>
            </a:xfrm>
            <a:custGeom>
              <a:avLst/>
              <a:gdLst/>
              <a:ahLst/>
              <a:cxnLst/>
              <a:rect l="l" t="t" r="r" b="b"/>
              <a:pathLst>
                <a:path w="36" h="94" extrusionOk="0">
                  <a:moveTo>
                    <a:pt x="21" y="94"/>
                  </a:moveTo>
                  <a:cubicBezTo>
                    <a:pt x="7" y="64"/>
                    <a:pt x="0" y="33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0"/>
                    <a:pt x="23" y="59"/>
                    <a:pt x="36" y="87"/>
                  </a:cubicBezTo>
                  <a:lnTo>
                    <a:pt x="21" y="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23"/>
            <p:cNvSpPr/>
            <p:nvPr/>
          </p:nvSpPr>
          <p:spPr>
            <a:xfrm>
              <a:off x="1184275" y="930275"/>
              <a:ext cx="127000" cy="125413"/>
            </a:xfrm>
            <a:custGeom>
              <a:avLst/>
              <a:gdLst/>
              <a:ahLst/>
              <a:cxnLst/>
              <a:rect l="l" t="t" r="r" b="b"/>
              <a:pathLst>
                <a:path w="76" h="75" extrusionOk="0">
                  <a:moveTo>
                    <a:pt x="67" y="75"/>
                  </a:moveTo>
                  <a:cubicBezTo>
                    <a:pt x="41" y="58"/>
                    <a:pt x="17" y="35"/>
                    <a:pt x="0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0" y="24"/>
                    <a:pt x="51" y="45"/>
                    <a:pt x="76" y="61"/>
                  </a:cubicBezTo>
                  <a:lnTo>
                    <a:pt x="67" y="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23"/>
            <p:cNvSpPr/>
            <p:nvPr/>
          </p:nvSpPr>
          <p:spPr>
            <a:xfrm>
              <a:off x="1341438" y="1054100"/>
              <a:ext cx="69850" cy="46037"/>
            </a:xfrm>
            <a:custGeom>
              <a:avLst/>
              <a:gdLst/>
              <a:ahLst/>
              <a:cxnLst/>
              <a:rect l="l" t="t" r="r" b="b"/>
              <a:pathLst>
                <a:path w="41" h="27" extrusionOk="0">
                  <a:moveTo>
                    <a:pt x="37" y="27"/>
                  </a:moveTo>
                  <a:cubicBezTo>
                    <a:pt x="25" y="24"/>
                    <a:pt x="12" y="20"/>
                    <a:pt x="0" y="1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5"/>
                    <a:pt x="30" y="9"/>
                    <a:pt x="41" y="11"/>
                  </a:cubicBezTo>
                  <a:lnTo>
                    <a:pt x="37" y="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23"/>
            <p:cNvSpPr/>
            <p:nvPr/>
          </p:nvSpPr>
          <p:spPr>
            <a:xfrm>
              <a:off x="1447800" y="1057275"/>
              <a:ext cx="187325" cy="53975"/>
            </a:xfrm>
            <a:custGeom>
              <a:avLst/>
              <a:gdLst/>
              <a:ahLst/>
              <a:cxnLst/>
              <a:rect l="l" t="t" r="r" b="b"/>
              <a:pathLst>
                <a:path w="111" h="32" extrusionOk="0">
                  <a:moveTo>
                    <a:pt x="27" y="32"/>
                  </a:moveTo>
                  <a:cubicBezTo>
                    <a:pt x="18" y="32"/>
                    <a:pt x="9" y="31"/>
                    <a:pt x="0" y="3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0" y="15"/>
                    <a:pt x="18" y="15"/>
                    <a:pt x="27" y="15"/>
                  </a:cubicBezTo>
                  <a:cubicBezTo>
                    <a:pt x="54" y="15"/>
                    <a:pt x="80" y="10"/>
                    <a:pt x="104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84" y="26"/>
                    <a:pt x="56" y="32"/>
                    <a:pt x="27" y="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23"/>
            <p:cNvSpPr/>
            <p:nvPr/>
          </p:nvSpPr>
          <p:spPr>
            <a:xfrm>
              <a:off x="1681163" y="923925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9" y="75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4" y="46"/>
                    <a:pt x="45" y="24"/>
                    <a:pt x="61" y="0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58" y="35"/>
                    <a:pt x="35" y="58"/>
                    <a:pt x="9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23"/>
            <p:cNvSpPr/>
            <p:nvPr/>
          </p:nvSpPr>
          <p:spPr>
            <a:xfrm>
              <a:off x="1830388" y="668338"/>
              <a:ext cx="34925" cy="142875"/>
            </a:xfrm>
            <a:custGeom>
              <a:avLst/>
              <a:gdLst/>
              <a:ahLst/>
              <a:cxnLst/>
              <a:rect l="l" t="t" r="r" b="b"/>
              <a:pathLst>
                <a:path w="20" h="85" extrusionOk="0">
                  <a:moveTo>
                    <a:pt x="16" y="8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" y="69"/>
                    <a:pt x="4" y="56"/>
                    <a:pt x="4" y="42"/>
                  </a:cubicBezTo>
                  <a:cubicBezTo>
                    <a:pt x="4" y="29"/>
                    <a:pt x="2" y="16"/>
                    <a:pt x="0" y="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14"/>
                    <a:pt x="20" y="28"/>
                    <a:pt x="20" y="42"/>
                  </a:cubicBezTo>
                  <a:cubicBezTo>
                    <a:pt x="20" y="57"/>
                    <a:pt x="19" y="71"/>
                    <a:pt x="16" y="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23"/>
            <p:cNvSpPr/>
            <p:nvPr/>
          </p:nvSpPr>
          <p:spPr>
            <a:xfrm>
              <a:off x="1695450" y="438150"/>
              <a:ext cx="144463" cy="174625"/>
            </a:xfrm>
            <a:custGeom>
              <a:avLst/>
              <a:gdLst/>
              <a:ahLst/>
              <a:cxnLst/>
              <a:rect l="l" t="t" r="r" b="b"/>
              <a:pathLst>
                <a:path w="85" h="103" extrusionOk="0">
                  <a:moveTo>
                    <a:pt x="70" y="103"/>
                  </a:moveTo>
                  <a:cubicBezTo>
                    <a:pt x="55" y="67"/>
                    <a:pt x="31" y="36"/>
                    <a:pt x="0" y="1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4" y="25"/>
                    <a:pt x="70" y="58"/>
                    <a:pt x="85" y="97"/>
                  </a:cubicBezTo>
                  <a:lnTo>
                    <a:pt x="70" y="1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23"/>
            <p:cNvSpPr/>
            <p:nvPr/>
          </p:nvSpPr>
          <p:spPr>
            <a:xfrm>
              <a:off x="1449388" y="368300"/>
              <a:ext cx="228600" cy="71438"/>
            </a:xfrm>
            <a:custGeom>
              <a:avLst/>
              <a:gdLst/>
              <a:ahLst/>
              <a:cxnLst/>
              <a:rect l="l" t="t" r="r" b="b"/>
              <a:pathLst>
                <a:path w="135" h="43" extrusionOk="0">
                  <a:moveTo>
                    <a:pt x="127" y="43"/>
                  </a:moveTo>
                  <a:cubicBezTo>
                    <a:pt x="96" y="26"/>
                    <a:pt x="61" y="16"/>
                    <a:pt x="26" y="16"/>
                  </a:cubicBezTo>
                  <a:cubicBezTo>
                    <a:pt x="18" y="16"/>
                    <a:pt x="10" y="17"/>
                    <a:pt x="2" y="18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9" y="0"/>
                    <a:pt x="17" y="0"/>
                    <a:pt x="26" y="0"/>
                  </a:cubicBezTo>
                  <a:cubicBezTo>
                    <a:pt x="64" y="0"/>
                    <a:pt x="102" y="10"/>
                    <a:pt x="135" y="29"/>
                  </a:cubicBezTo>
                  <a:lnTo>
                    <a:pt x="127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23"/>
            <p:cNvSpPr/>
            <p:nvPr/>
          </p:nvSpPr>
          <p:spPr>
            <a:xfrm>
              <a:off x="1296988" y="377825"/>
              <a:ext cx="114300" cy="69850"/>
            </a:xfrm>
            <a:custGeom>
              <a:avLst/>
              <a:gdLst/>
              <a:ahLst/>
              <a:cxnLst/>
              <a:rect l="l" t="t" r="r" b="b"/>
              <a:pathLst>
                <a:path w="68" h="41" extrusionOk="0">
                  <a:moveTo>
                    <a:pt x="9" y="41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20" y="15"/>
                    <a:pt x="42" y="6"/>
                    <a:pt x="64" y="0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47" y="21"/>
                    <a:pt x="28" y="30"/>
                    <a:pt x="9" y="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23"/>
            <p:cNvSpPr/>
            <p:nvPr/>
          </p:nvSpPr>
          <p:spPr>
            <a:xfrm>
              <a:off x="1127125" y="468313"/>
              <a:ext cx="130175" cy="206375"/>
            </a:xfrm>
            <a:custGeom>
              <a:avLst/>
              <a:gdLst/>
              <a:ahLst/>
              <a:cxnLst/>
              <a:rect l="l" t="t" r="r" b="b"/>
              <a:pathLst>
                <a:path w="77" h="122" extrusionOk="0">
                  <a:moveTo>
                    <a:pt x="16" y="122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9" y="73"/>
                    <a:pt x="31" y="32"/>
                    <a:pt x="65" y="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45" y="42"/>
                    <a:pt x="24" y="80"/>
                    <a:pt x="16" y="1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23"/>
            <p:cNvSpPr/>
            <p:nvPr/>
          </p:nvSpPr>
          <p:spPr>
            <a:xfrm>
              <a:off x="1192213" y="847725"/>
              <a:ext cx="80963" cy="109538"/>
            </a:xfrm>
            <a:custGeom>
              <a:avLst/>
              <a:gdLst/>
              <a:ahLst/>
              <a:cxnLst/>
              <a:rect l="l" t="t" r="r" b="b"/>
              <a:pathLst>
                <a:path w="48" h="65" extrusionOk="0">
                  <a:moveTo>
                    <a:pt x="38" y="65"/>
                  </a:moveTo>
                  <a:cubicBezTo>
                    <a:pt x="21" y="47"/>
                    <a:pt x="9" y="27"/>
                    <a:pt x="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21"/>
                    <a:pt x="33" y="39"/>
                    <a:pt x="48" y="56"/>
                  </a:cubicBezTo>
                  <a:lnTo>
                    <a:pt x="38" y="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23"/>
            <p:cNvSpPr/>
            <p:nvPr/>
          </p:nvSpPr>
          <p:spPr>
            <a:xfrm>
              <a:off x="1284288" y="966788"/>
              <a:ext cx="209550" cy="93663"/>
            </a:xfrm>
            <a:custGeom>
              <a:avLst/>
              <a:gdLst/>
              <a:ahLst/>
              <a:cxnLst/>
              <a:rect l="l" t="t" r="r" b="b"/>
              <a:pathLst>
                <a:path w="124" h="56" extrusionOk="0">
                  <a:moveTo>
                    <a:pt x="124" y="56"/>
                  </a:moveTo>
                  <a:cubicBezTo>
                    <a:pt x="78" y="56"/>
                    <a:pt x="34" y="40"/>
                    <a:pt x="0" y="1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1" y="28"/>
                    <a:pt x="82" y="43"/>
                    <a:pt x="124" y="43"/>
                  </a:cubicBezTo>
                  <a:lnTo>
                    <a:pt x="124" y="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23"/>
            <p:cNvSpPr/>
            <p:nvPr/>
          </p:nvSpPr>
          <p:spPr>
            <a:xfrm>
              <a:off x="1555750" y="963613"/>
              <a:ext cx="150813" cy="90488"/>
            </a:xfrm>
            <a:custGeom>
              <a:avLst/>
              <a:gdLst/>
              <a:ahLst/>
              <a:cxnLst/>
              <a:rect l="l" t="t" r="r" b="b"/>
              <a:pathLst>
                <a:path w="89" h="54" extrusionOk="0">
                  <a:moveTo>
                    <a:pt x="3" y="54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30" y="34"/>
                    <a:pt x="57" y="20"/>
                    <a:pt x="80" y="0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65" y="32"/>
                    <a:pt x="35" y="47"/>
                    <a:pt x="3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23"/>
            <p:cNvSpPr/>
            <p:nvPr/>
          </p:nvSpPr>
          <p:spPr>
            <a:xfrm>
              <a:off x="1714500" y="839788"/>
              <a:ext cx="82550" cy="117475"/>
            </a:xfrm>
            <a:custGeom>
              <a:avLst/>
              <a:gdLst/>
              <a:ahLst/>
              <a:cxnLst/>
              <a:rect l="l" t="t" r="r" b="b"/>
              <a:pathLst>
                <a:path w="49" h="69" extrusionOk="0">
                  <a:moveTo>
                    <a:pt x="10" y="69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6" y="42"/>
                    <a:pt x="28" y="22"/>
                    <a:pt x="36" y="0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0" y="29"/>
                    <a:pt x="27" y="50"/>
                    <a:pt x="10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23"/>
            <p:cNvSpPr/>
            <p:nvPr/>
          </p:nvSpPr>
          <p:spPr>
            <a:xfrm>
              <a:off x="1784350" y="663575"/>
              <a:ext cx="31750" cy="133350"/>
            </a:xfrm>
            <a:custGeom>
              <a:avLst/>
              <a:gdLst/>
              <a:ahLst/>
              <a:cxnLst/>
              <a:rect l="l" t="t" r="r" b="b"/>
              <a:pathLst>
                <a:path w="19" h="79" extrusionOk="0">
                  <a:moveTo>
                    <a:pt x="16" y="79"/>
                  </a:moveTo>
                  <a:cubicBezTo>
                    <a:pt x="2" y="77"/>
                    <a:pt x="2" y="77"/>
                    <a:pt x="2" y="77"/>
                  </a:cubicBezTo>
                  <a:cubicBezTo>
                    <a:pt x="4" y="66"/>
                    <a:pt x="5" y="56"/>
                    <a:pt x="5" y="45"/>
                  </a:cubicBezTo>
                  <a:cubicBezTo>
                    <a:pt x="5" y="31"/>
                    <a:pt x="4" y="17"/>
                    <a:pt x="0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" y="15"/>
                    <a:pt x="19" y="30"/>
                    <a:pt x="19" y="45"/>
                  </a:cubicBezTo>
                  <a:cubicBezTo>
                    <a:pt x="19" y="57"/>
                    <a:pt x="18" y="68"/>
                    <a:pt x="16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23"/>
            <p:cNvSpPr/>
            <p:nvPr/>
          </p:nvSpPr>
          <p:spPr>
            <a:xfrm>
              <a:off x="1714500" y="520700"/>
              <a:ext cx="80963" cy="112712"/>
            </a:xfrm>
            <a:custGeom>
              <a:avLst/>
              <a:gdLst/>
              <a:ahLst/>
              <a:cxnLst/>
              <a:rect l="l" t="t" r="r" b="b"/>
              <a:pathLst>
                <a:path w="48" h="66" extrusionOk="0">
                  <a:moveTo>
                    <a:pt x="35" y="66"/>
                  </a:moveTo>
                  <a:cubicBezTo>
                    <a:pt x="27" y="45"/>
                    <a:pt x="15" y="26"/>
                    <a:pt x="0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6" y="18"/>
                    <a:pt x="39" y="39"/>
                    <a:pt x="48" y="61"/>
                  </a:cubicBezTo>
                  <a:lnTo>
                    <a:pt x="35" y="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23"/>
            <p:cNvSpPr/>
            <p:nvPr/>
          </p:nvSpPr>
          <p:spPr>
            <a:xfrm>
              <a:off x="1558925" y="425450"/>
              <a:ext cx="139700" cy="82550"/>
            </a:xfrm>
            <a:custGeom>
              <a:avLst/>
              <a:gdLst/>
              <a:ahLst/>
              <a:cxnLst/>
              <a:rect l="l" t="t" r="r" b="b"/>
              <a:pathLst>
                <a:path w="82" h="49" extrusionOk="0">
                  <a:moveTo>
                    <a:pt x="73" y="49"/>
                  </a:moveTo>
                  <a:cubicBezTo>
                    <a:pt x="52" y="32"/>
                    <a:pt x="27" y="19"/>
                    <a:pt x="0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2" y="6"/>
                    <a:pt x="59" y="20"/>
                    <a:pt x="82" y="38"/>
                  </a:cubicBezTo>
                  <a:lnTo>
                    <a:pt x="73" y="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23"/>
            <p:cNvSpPr/>
            <p:nvPr/>
          </p:nvSpPr>
          <p:spPr>
            <a:xfrm>
              <a:off x="1327150" y="417513"/>
              <a:ext cx="198437" cy="66675"/>
            </a:xfrm>
            <a:custGeom>
              <a:avLst/>
              <a:gdLst/>
              <a:ahLst/>
              <a:cxnLst/>
              <a:rect l="l" t="t" r="r" b="b"/>
              <a:pathLst>
                <a:path w="118" h="40" extrusionOk="0">
                  <a:moveTo>
                    <a:pt x="7" y="40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30" y="10"/>
                    <a:pt x="64" y="0"/>
                    <a:pt x="99" y="0"/>
                  </a:cubicBezTo>
                  <a:cubicBezTo>
                    <a:pt x="105" y="0"/>
                    <a:pt x="111" y="0"/>
                    <a:pt x="118" y="1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1" y="14"/>
                    <a:pt x="105" y="14"/>
                    <a:pt x="99" y="14"/>
                  </a:cubicBezTo>
                  <a:cubicBezTo>
                    <a:pt x="66" y="14"/>
                    <a:pt x="35" y="23"/>
                    <a:pt x="7" y="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23"/>
            <p:cNvSpPr/>
            <p:nvPr/>
          </p:nvSpPr>
          <p:spPr>
            <a:xfrm>
              <a:off x="1195388" y="487363"/>
              <a:ext cx="111125" cy="138113"/>
            </a:xfrm>
            <a:custGeom>
              <a:avLst/>
              <a:gdLst/>
              <a:ahLst/>
              <a:cxnLst/>
              <a:rect l="l" t="t" r="r" b="b"/>
              <a:pathLst>
                <a:path w="66" h="82" extrusionOk="0">
                  <a:moveTo>
                    <a:pt x="12" y="82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2" y="47"/>
                    <a:pt x="32" y="20"/>
                    <a:pt x="58" y="0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43" y="29"/>
                    <a:pt x="24" y="54"/>
                    <a:pt x="12" y="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23"/>
            <p:cNvSpPr/>
            <p:nvPr/>
          </p:nvSpPr>
          <p:spPr>
            <a:xfrm>
              <a:off x="1171575" y="661988"/>
              <a:ext cx="31750" cy="152400"/>
            </a:xfrm>
            <a:custGeom>
              <a:avLst/>
              <a:gdLst/>
              <a:ahLst/>
              <a:cxnLst/>
              <a:rect l="l" t="t" r="r" b="b"/>
              <a:pathLst>
                <a:path w="19" h="91" extrusionOk="0">
                  <a:moveTo>
                    <a:pt x="5" y="91"/>
                  </a:moveTo>
                  <a:cubicBezTo>
                    <a:pt x="1" y="76"/>
                    <a:pt x="0" y="61"/>
                    <a:pt x="0" y="46"/>
                  </a:cubicBezTo>
                  <a:cubicBezTo>
                    <a:pt x="0" y="31"/>
                    <a:pt x="2" y="15"/>
                    <a:pt x="5" y="0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5" y="17"/>
                    <a:pt x="13" y="32"/>
                    <a:pt x="13" y="46"/>
                  </a:cubicBezTo>
                  <a:cubicBezTo>
                    <a:pt x="13" y="60"/>
                    <a:pt x="15" y="74"/>
                    <a:pt x="18" y="87"/>
                  </a:cubicBezTo>
                  <a:lnTo>
                    <a:pt x="5" y="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23"/>
            <p:cNvSpPr/>
            <p:nvPr/>
          </p:nvSpPr>
          <p:spPr>
            <a:xfrm>
              <a:off x="1493838" y="806450"/>
              <a:ext cx="265113" cy="207963"/>
            </a:xfrm>
            <a:custGeom>
              <a:avLst/>
              <a:gdLst/>
              <a:ahLst/>
              <a:cxnLst/>
              <a:rect l="l" t="t" r="r" b="b"/>
              <a:pathLst>
                <a:path w="157" h="123" extrusionOk="0">
                  <a:moveTo>
                    <a:pt x="0" y="123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70" y="116"/>
                    <a:pt x="132" y="68"/>
                    <a:pt x="150" y="0"/>
                  </a:cubicBezTo>
                  <a:cubicBezTo>
                    <a:pt x="157" y="2"/>
                    <a:pt x="157" y="2"/>
                    <a:pt x="157" y="2"/>
                  </a:cubicBezTo>
                  <a:cubicBezTo>
                    <a:pt x="138" y="73"/>
                    <a:pt x="73" y="123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23"/>
            <p:cNvSpPr/>
            <p:nvPr/>
          </p:nvSpPr>
          <p:spPr>
            <a:xfrm>
              <a:off x="1752600" y="693738"/>
              <a:ext cx="14288" cy="46037"/>
            </a:xfrm>
            <a:custGeom>
              <a:avLst/>
              <a:gdLst/>
              <a:ahLst/>
              <a:cxnLst/>
              <a:rect l="l" t="t" r="r" b="b"/>
              <a:pathLst>
                <a:path w="9" h="27" extrusionOk="0">
                  <a:moveTo>
                    <a:pt x="9" y="27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19"/>
                    <a:pt x="2" y="1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9"/>
                    <a:pt x="9" y="18"/>
                    <a:pt x="9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23"/>
            <p:cNvSpPr/>
            <p:nvPr/>
          </p:nvSpPr>
          <p:spPr>
            <a:xfrm>
              <a:off x="1658938" y="527050"/>
              <a:ext cx="46037" cy="44450"/>
            </a:xfrm>
            <a:custGeom>
              <a:avLst/>
              <a:gdLst/>
              <a:ahLst/>
              <a:cxnLst/>
              <a:rect l="l" t="t" r="r" b="b"/>
              <a:pathLst>
                <a:path w="27" h="27" extrusionOk="0">
                  <a:moveTo>
                    <a:pt x="21" y="27"/>
                  </a:moveTo>
                  <a:cubicBezTo>
                    <a:pt x="15" y="19"/>
                    <a:pt x="8" y="12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3" y="7"/>
                    <a:pt x="20" y="14"/>
                    <a:pt x="27" y="22"/>
                  </a:cubicBezTo>
                  <a:lnTo>
                    <a:pt x="21" y="2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23"/>
            <p:cNvSpPr/>
            <p:nvPr/>
          </p:nvSpPr>
          <p:spPr>
            <a:xfrm>
              <a:off x="1524000" y="466725"/>
              <a:ext cx="123825" cy="55563"/>
            </a:xfrm>
            <a:custGeom>
              <a:avLst/>
              <a:gdLst/>
              <a:ahLst/>
              <a:cxnLst/>
              <a:rect l="l" t="t" r="r" b="b"/>
              <a:pathLst>
                <a:path w="73" h="33" extrusionOk="0">
                  <a:moveTo>
                    <a:pt x="70" y="33"/>
                  </a:moveTo>
                  <a:cubicBezTo>
                    <a:pt x="49" y="18"/>
                    <a:pt x="25" y="9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3"/>
                    <a:pt x="52" y="12"/>
                    <a:pt x="73" y="27"/>
                  </a:cubicBezTo>
                  <a:lnTo>
                    <a:pt x="70" y="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23"/>
            <p:cNvSpPr/>
            <p:nvPr/>
          </p:nvSpPr>
          <p:spPr>
            <a:xfrm>
              <a:off x="1436688" y="465138"/>
              <a:ext cx="57150" cy="17463"/>
            </a:xfrm>
            <a:custGeom>
              <a:avLst/>
              <a:gdLst/>
              <a:ahLst/>
              <a:cxnLst/>
              <a:rect l="l" t="t" r="r" b="b"/>
              <a:pathLst>
                <a:path w="34" h="10" extrusionOk="0">
                  <a:moveTo>
                    <a:pt x="1" y="1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1" y="1"/>
                    <a:pt x="22" y="0"/>
                    <a:pt x="34" y="0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23" y="7"/>
                    <a:pt x="12" y="8"/>
                    <a:pt x="1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23"/>
            <p:cNvSpPr/>
            <p:nvPr/>
          </p:nvSpPr>
          <p:spPr>
            <a:xfrm>
              <a:off x="1231900" y="487363"/>
              <a:ext cx="158750" cy="173037"/>
            </a:xfrm>
            <a:custGeom>
              <a:avLst/>
              <a:gdLst/>
              <a:ahLst/>
              <a:cxnLst/>
              <a:rect l="l" t="t" r="r" b="b"/>
              <a:pathLst>
                <a:path w="94" h="102" extrusionOk="0">
                  <a:moveTo>
                    <a:pt x="6" y="102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14" y="55"/>
                    <a:pt x="47" y="18"/>
                    <a:pt x="91" y="0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52" y="24"/>
                    <a:pt x="20" y="59"/>
                    <a:pt x="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23"/>
            <p:cNvSpPr/>
            <p:nvPr/>
          </p:nvSpPr>
          <p:spPr>
            <a:xfrm>
              <a:off x="1219200" y="685800"/>
              <a:ext cx="15875" cy="53975"/>
            </a:xfrm>
            <a:custGeom>
              <a:avLst/>
              <a:gdLst/>
              <a:ahLst/>
              <a:cxnLst/>
              <a:rect l="l" t="t" r="r" b="b"/>
              <a:pathLst>
                <a:path w="10" h="32" extrusionOk="0">
                  <a:moveTo>
                    <a:pt x="7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21"/>
                    <a:pt x="1" y="10"/>
                    <a:pt x="4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11"/>
                    <a:pt x="7" y="22"/>
                    <a:pt x="7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23"/>
            <p:cNvSpPr/>
            <p:nvPr/>
          </p:nvSpPr>
          <p:spPr>
            <a:xfrm>
              <a:off x="1231900" y="820738"/>
              <a:ext cx="111125" cy="144463"/>
            </a:xfrm>
            <a:custGeom>
              <a:avLst/>
              <a:gdLst/>
              <a:ahLst/>
              <a:cxnLst/>
              <a:rect l="l" t="t" r="r" b="b"/>
              <a:pathLst>
                <a:path w="66" h="86" extrusionOk="0">
                  <a:moveTo>
                    <a:pt x="62" y="86"/>
                  </a:moveTo>
                  <a:cubicBezTo>
                    <a:pt x="33" y="66"/>
                    <a:pt x="11" y="36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32"/>
                    <a:pt x="38" y="61"/>
                    <a:pt x="66" y="80"/>
                  </a:cubicBezTo>
                  <a:lnTo>
                    <a:pt x="62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23"/>
            <p:cNvSpPr/>
            <p:nvPr/>
          </p:nvSpPr>
          <p:spPr>
            <a:xfrm>
              <a:off x="1377950" y="976313"/>
              <a:ext cx="38100" cy="25400"/>
            </a:xfrm>
            <a:custGeom>
              <a:avLst/>
              <a:gdLst/>
              <a:ahLst/>
              <a:cxnLst/>
              <a:rect l="l" t="t" r="r" b="b"/>
              <a:pathLst>
                <a:path w="23" h="15" extrusionOk="0">
                  <a:moveTo>
                    <a:pt x="21" y="15"/>
                  </a:moveTo>
                  <a:cubicBezTo>
                    <a:pt x="14" y="12"/>
                    <a:pt x="7" y="10"/>
                    <a:pt x="0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9" y="3"/>
                    <a:pt x="16" y="6"/>
                    <a:pt x="23" y="8"/>
                  </a:cubicBezTo>
                  <a:lnTo>
                    <a:pt x="2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23"/>
            <p:cNvSpPr/>
            <p:nvPr/>
          </p:nvSpPr>
          <p:spPr>
            <a:xfrm>
              <a:off x="1325563" y="739775"/>
              <a:ext cx="26988" cy="69850"/>
            </a:xfrm>
            <a:custGeom>
              <a:avLst/>
              <a:gdLst/>
              <a:ahLst/>
              <a:cxnLst/>
              <a:rect l="l" t="t" r="r" b="b"/>
              <a:pathLst>
                <a:path w="16" h="42" extrusionOk="0">
                  <a:moveTo>
                    <a:pt x="9" y="42"/>
                  </a:moveTo>
                  <a:cubicBezTo>
                    <a:pt x="3" y="29"/>
                    <a:pt x="0" y="15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4"/>
                    <a:pt x="11" y="27"/>
                    <a:pt x="16" y="39"/>
                  </a:cubicBezTo>
                  <a:lnTo>
                    <a:pt x="9" y="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23"/>
            <p:cNvSpPr/>
            <p:nvPr/>
          </p:nvSpPr>
          <p:spPr>
            <a:xfrm>
              <a:off x="1354138" y="8255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0" y="34"/>
                  </a:moveTo>
                  <a:cubicBezTo>
                    <a:pt x="18" y="26"/>
                    <a:pt x="8" y="16"/>
                    <a:pt x="0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3" y="11"/>
                    <a:pt x="23" y="21"/>
                    <a:pt x="34" y="28"/>
                  </a:cubicBezTo>
                  <a:lnTo>
                    <a:pt x="30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23"/>
            <p:cNvSpPr/>
            <p:nvPr/>
          </p:nvSpPr>
          <p:spPr>
            <a:xfrm>
              <a:off x="1423988" y="882650"/>
              <a:ext cx="33337" cy="20638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7" y="12"/>
                  </a:moveTo>
                  <a:cubicBezTo>
                    <a:pt x="11" y="11"/>
                    <a:pt x="6" y="9"/>
                    <a:pt x="0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8" y="2"/>
                    <a:pt x="14" y="4"/>
                    <a:pt x="19" y="5"/>
                  </a:cubicBezTo>
                  <a:lnTo>
                    <a:pt x="17" y="1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23"/>
            <p:cNvSpPr/>
            <p:nvPr/>
          </p:nvSpPr>
          <p:spPr>
            <a:xfrm>
              <a:off x="1473200" y="884238"/>
              <a:ext cx="84138" cy="23812"/>
            </a:xfrm>
            <a:custGeom>
              <a:avLst/>
              <a:gdLst/>
              <a:ahLst/>
              <a:cxnLst/>
              <a:rect l="l" t="t" r="r" b="b"/>
              <a:pathLst>
                <a:path w="50" h="14" extrusionOk="0">
                  <a:moveTo>
                    <a:pt x="12" y="14"/>
                  </a:moveTo>
                  <a:cubicBezTo>
                    <a:pt x="8" y="14"/>
                    <a:pt x="4" y="14"/>
                    <a:pt x="0" y="13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4" y="6"/>
                    <a:pt x="8" y="6"/>
                    <a:pt x="12" y="6"/>
                  </a:cubicBezTo>
                  <a:cubicBezTo>
                    <a:pt x="24" y="6"/>
                    <a:pt x="36" y="4"/>
                    <a:pt x="47" y="0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38" y="11"/>
                    <a:pt x="25" y="14"/>
                    <a:pt x="1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23"/>
            <p:cNvSpPr/>
            <p:nvPr/>
          </p:nvSpPr>
          <p:spPr>
            <a:xfrm>
              <a:off x="1577975" y="82391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4" y="34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" y="21"/>
                    <a:pt x="20" y="11"/>
                    <a:pt x="28" y="0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6" y="16"/>
                    <a:pt x="16" y="26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23"/>
            <p:cNvSpPr/>
            <p:nvPr/>
          </p:nvSpPr>
          <p:spPr>
            <a:xfrm>
              <a:off x="1646238" y="706438"/>
              <a:ext cx="14288" cy="65088"/>
            </a:xfrm>
            <a:custGeom>
              <a:avLst/>
              <a:gdLst/>
              <a:ahLst/>
              <a:cxnLst/>
              <a:rect l="l" t="t" r="r" b="b"/>
              <a:pathLst>
                <a:path w="9" h="38" extrusionOk="0">
                  <a:moveTo>
                    <a:pt x="8" y="38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" y="31"/>
                    <a:pt x="2" y="25"/>
                    <a:pt x="2" y="19"/>
                  </a:cubicBezTo>
                  <a:cubicBezTo>
                    <a:pt x="2" y="13"/>
                    <a:pt x="1" y="7"/>
                    <a:pt x="0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6"/>
                    <a:pt x="9" y="13"/>
                    <a:pt x="9" y="19"/>
                  </a:cubicBezTo>
                  <a:cubicBezTo>
                    <a:pt x="9" y="26"/>
                    <a:pt x="9" y="32"/>
                    <a:pt x="8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23"/>
            <p:cNvSpPr/>
            <p:nvPr/>
          </p:nvSpPr>
          <p:spPr>
            <a:xfrm>
              <a:off x="1584325" y="603250"/>
              <a:ext cx="66675" cy="77787"/>
            </a:xfrm>
            <a:custGeom>
              <a:avLst/>
              <a:gdLst/>
              <a:ahLst/>
              <a:cxnLst/>
              <a:rect l="l" t="t" r="r" b="b"/>
              <a:pathLst>
                <a:path w="39" h="46" extrusionOk="0">
                  <a:moveTo>
                    <a:pt x="32" y="46"/>
                  </a:moveTo>
                  <a:cubicBezTo>
                    <a:pt x="25" y="30"/>
                    <a:pt x="14" y="16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0" y="11"/>
                    <a:pt x="32" y="26"/>
                    <a:pt x="39" y="44"/>
                  </a:cubicBezTo>
                  <a:lnTo>
                    <a:pt x="32" y="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23"/>
            <p:cNvSpPr/>
            <p:nvPr/>
          </p:nvSpPr>
          <p:spPr>
            <a:xfrm>
              <a:off x="1473200" y="571500"/>
              <a:ext cx="103187" cy="31750"/>
            </a:xfrm>
            <a:custGeom>
              <a:avLst/>
              <a:gdLst/>
              <a:ahLst/>
              <a:cxnLst/>
              <a:rect l="l" t="t" r="r" b="b"/>
              <a:pathLst>
                <a:path w="61" h="19" extrusionOk="0">
                  <a:moveTo>
                    <a:pt x="58" y="19"/>
                  </a:moveTo>
                  <a:cubicBezTo>
                    <a:pt x="44" y="11"/>
                    <a:pt x="28" y="7"/>
                    <a:pt x="12" y="7"/>
                  </a:cubicBezTo>
                  <a:cubicBezTo>
                    <a:pt x="8" y="7"/>
                    <a:pt x="5" y="7"/>
                    <a:pt x="1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2" y="0"/>
                  </a:cubicBezTo>
                  <a:cubicBezTo>
                    <a:pt x="29" y="0"/>
                    <a:pt x="46" y="4"/>
                    <a:pt x="61" y="13"/>
                  </a:cubicBezTo>
                  <a:lnTo>
                    <a:pt x="58" y="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23"/>
            <p:cNvSpPr/>
            <p:nvPr/>
          </p:nvSpPr>
          <p:spPr>
            <a:xfrm>
              <a:off x="1404938" y="574675"/>
              <a:ext cx="52388" cy="33337"/>
            </a:xfrm>
            <a:custGeom>
              <a:avLst/>
              <a:gdLst/>
              <a:ahLst/>
              <a:cxnLst/>
              <a:rect l="l" t="t" r="r" b="b"/>
              <a:pathLst>
                <a:path w="31" h="19" extrusionOk="0">
                  <a:moveTo>
                    <a:pt x="4" y="19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9" y="7"/>
                    <a:pt x="19" y="3"/>
                    <a:pt x="29" y="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1" y="10"/>
                    <a:pt x="12" y="14"/>
                    <a:pt x="4" y="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23"/>
            <p:cNvSpPr/>
            <p:nvPr/>
          </p:nvSpPr>
          <p:spPr>
            <a:xfrm>
              <a:off x="1328738" y="617538"/>
              <a:ext cx="57150" cy="92075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7" y="55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4" y="33"/>
                    <a:pt x="14" y="14"/>
                    <a:pt x="29" y="0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0" y="19"/>
                    <a:pt x="11" y="36"/>
                    <a:pt x="7" y="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23"/>
            <p:cNvSpPr/>
            <p:nvPr/>
          </p:nvSpPr>
          <p:spPr>
            <a:xfrm>
              <a:off x="1357313" y="78740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7" y="30"/>
                  </a:moveTo>
                  <a:cubicBezTo>
                    <a:pt x="10" y="21"/>
                    <a:pt x="4" y="1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9"/>
                    <a:pt x="15" y="18"/>
                    <a:pt x="22" y="25"/>
                  </a:cubicBezTo>
                  <a:lnTo>
                    <a:pt x="17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23"/>
            <p:cNvSpPr/>
            <p:nvPr/>
          </p:nvSpPr>
          <p:spPr>
            <a:xfrm>
              <a:off x="1400175" y="841375"/>
              <a:ext cx="93663" cy="44450"/>
            </a:xfrm>
            <a:custGeom>
              <a:avLst/>
              <a:gdLst/>
              <a:ahLst/>
              <a:cxnLst/>
              <a:rect l="l" t="t" r="r" b="b"/>
              <a:pathLst>
                <a:path w="56" h="26" extrusionOk="0">
                  <a:moveTo>
                    <a:pt x="56" y="26"/>
                  </a:moveTo>
                  <a:cubicBezTo>
                    <a:pt x="35" y="26"/>
                    <a:pt x="15" y="18"/>
                    <a:pt x="0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8" y="13"/>
                    <a:pt x="37" y="19"/>
                    <a:pt x="56" y="19"/>
                  </a:cubicBezTo>
                  <a:lnTo>
                    <a:pt x="56" y="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23"/>
            <p:cNvSpPr/>
            <p:nvPr/>
          </p:nvSpPr>
          <p:spPr>
            <a:xfrm>
              <a:off x="1522413" y="839788"/>
              <a:ext cx="68263" cy="42863"/>
            </a:xfrm>
            <a:custGeom>
              <a:avLst/>
              <a:gdLst/>
              <a:ahLst/>
              <a:cxnLst/>
              <a:rect l="l" t="t" r="r" b="b"/>
              <a:pathLst>
                <a:path w="40" h="25" extrusionOk="0">
                  <a:moveTo>
                    <a:pt x="1" y="25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3" y="16"/>
                    <a:pt x="26" y="10"/>
                    <a:pt x="36" y="0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29" y="15"/>
                    <a:pt x="15" y="22"/>
                    <a:pt x="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23"/>
            <p:cNvSpPr/>
            <p:nvPr/>
          </p:nvSpPr>
          <p:spPr>
            <a:xfrm>
              <a:off x="1593850" y="784225"/>
              <a:ext cx="36513" cy="53975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5" y="32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7" y="19"/>
                    <a:pt x="13" y="10"/>
                    <a:pt x="16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8" y="13"/>
                    <a:pt x="12" y="23"/>
                    <a:pt x="5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23"/>
            <p:cNvSpPr/>
            <p:nvPr/>
          </p:nvSpPr>
          <p:spPr>
            <a:xfrm>
              <a:off x="1625600" y="704850"/>
              <a:ext cx="12700" cy="61913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7" y="36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2" y="30"/>
                    <a:pt x="2" y="25"/>
                    <a:pt x="2" y="20"/>
                  </a:cubicBezTo>
                  <a:cubicBezTo>
                    <a:pt x="2" y="14"/>
                    <a:pt x="1" y="7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6"/>
                    <a:pt x="8" y="13"/>
                    <a:pt x="8" y="20"/>
                  </a:cubicBezTo>
                  <a:cubicBezTo>
                    <a:pt x="8" y="25"/>
                    <a:pt x="8" y="31"/>
                    <a:pt x="7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23"/>
            <p:cNvSpPr/>
            <p:nvPr/>
          </p:nvSpPr>
          <p:spPr>
            <a:xfrm>
              <a:off x="1593850" y="64135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6" y="30"/>
                  </a:moveTo>
                  <a:cubicBezTo>
                    <a:pt x="12" y="20"/>
                    <a:pt x="7" y="12"/>
                    <a:pt x="0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2" y="8"/>
                    <a:pt x="18" y="17"/>
                    <a:pt x="22" y="28"/>
                  </a:cubicBezTo>
                  <a:lnTo>
                    <a:pt x="16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23"/>
            <p:cNvSpPr/>
            <p:nvPr/>
          </p:nvSpPr>
          <p:spPr>
            <a:xfrm>
              <a:off x="1524000" y="596900"/>
              <a:ext cx="61912" cy="38100"/>
            </a:xfrm>
            <a:custGeom>
              <a:avLst/>
              <a:gdLst/>
              <a:ahLst/>
              <a:cxnLst/>
              <a:rect l="l" t="t" r="r" b="b"/>
              <a:pathLst>
                <a:path w="37" h="22" extrusionOk="0">
                  <a:moveTo>
                    <a:pt x="33" y="22"/>
                  </a:moveTo>
                  <a:cubicBezTo>
                    <a:pt x="23" y="14"/>
                    <a:pt x="12" y="9"/>
                    <a:pt x="0" y="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4" y="3"/>
                    <a:pt x="26" y="9"/>
                    <a:pt x="37" y="17"/>
                  </a:cubicBezTo>
                  <a:lnTo>
                    <a:pt x="33" y="2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23"/>
            <p:cNvSpPr/>
            <p:nvPr/>
          </p:nvSpPr>
          <p:spPr>
            <a:xfrm>
              <a:off x="1417638" y="593725"/>
              <a:ext cx="90488" cy="30163"/>
            </a:xfrm>
            <a:custGeom>
              <a:avLst/>
              <a:gdLst/>
              <a:ahLst/>
              <a:cxnLst/>
              <a:rect l="l" t="t" r="r" b="b"/>
              <a:pathLst>
                <a:path w="53" h="18" extrusionOk="0">
                  <a:moveTo>
                    <a:pt x="3" y="18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4" y="4"/>
                    <a:pt x="29" y="0"/>
                    <a:pt x="45" y="0"/>
                  </a:cubicBezTo>
                  <a:cubicBezTo>
                    <a:pt x="48" y="0"/>
                    <a:pt x="51" y="0"/>
                    <a:pt x="53" y="0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0" y="6"/>
                    <a:pt x="47" y="6"/>
                    <a:pt x="45" y="6"/>
                  </a:cubicBezTo>
                  <a:cubicBezTo>
                    <a:pt x="30" y="6"/>
                    <a:pt x="16" y="10"/>
                    <a:pt x="3" y="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23"/>
            <p:cNvSpPr/>
            <p:nvPr/>
          </p:nvSpPr>
          <p:spPr>
            <a:xfrm>
              <a:off x="1358900" y="625475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30" h="37" extrusionOk="0">
                  <a:moveTo>
                    <a:pt x="6" y="37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5" y="21"/>
                    <a:pt x="14" y="9"/>
                    <a:pt x="26" y="0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19" y="13"/>
                    <a:pt x="11" y="24"/>
                    <a:pt x="6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23"/>
            <p:cNvSpPr/>
            <p:nvPr/>
          </p:nvSpPr>
          <p:spPr>
            <a:xfrm>
              <a:off x="1347788" y="703263"/>
              <a:ext cx="14288" cy="69850"/>
            </a:xfrm>
            <a:custGeom>
              <a:avLst/>
              <a:gdLst/>
              <a:ahLst/>
              <a:cxnLst/>
              <a:rect l="l" t="t" r="r" b="b"/>
              <a:pathLst>
                <a:path w="9" h="41" extrusionOk="0">
                  <a:moveTo>
                    <a:pt x="3" y="41"/>
                  </a:moveTo>
                  <a:cubicBezTo>
                    <a:pt x="1" y="35"/>
                    <a:pt x="0" y="28"/>
                    <a:pt x="0" y="21"/>
                  </a:cubicBezTo>
                  <a:cubicBezTo>
                    <a:pt x="0" y="14"/>
                    <a:pt x="1" y="7"/>
                    <a:pt x="3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8"/>
                    <a:pt x="7" y="15"/>
                    <a:pt x="7" y="21"/>
                  </a:cubicBezTo>
                  <a:cubicBezTo>
                    <a:pt x="7" y="28"/>
                    <a:pt x="7" y="34"/>
                    <a:pt x="9" y="40"/>
                  </a:cubicBezTo>
                  <a:lnTo>
                    <a:pt x="3" y="4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23"/>
            <p:cNvSpPr/>
            <p:nvPr/>
          </p:nvSpPr>
          <p:spPr>
            <a:xfrm>
              <a:off x="1493838" y="769938"/>
              <a:ext cx="119063" cy="93663"/>
            </a:xfrm>
            <a:custGeom>
              <a:avLst/>
              <a:gdLst/>
              <a:ahLst/>
              <a:cxnLst/>
              <a:rect l="l" t="t" r="r" b="b"/>
              <a:pathLst>
                <a:path w="71" h="56" extrusionOk="0">
                  <a:moveTo>
                    <a:pt x="0" y="56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32" y="53"/>
                    <a:pt x="60" y="31"/>
                    <a:pt x="68" y="0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62" y="33"/>
                    <a:pt x="33" y="56"/>
                    <a:pt x="0" y="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23"/>
            <p:cNvSpPr/>
            <p:nvPr/>
          </p:nvSpPr>
          <p:spPr>
            <a:xfrm>
              <a:off x="1609725" y="719138"/>
              <a:ext cx="7938" cy="20638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4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8"/>
                    <a:pt x="1" y="4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4"/>
                    <a:pt x="4" y="8"/>
                    <a:pt x="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23"/>
            <p:cNvSpPr/>
            <p:nvPr/>
          </p:nvSpPr>
          <p:spPr>
            <a:xfrm>
              <a:off x="1568450" y="642938"/>
              <a:ext cx="20638" cy="20638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0" y="12"/>
                  </a:moveTo>
                  <a:cubicBezTo>
                    <a:pt x="7" y="9"/>
                    <a:pt x="4" y="6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" y="3"/>
                    <a:pt x="9" y="7"/>
                    <a:pt x="12" y="10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23"/>
            <p:cNvSpPr/>
            <p:nvPr/>
          </p:nvSpPr>
          <p:spPr>
            <a:xfrm>
              <a:off x="1508125" y="615950"/>
              <a:ext cx="55563" cy="25400"/>
            </a:xfrm>
            <a:custGeom>
              <a:avLst/>
              <a:gdLst/>
              <a:ahLst/>
              <a:cxnLst/>
              <a:rect l="l" t="t" r="r" b="b"/>
              <a:pathLst>
                <a:path w="33" h="15" extrusionOk="0">
                  <a:moveTo>
                    <a:pt x="31" y="15"/>
                  </a:moveTo>
                  <a:cubicBezTo>
                    <a:pt x="22" y="9"/>
                    <a:pt x="11" y="5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2"/>
                    <a:pt x="23" y="6"/>
                    <a:pt x="33" y="13"/>
                  </a:cubicBezTo>
                  <a:lnTo>
                    <a:pt x="3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23"/>
            <p:cNvSpPr/>
            <p:nvPr/>
          </p:nvSpPr>
          <p:spPr>
            <a:xfrm>
              <a:off x="1466850" y="615950"/>
              <a:ext cx="26988" cy="6350"/>
            </a:xfrm>
            <a:custGeom>
              <a:avLst/>
              <a:gdLst/>
              <a:ahLst/>
              <a:cxnLst/>
              <a:rect l="l" t="t" r="r" b="b"/>
              <a:pathLst>
                <a:path w="16" h="4" extrusionOk="0">
                  <a:moveTo>
                    <a:pt x="1" y="4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1" y="0"/>
                    <a:pt x="16" y="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1" y="3"/>
                    <a:pt x="6" y="3"/>
                    <a:pt x="1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23"/>
            <p:cNvSpPr/>
            <p:nvPr/>
          </p:nvSpPr>
          <p:spPr>
            <a:xfrm>
              <a:off x="1376363" y="625475"/>
              <a:ext cx="69850" cy="77787"/>
            </a:xfrm>
            <a:custGeom>
              <a:avLst/>
              <a:gdLst/>
              <a:ahLst/>
              <a:cxnLst/>
              <a:rect l="l" t="t" r="r" b="b"/>
              <a:pathLst>
                <a:path w="42" h="46" extrusionOk="0">
                  <a:moveTo>
                    <a:pt x="3" y="46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6" y="25"/>
                    <a:pt x="21" y="8"/>
                    <a:pt x="41" y="0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23" y="11"/>
                    <a:pt x="9" y="26"/>
                    <a:pt x="3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23"/>
            <p:cNvSpPr/>
            <p:nvPr/>
          </p:nvSpPr>
          <p:spPr>
            <a:xfrm>
              <a:off x="1368425" y="714375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3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1" y="5"/>
                    <a:pt x="2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6"/>
                    <a:pt x="3" y="11"/>
                    <a:pt x="3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23"/>
            <p:cNvSpPr/>
            <p:nvPr/>
          </p:nvSpPr>
          <p:spPr>
            <a:xfrm>
              <a:off x="1376363" y="776288"/>
              <a:ext cx="50800" cy="65087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28" y="39"/>
                  </a:moveTo>
                  <a:cubicBezTo>
                    <a:pt x="15" y="30"/>
                    <a:pt x="5" y="16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14"/>
                    <a:pt x="17" y="27"/>
                    <a:pt x="30" y="36"/>
                  </a:cubicBezTo>
                  <a:lnTo>
                    <a:pt x="28" y="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23"/>
            <p:cNvSpPr/>
            <p:nvPr/>
          </p:nvSpPr>
          <p:spPr>
            <a:xfrm>
              <a:off x="1441450" y="847725"/>
              <a:ext cx="17463" cy="11113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9" y="7"/>
                  </a:moveTo>
                  <a:cubicBezTo>
                    <a:pt x="6" y="6"/>
                    <a:pt x="3" y="4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1"/>
                    <a:pt x="7" y="3"/>
                    <a:pt x="10" y="4"/>
                  </a:cubicBezTo>
                  <a:lnTo>
                    <a:pt x="9" y="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3" name="Google Shape;1023;p23"/>
          <p:cNvGrpSpPr/>
          <p:nvPr/>
        </p:nvGrpSpPr>
        <p:grpSpPr>
          <a:xfrm>
            <a:off x="200268" y="-7"/>
            <a:ext cx="8943737" cy="4873707"/>
            <a:chOff x="200268" y="-7"/>
            <a:chExt cx="8943737" cy="4873707"/>
          </a:xfrm>
        </p:grpSpPr>
        <p:cxnSp>
          <p:nvCxnSpPr>
            <p:cNvPr id="1024" name="Google Shape;1024;p23"/>
            <p:cNvCxnSpPr/>
            <p:nvPr/>
          </p:nvCxnSpPr>
          <p:spPr>
            <a:xfrm>
              <a:off x="713221" y="4873700"/>
              <a:ext cx="2783100" cy="0"/>
            </a:xfrm>
            <a:prstGeom prst="straightConnector1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25" name="Google Shape;1025;p23"/>
            <p:cNvGrpSpPr/>
            <p:nvPr/>
          </p:nvGrpSpPr>
          <p:grpSpPr>
            <a:xfrm rot="10800000" flipH="1">
              <a:off x="7356019" y="-7"/>
              <a:ext cx="1787985" cy="1790153"/>
              <a:chOff x="4087813" y="1714500"/>
              <a:chExt cx="1309688" cy="1311275"/>
            </a:xfrm>
          </p:grpSpPr>
          <p:sp>
            <p:nvSpPr>
              <p:cNvPr id="1026" name="Google Shape;1026;p23"/>
              <p:cNvSpPr/>
              <p:nvPr/>
            </p:nvSpPr>
            <p:spPr>
              <a:xfrm>
                <a:off x="5318125" y="2239963"/>
                <a:ext cx="79375" cy="785813"/>
              </a:xfrm>
              <a:custGeom>
                <a:avLst/>
                <a:gdLst/>
                <a:ahLst/>
                <a:cxnLst/>
                <a:rect l="l" t="t" r="r" b="b"/>
                <a:pathLst>
                  <a:path w="50" h="495" extrusionOk="0">
                    <a:moveTo>
                      <a:pt x="50" y="495"/>
                    </a:moveTo>
                    <a:lnTo>
                      <a:pt x="0" y="49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49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23"/>
              <p:cNvSpPr/>
              <p:nvPr/>
            </p:nvSpPr>
            <p:spPr>
              <a:xfrm>
                <a:off x="5318125" y="2065338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5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23"/>
              <p:cNvSpPr/>
              <p:nvPr/>
            </p:nvSpPr>
            <p:spPr>
              <a:xfrm>
                <a:off x="5318125" y="1889125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50" y="56"/>
                    </a:moveTo>
                    <a:lnTo>
                      <a:pt x="0" y="105"/>
                    </a:lnTo>
                    <a:lnTo>
                      <a:pt x="0" y="50"/>
                    </a:lnTo>
                    <a:lnTo>
                      <a:pt x="50" y="0"/>
                    </a:lnTo>
                    <a:lnTo>
                      <a:pt x="50" y="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23"/>
              <p:cNvSpPr/>
              <p:nvPr/>
            </p:nvSpPr>
            <p:spPr>
              <a:xfrm>
                <a:off x="5318125" y="1714500"/>
                <a:ext cx="79375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5" extrusionOk="0">
                    <a:moveTo>
                      <a:pt x="0" y="50"/>
                    </a:moveTo>
                    <a:lnTo>
                      <a:pt x="50" y="0"/>
                    </a:lnTo>
                    <a:lnTo>
                      <a:pt x="50" y="55"/>
                    </a:lnTo>
                    <a:lnTo>
                      <a:pt x="0" y="105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23"/>
              <p:cNvSpPr/>
              <p:nvPr/>
            </p:nvSpPr>
            <p:spPr>
              <a:xfrm>
                <a:off x="4613275" y="2943225"/>
                <a:ext cx="7842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494" h="52" extrusionOk="0">
                    <a:moveTo>
                      <a:pt x="494" y="52"/>
                    </a:moveTo>
                    <a:lnTo>
                      <a:pt x="494" y="0"/>
                    </a:lnTo>
                    <a:lnTo>
                      <a:pt x="51" y="0"/>
                    </a:lnTo>
                    <a:lnTo>
                      <a:pt x="0" y="52"/>
                    </a:lnTo>
                    <a:lnTo>
                      <a:pt x="494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23"/>
              <p:cNvSpPr/>
              <p:nvPr/>
            </p:nvSpPr>
            <p:spPr>
              <a:xfrm>
                <a:off x="4438650" y="2943225"/>
                <a:ext cx="16827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6" h="52" extrusionOk="0">
                    <a:moveTo>
                      <a:pt x="55" y="52"/>
                    </a:moveTo>
                    <a:lnTo>
                      <a:pt x="106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5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23"/>
              <p:cNvSpPr/>
              <p:nvPr/>
            </p:nvSpPr>
            <p:spPr>
              <a:xfrm>
                <a:off x="4262438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6" y="52"/>
                    </a:moveTo>
                    <a:lnTo>
                      <a:pt x="105" y="0"/>
                    </a:lnTo>
                    <a:lnTo>
                      <a:pt x="50" y="0"/>
                    </a:lnTo>
                    <a:lnTo>
                      <a:pt x="0" y="52"/>
                    </a:lnTo>
                    <a:lnTo>
                      <a:pt x="56" y="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23"/>
              <p:cNvSpPr/>
              <p:nvPr/>
            </p:nvSpPr>
            <p:spPr>
              <a:xfrm>
                <a:off x="4087813" y="2943225"/>
                <a:ext cx="166688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52" extrusionOk="0">
                    <a:moveTo>
                      <a:pt x="50" y="0"/>
                    </a:moveTo>
                    <a:lnTo>
                      <a:pt x="0" y="52"/>
                    </a:lnTo>
                    <a:lnTo>
                      <a:pt x="55" y="52"/>
                    </a:lnTo>
                    <a:lnTo>
                      <a:pt x="105" y="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4" name="Google Shape;1034;p23"/>
            <p:cNvGrpSpPr/>
            <p:nvPr/>
          </p:nvGrpSpPr>
          <p:grpSpPr>
            <a:xfrm flipH="1">
              <a:off x="200268" y="145611"/>
              <a:ext cx="1025928" cy="248431"/>
              <a:chOff x="4287838" y="1025525"/>
              <a:chExt cx="708025" cy="171450"/>
            </a:xfrm>
          </p:grpSpPr>
          <p:sp>
            <p:nvSpPr>
              <p:cNvPr id="1035" name="Google Shape;1035;p23"/>
              <p:cNvSpPr/>
              <p:nvPr/>
            </p:nvSpPr>
            <p:spPr>
              <a:xfrm>
                <a:off x="4914900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8" y="0"/>
                    </a:moveTo>
                    <a:lnTo>
                      <a:pt x="51" y="10"/>
                    </a:lnTo>
                    <a:lnTo>
                      <a:pt x="21" y="54"/>
                    </a:lnTo>
                    <a:lnTo>
                      <a:pt x="51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23"/>
              <p:cNvSpPr/>
              <p:nvPr/>
            </p:nvSpPr>
            <p:spPr>
              <a:xfrm>
                <a:off x="48466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23"/>
              <p:cNvSpPr/>
              <p:nvPr/>
            </p:nvSpPr>
            <p:spPr>
              <a:xfrm>
                <a:off x="47767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23"/>
              <p:cNvSpPr/>
              <p:nvPr/>
            </p:nvSpPr>
            <p:spPr>
              <a:xfrm>
                <a:off x="47069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23"/>
              <p:cNvSpPr/>
              <p:nvPr/>
            </p:nvSpPr>
            <p:spPr>
              <a:xfrm>
                <a:off x="463708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23"/>
              <p:cNvSpPr/>
              <p:nvPr/>
            </p:nvSpPr>
            <p:spPr>
              <a:xfrm>
                <a:off x="4568825" y="1025525"/>
                <a:ext cx="77788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49" h="108" extrusionOk="0">
                    <a:moveTo>
                      <a:pt x="37" y="0"/>
                    </a:moveTo>
                    <a:lnTo>
                      <a:pt x="49" y="10"/>
                    </a:lnTo>
                    <a:lnTo>
                      <a:pt x="19" y="54"/>
                    </a:lnTo>
                    <a:lnTo>
                      <a:pt x="49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23"/>
              <p:cNvSpPr/>
              <p:nvPr/>
            </p:nvSpPr>
            <p:spPr>
              <a:xfrm>
                <a:off x="449738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23"/>
              <p:cNvSpPr/>
              <p:nvPr/>
            </p:nvSpPr>
            <p:spPr>
              <a:xfrm>
                <a:off x="4427538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8" y="0"/>
                    </a:moveTo>
                    <a:lnTo>
                      <a:pt x="50" y="10"/>
                    </a:lnTo>
                    <a:lnTo>
                      <a:pt x="20" y="54"/>
                    </a:lnTo>
                    <a:lnTo>
                      <a:pt x="50" y="99"/>
                    </a:lnTo>
                    <a:lnTo>
                      <a:pt x="38" y="108"/>
                    </a:lnTo>
                    <a:lnTo>
                      <a:pt x="0" y="54"/>
                    </a:lnTo>
                    <a:lnTo>
                      <a:pt x="3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23"/>
              <p:cNvSpPr/>
              <p:nvPr/>
            </p:nvSpPr>
            <p:spPr>
              <a:xfrm>
                <a:off x="4359275" y="1025525"/>
                <a:ext cx="793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08" extrusionOk="0">
                    <a:moveTo>
                      <a:pt x="37" y="0"/>
                    </a:moveTo>
                    <a:lnTo>
                      <a:pt x="50" y="10"/>
                    </a:lnTo>
                    <a:lnTo>
                      <a:pt x="19" y="54"/>
                    </a:lnTo>
                    <a:lnTo>
                      <a:pt x="50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23"/>
              <p:cNvSpPr/>
              <p:nvPr/>
            </p:nvSpPr>
            <p:spPr>
              <a:xfrm>
                <a:off x="4287838" y="1025525"/>
                <a:ext cx="80963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51" h="108" extrusionOk="0">
                    <a:moveTo>
                      <a:pt x="37" y="0"/>
                    </a:moveTo>
                    <a:lnTo>
                      <a:pt x="51" y="10"/>
                    </a:lnTo>
                    <a:lnTo>
                      <a:pt x="20" y="54"/>
                    </a:lnTo>
                    <a:lnTo>
                      <a:pt x="51" y="99"/>
                    </a:lnTo>
                    <a:lnTo>
                      <a:pt x="37" y="108"/>
                    </a:lnTo>
                    <a:lnTo>
                      <a:pt x="0" y="54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6" name="Google Shape;1046;p24"/>
          <p:cNvGrpSpPr/>
          <p:nvPr/>
        </p:nvGrpSpPr>
        <p:grpSpPr>
          <a:xfrm>
            <a:off x="-413392" y="90338"/>
            <a:ext cx="9744318" cy="5076432"/>
            <a:chOff x="-413392" y="90338"/>
            <a:chExt cx="9744318" cy="5076432"/>
          </a:xfrm>
        </p:grpSpPr>
        <p:grpSp>
          <p:nvGrpSpPr>
            <p:cNvPr id="1047" name="Google Shape;1047;p24"/>
            <p:cNvGrpSpPr/>
            <p:nvPr/>
          </p:nvGrpSpPr>
          <p:grpSpPr>
            <a:xfrm>
              <a:off x="8430781" y="90338"/>
              <a:ext cx="900146" cy="898301"/>
              <a:chOff x="1120775" y="368300"/>
              <a:chExt cx="744538" cy="742950"/>
            </a:xfrm>
          </p:grpSpPr>
          <p:sp>
            <p:nvSpPr>
              <p:cNvPr id="1048" name="Google Shape;1048;p24"/>
              <p:cNvSpPr/>
              <p:nvPr/>
            </p:nvSpPr>
            <p:spPr>
              <a:xfrm>
                <a:off x="1120775" y="739775"/>
                <a:ext cx="60325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36" h="94" extrusionOk="0">
                    <a:moveTo>
                      <a:pt x="21" y="94"/>
                    </a:moveTo>
                    <a:cubicBezTo>
                      <a:pt x="7" y="64"/>
                      <a:pt x="0" y="33"/>
                      <a:pt x="0" y="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7" y="30"/>
                      <a:pt x="23" y="59"/>
                      <a:pt x="36" y="87"/>
                    </a:cubicBezTo>
                    <a:lnTo>
                      <a:pt x="21" y="9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24"/>
              <p:cNvSpPr/>
              <p:nvPr/>
            </p:nvSpPr>
            <p:spPr>
              <a:xfrm>
                <a:off x="1184275" y="930275"/>
                <a:ext cx="127000" cy="125413"/>
              </a:xfrm>
              <a:custGeom>
                <a:avLst/>
                <a:gdLst/>
                <a:ahLst/>
                <a:cxnLst/>
                <a:rect l="l" t="t" r="r" b="b"/>
                <a:pathLst>
                  <a:path w="76" h="75" extrusionOk="0">
                    <a:moveTo>
                      <a:pt x="67" y="75"/>
                    </a:moveTo>
                    <a:cubicBezTo>
                      <a:pt x="41" y="58"/>
                      <a:pt x="17" y="35"/>
                      <a:pt x="0" y="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30" y="24"/>
                      <a:pt x="51" y="45"/>
                      <a:pt x="76" y="61"/>
                    </a:cubicBezTo>
                    <a:lnTo>
                      <a:pt x="67" y="7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1341438" y="1054100"/>
                <a:ext cx="69850" cy="46037"/>
              </a:xfrm>
              <a:custGeom>
                <a:avLst/>
                <a:gdLst/>
                <a:ahLst/>
                <a:cxnLst/>
                <a:rect l="l" t="t" r="r" b="b"/>
                <a:pathLst>
                  <a:path w="41" h="27" extrusionOk="0">
                    <a:moveTo>
                      <a:pt x="37" y="27"/>
                    </a:moveTo>
                    <a:cubicBezTo>
                      <a:pt x="25" y="24"/>
                      <a:pt x="12" y="20"/>
                      <a:pt x="0" y="15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18" y="5"/>
                      <a:pt x="30" y="9"/>
                      <a:pt x="41" y="11"/>
                    </a:cubicBezTo>
                    <a:lnTo>
                      <a:pt x="37" y="2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1447800" y="1057275"/>
                <a:ext cx="1873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11" h="32" extrusionOk="0">
                    <a:moveTo>
                      <a:pt x="27" y="32"/>
                    </a:moveTo>
                    <a:cubicBezTo>
                      <a:pt x="18" y="32"/>
                      <a:pt x="9" y="31"/>
                      <a:pt x="0" y="30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0" y="15"/>
                      <a:pt x="18" y="15"/>
                      <a:pt x="27" y="15"/>
                    </a:cubicBezTo>
                    <a:cubicBezTo>
                      <a:pt x="54" y="15"/>
                      <a:pt x="80" y="10"/>
                      <a:pt x="104" y="0"/>
                    </a:cubicBezTo>
                    <a:cubicBezTo>
                      <a:pt x="111" y="15"/>
                      <a:pt x="111" y="15"/>
                      <a:pt x="111" y="15"/>
                    </a:cubicBezTo>
                    <a:cubicBezTo>
                      <a:pt x="84" y="26"/>
                      <a:pt x="56" y="32"/>
                      <a:pt x="27" y="3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24"/>
              <p:cNvSpPr/>
              <p:nvPr/>
            </p:nvSpPr>
            <p:spPr>
              <a:xfrm>
                <a:off x="1681163" y="9239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75" h="75" extrusionOk="0">
                    <a:moveTo>
                      <a:pt x="9" y="75"/>
                    </a:moveTo>
                    <a:cubicBezTo>
                      <a:pt x="0" y="61"/>
                      <a:pt x="0" y="61"/>
                      <a:pt x="0" y="61"/>
                    </a:cubicBezTo>
                    <a:cubicBezTo>
                      <a:pt x="24" y="46"/>
                      <a:pt x="45" y="24"/>
                      <a:pt x="61" y="0"/>
                    </a:cubicBezTo>
                    <a:cubicBezTo>
                      <a:pt x="75" y="9"/>
                      <a:pt x="75" y="9"/>
                      <a:pt x="75" y="9"/>
                    </a:cubicBezTo>
                    <a:cubicBezTo>
                      <a:pt x="58" y="35"/>
                      <a:pt x="35" y="58"/>
                      <a:pt x="9" y="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24"/>
              <p:cNvSpPr/>
              <p:nvPr/>
            </p:nvSpPr>
            <p:spPr>
              <a:xfrm>
                <a:off x="1830388" y="668338"/>
                <a:ext cx="349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0" h="85" extrusionOk="0">
                    <a:moveTo>
                      <a:pt x="16" y="85"/>
                    </a:moveTo>
                    <a:cubicBezTo>
                      <a:pt x="0" y="82"/>
                      <a:pt x="0" y="82"/>
                      <a:pt x="0" y="82"/>
                    </a:cubicBezTo>
                    <a:cubicBezTo>
                      <a:pt x="2" y="69"/>
                      <a:pt x="4" y="56"/>
                      <a:pt x="4" y="42"/>
                    </a:cubicBezTo>
                    <a:cubicBezTo>
                      <a:pt x="4" y="29"/>
                      <a:pt x="2" y="16"/>
                      <a:pt x="0" y="3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14"/>
                      <a:pt x="20" y="28"/>
                      <a:pt x="20" y="42"/>
                    </a:cubicBezTo>
                    <a:cubicBezTo>
                      <a:pt x="20" y="57"/>
                      <a:pt x="19" y="71"/>
                      <a:pt x="16" y="8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24"/>
              <p:cNvSpPr/>
              <p:nvPr/>
            </p:nvSpPr>
            <p:spPr>
              <a:xfrm>
                <a:off x="1695450" y="438150"/>
                <a:ext cx="144463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103" extrusionOk="0">
                    <a:moveTo>
                      <a:pt x="70" y="103"/>
                    </a:moveTo>
                    <a:cubicBezTo>
                      <a:pt x="55" y="67"/>
                      <a:pt x="31" y="36"/>
                      <a:pt x="0" y="13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4" y="25"/>
                      <a:pt x="70" y="58"/>
                      <a:pt x="85" y="97"/>
                    </a:cubicBezTo>
                    <a:lnTo>
                      <a:pt x="70" y="10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24"/>
              <p:cNvSpPr/>
              <p:nvPr/>
            </p:nvSpPr>
            <p:spPr>
              <a:xfrm>
                <a:off x="1449388" y="368300"/>
                <a:ext cx="2286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3" extrusionOk="0">
                    <a:moveTo>
                      <a:pt x="127" y="43"/>
                    </a:moveTo>
                    <a:cubicBezTo>
                      <a:pt x="96" y="26"/>
                      <a:pt x="61" y="16"/>
                      <a:pt x="26" y="16"/>
                    </a:cubicBezTo>
                    <a:cubicBezTo>
                      <a:pt x="18" y="16"/>
                      <a:pt x="10" y="17"/>
                      <a:pt x="2" y="1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9" y="0"/>
                      <a:pt x="17" y="0"/>
                      <a:pt x="26" y="0"/>
                    </a:cubicBezTo>
                    <a:cubicBezTo>
                      <a:pt x="64" y="0"/>
                      <a:pt x="102" y="10"/>
                      <a:pt x="135" y="29"/>
                    </a:cubicBezTo>
                    <a:lnTo>
                      <a:pt x="127" y="4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1296988" y="377825"/>
                <a:ext cx="11430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8" h="41" extrusionOk="0">
                    <a:moveTo>
                      <a:pt x="9" y="41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20" y="15"/>
                      <a:pt x="42" y="6"/>
                      <a:pt x="64" y="0"/>
                    </a:cubicBezTo>
                    <a:cubicBezTo>
                      <a:pt x="68" y="16"/>
                      <a:pt x="68" y="16"/>
                      <a:pt x="68" y="16"/>
                    </a:cubicBezTo>
                    <a:cubicBezTo>
                      <a:pt x="47" y="21"/>
                      <a:pt x="28" y="30"/>
                      <a:pt x="9" y="4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1127125" y="468313"/>
                <a:ext cx="13017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77" h="122" extrusionOk="0">
                    <a:moveTo>
                      <a:pt x="16" y="122"/>
                    </a:moveTo>
                    <a:cubicBezTo>
                      <a:pt x="0" y="119"/>
                      <a:pt x="0" y="119"/>
                      <a:pt x="0" y="119"/>
                    </a:cubicBezTo>
                    <a:cubicBezTo>
                      <a:pt x="9" y="73"/>
                      <a:pt x="31" y="32"/>
                      <a:pt x="65" y="0"/>
                    </a:cubicBezTo>
                    <a:cubicBezTo>
                      <a:pt x="77" y="12"/>
                      <a:pt x="77" y="12"/>
                      <a:pt x="77" y="12"/>
                    </a:cubicBezTo>
                    <a:cubicBezTo>
                      <a:pt x="45" y="42"/>
                      <a:pt x="24" y="80"/>
                      <a:pt x="16" y="12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1192213" y="847725"/>
                <a:ext cx="80963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48" h="65" extrusionOk="0">
                    <a:moveTo>
                      <a:pt x="38" y="65"/>
                    </a:moveTo>
                    <a:cubicBezTo>
                      <a:pt x="21" y="47"/>
                      <a:pt x="9" y="27"/>
                      <a:pt x="0" y="5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21" y="21"/>
                      <a:pt x="33" y="39"/>
                      <a:pt x="48" y="56"/>
                    </a:cubicBezTo>
                    <a:lnTo>
                      <a:pt x="38" y="6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1284288" y="966788"/>
                <a:ext cx="209550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124" h="56" extrusionOk="0">
                    <a:moveTo>
                      <a:pt x="124" y="56"/>
                    </a:moveTo>
                    <a:cubicBezTo>
                      <a:pt x="78" y="56"/>
                      <a:pt x="34" y="40"/>
                      <a:pt x="0" y="11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41" y="28"/>
                      <a:pt x="82" y="43"/>
                      <a:pt x="124" y="43"/>
                    </a:cubicBezTo>
                    <a:lnTo>
                      <a:pt x="124" y="5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1555750" y="963613"/>
                <a:ext cx="150813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89" h="54" extrusionOk="0">
                    <a:moveTo>
                      <a:pt x="3" y="54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30" y="34"/>
                      <a:pt x="57" y="20"/>
                      <a:pt x="80" y="0"/>
                    </a:cubicBezTo>
                    <a:cubicBezTo>
                      <a:pt x="89" y="10"/>
                      <a:pt x="89" y="10"/>
                      <a:pt x="89" y="10"/>
                    </a:cubicBezTo>
                    <a:cubicBezTo>
                      <a:pt x="65" y="32"/>
                      <a:pt x="35" y="47"/>
                      <a:pt x="3" y="5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1714500" y="839788"/>
                <a:ext cx="82550" cy="117475"/>
              </a:xfrm>
              <a:custGeom>
                <a:avLst/>
                <a:gdLst/>
                <a:ahLst/>
                <a:cxnLst/>
                <a:rect l="l" t="t" r="r" b="b"/>
                <a:pathLst>
                  <a:path w="49" h="69" extrusionOk="0">
                    <a:moveTo>
                      <a:pt x="10" y="69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16" y="42"/>
                      <a:pt x="28" y="22"/>
                      <a:pt x="36" y="0"/>
                    </a:cubicBezTo>
                    <a:cubicBezTo>
                      <a:pt x="49" y="5"/>
                      <a:pt x="49" y="5"/>
                      <a:pt x="49" y="5"/>
                    </a:cubicBezTo>
                    <a:cubicBezTo>
                      <a:pt x="40" y="29"/>
                      <a:pt x="27" y="50"/>
                      <a:pt x="10" y="6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1784350" y="663575"/>
                <a:ext cx="317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9" h="79" extrusionOk="0">
                    <a:moveTo>
                      <a:pt x="16" y="79"/>
                    </a:moveTo>
                    <a:cubicBezTo>
                      <a:pt x="2" y="77"/>
                      <a:pt x="2" y="77"/>
                      <a:pt x="2" y="77"/>
                    </a:cubicBezTo>
                    <a:cubicBezTo>
                      <a:pt x="4" y="66"/>
                      <a:pt x="5" y="56"/>
                      <a:pt x="5" y="45"/>
                    </a:cubicBezTo>
                    <a:cubicBezTo>
                      <a:pt x="5" y="31"/>
                      <a:pt x="4" y="17"/>
                      <a:pt x="0" y="3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7" y="15"/>
                      <a:pt x="19" y="30"/>
                      <a:pt x="19" y="45"/>
                    </a:cubicBezTo>
                    <a:cubicBezTo>
                      <a:pt x="19" y="57"/>
                      <a:pt x="18" y="68"/>
                      <a:pt x="16" y="7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1714500" y="520700"/>
                <a:ext cx="80963" cy="112712"/>
              </a:xfrm>
              <a:custGeom>
                <a:avLst/>
                <a:gdLst/>
                <a:ahLst/>
                <a:cxnLst/>
                <a:rect l="l" t="t" r="r" b="b"/>
                <a:pathLst>
                  <a:path w="48" h="66" extrusionOk="0">
                    <a:moveTo>
                      <a:pt x="35" y="66"/>
                    </a:moveTo>
                    <a:cubicBezTo>
                      <a:pt x="27" y="45"/>
                      <a:pt x="15" y="26"/>
                      <a:pt x="0" y="9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26" y="18"/>
                      <a:pt x="39" y="39"/>
                      <a:pt x="48" y="61"/>
                    </a:cubicBezTo>
                    <a:lnTo>
                      <a:pt x="35" y="6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1558925" y="425450"/>
                <a:ext cx="13970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" h="49" extrusionOk="0">
                    <a:moveTo>
                      <a:pt x="73" y="49"/>
                    </a:moveTo>
                    <a:cubicBezTo>
                      <a:pt x="52" y="32"/>
                      <a:pt x="27" y="19"/>
                      <a:pt x="0" y="13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2" y="6"/>
                      <a:pt x="59" y="20"/>
                      <a:pt x="82" y="38"/>
                    </a:cubicBezTo>
                    <a:lnTo>
                      <a:pt x="73" y="4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1327150" y="417513"/>
                <a:ext cx="198437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18" h="40" extrusionOk="0">
                    <a:moveTo>
                      <a:pt x="7" y="40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30" y="10"/>
                      <a:pt x="64" y="0"/>
                      <a:pt x="99" y="0"/>
                    </a:cubicBezTo>
                    <a:cubicBezTo>
                      <a:pt x="105" y="0"/>
                      <a:pt x="111" y="0"/>
                      <a:pt x="118" y="1"/>
                    </a:cubicBezTo>
                    <a:cubicBezTo>
                      <a:pt x="116" y="15"/>
                      <a:pt x="116" y="15"/>
                      <a:pt x="116" y="15"/>
                    </a:cubicBezTo>
                    <a:cubicBezTo>
                      <a:pt x="111" y="14"/>
                      <a:pt x="105" y="14"/>
                      <a:pt x="99" y="14"/>
                    </a:cubicBezTo>
                    <a:cubicBezTo>
                      <a:pt x="66" y="14"/>
                      <a:pt x="35" y="23"/>
                      <a:pt x="7" y="4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1195388" y="487363"/>
                <a:ext cx="111125" cy="138113"/>
              </a:xfrm>
              <a:custGeom>
                <a:avLst/>
                <a:gdLst/>
                <a:ahLst/>
                <a:cxnLst/>
                <a:rect l="l" t="t" r="r" b="b"/>
                <a:pathLst>
                  <a:path w="66" h="82" extrusionOk="0">
                    <a:moveTo>
                      <a:pt x="12" y="82"/>
                    </a:moveTo>
                    <a:cubicBezTo>
                      <a:pt x="0" y="77"/>
                      <a:pt x="0" y="77"/>
                      <a:pt x="0" y="77"/>
                    </a:cubicBezTo>
                    <a:cubicBezTo>
                      <a:pt x="12" y="47"/>
                      <a:pt x="32" y="20"/>
                      <a:pt x="58" y="0"/>
                    </a:cubicBezTo>
                    <a:cubicBezTo>
                      <a:pt x="66" y="11"/>
                      <a:pt x="66" y="11"/>
                      <a:pt x="66" y="11"/>
                    </a:cubicBezTo>
                    <a:cubicBezTo>
                      <a:pt x="43" y="29"/>
                      <a:pt x="24" y="54"/>
                      <a:pt x="12" y="8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1171575" y="661988"/>
                <a:ext cx="317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9" h="91" extrusionOk="0">
                    <a:moveTo>
                      <a:pt x="5" y="91"/>
                    </a:moveTo>
                    <a:cubicBezTo>
                      <a:pt x="1" y="76"/>
                      <a:pt x="0" y="61"/>
                      <a:pt x="0" y="46"/>
                    </a:cubicBezTo>
                    <a:cubicBezTo>
                      <a:pt x="0" y="31"/>
                      <a:pt x="2" y="15"/>
                      <a:pt x="5" y="0"/>
                    </a:cubicBezTo>
                    <a:cubicBezTo>
                      <a:pt x="19" y="4"/>
                      <a:pt x="19" y="4"/>
                      <a:pt x="19" y="4"/>
                    </a:cubicBezTo>
                    <a:cubicBezTo>
                      <a:pt x="15" y="17"/>
                      <a:pt x="13" y="32"/>
                      <a:pt x="13" y="46"/>
                    </a:cubicBezTo>
                    <a:cubicBezTo>
                      <a:pt x="13" y="60"/>
                      <a:pt x="15" y="74"/>
                      <a:pt x="18" y="87"/>
                    </a:cubicBezTo>
                    <a:lnTo>
                      <a:pt x="5" y="9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1493838" y="806450"/>
                <a:ext cx="265113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157" h="123" extrusionOk="0">
                    <a:moveTo>
                      <a:pt x="0" y="123"/>
                    </a:moveTo>
                    <a:cubicBezTo>
                      <a:pt x="0" y="116"/>
                      <a:pt x="0" y="116"/>
                      <a:pt x="0" y="116"/>
                    </a:cubicBezTo>
                    <a:cubicBezTo>
                      <a:pt x="70" y="116"/>
                      <a:pt x="132" y="68"/>
                      <a:pt x="150" y="0"/>
                    </a:cubicBezTo>
                    <a:cubicBezTo>
                      <a:pt x="157" y="2"/>
                      <a:pt x="157" y="2"/>
                      <a:pt x="157" y="2"/>
                    </a:cubicBezTo>
                    <a:cubicBezTo>
                      <a:pt x="138" y="73"/>
                      <a:pt x="73" y="123"/>
                      <a:pt x="0" y="12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24"/>
              <p:cNvSpPr/>
              <p:nvPr/>
            </p:nvSpPr>
            <p:spPr>
              <a:xfrm>
                <a:off x="1752600" y="693738"/>
                <a:ext cx="14288" cy="46037"/>
              </a:xfrm>
              <a:custGeom>
                <a:avLst/>
                <a:gdLst/>
                <a:ahLst/>
                <a:cxnLst/>
                <a:rect l="l" t="t" r="r" b="b"/>
                <a:pathLst>
                  <a:path w="9" h="27" extrusionOk="0">
                    <a:moveTo>
                      <a:pt x="9" y="27"/>
                    </a:moveTo>
                    <a:cubicBezTo>
                      <a:pt x="3" y="27"/>
                      <a:pt x="3" y="27"/>
                      <a:pt x="3" y="27"/>
                    </a:cubicBezTo>
                    <a:cubicBezTo>
                      <a:pt x="3" y="19"/>
                      <a:pt x="2" y="10"/>
                      <a:pt x="0" y="1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9" y="9"/>
                      <a:pt x="9" y="18"/>
                      <a:pt x="9" y="2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658938" y="527050"/>
                <a:ext cx="46037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7" h="27" extrusionOk="0">
                    <a:moveTo>
                      <a:pt x="21" y="27"/>
                    </a:moveTo>
                    <a:cubicBezTo>
                      <a:pt x="15" y="19"/>
                      <a:pt x="8" y="12"/>
                      <a:pt x="0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3" y="7"/>
                      <a:pt x="20" y="14"/>
                      <a:pt x="27" y="22"/>
                    </a:cubicBezTo>
                    <a:lnTo>
                      <a:pt x="21" y="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524000" y="466725"/>
                <a:ext cx="123825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73" h="33" extrusionOk="0">
                    <a:moveTo>
                      <a:pt x="70" y="33"/>
                    </a:moveTo>
                    <a:cubicBezTo>
                      <a:pt x="49" y="18"/>
                      <a:pt x="25" y="9"/>
                      <a:pt x="0" y="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6" y="3"/>
                      <a:pt x="52" y="12"/>
                      <a:pt x="73" y="27"/>
                    </a:cubicBezTo>
                    <a:lnTo>
                      <a:pt x="70" y="3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436688" y="465138"/>
                <a:ext cx="57150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0" extrusionOk="0">
                    <a:moveTo>
                      <a:pt x="1" y="10"/>
                    </a:moveTo>
                    <a:cubicBezTo>
                      <a:pt x="0" y="3"/>
                      <a:pt x="0" y="3"/>
                      <a:pt x="0" y="3"/>
                    </a:cubicBezTo>
                    <a:cubicBezTo>
                      <a:pt x="11" y="1"/>
                      <a:pt x="22" y="0"/>
                      <a:pt x="34" y="0"/>
                    </a:cubicBezTo>
                    <a:cubicBezTo>
                      <a:pt x="34" y="7"/>
                      <a:pt x="34" y="7"/>
                      <a:pt x="34" y="7"/>
                    </a:cubicBezTo>
                    <a:cubicBezTo>
                      <a:pt x="23" y="7"/>
                      <a:pt x="12" y="8"/>
                      <a:pt x="1" y="1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31900" y="487363"/>
                <a:ext cx="158750" cy="173037"/>
              </a:xfrm>
              <a:custGeom>
                <a:avLst/>
                <a:gdLst/>
                <a:ahLst/>
                <a:cxnLst/>
                <a:rect l="l" t="t" r="r" b="b"/>
                <a:pathLst>
                  <a:path w="94" h="102" extrusionOk="0">
                    <a:moveTo>
                      <a:pt x="6" y="102"/>
                    </a:moveTo>
                    <a:cubicBezTo>
                      <a:pt x="0" y="100"/>
                      <a:pt x="0" y="100"/>
                      <a:pt x="0" y="100"/>
                    </a:cubicBezTo>
                    <a:cubicBezTo>
                      <a:pt x="14" y="55"/>
                      <a:pt x="47" y="18"/>
                      <a:pt x="91" y="0"/>
                    </a:cubicBezTo>
                    <a:cubicBezTo>
                      <a:pt x="94" y="6"/>
                      <a:pt x="94" y="6"/>
                      <a:pt x="94" y="6"/>
                    </a:cubicBezTo>
                    <a:cubicBezTo>
                      <a:pt x="52" y="24"/>
                      <a:pt x="20" y="59"/>
                      <a:pt x="6" y="1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219200" y="685800"/>
                <a:ext cx="158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" h="32" extrusionOk="0">
                    <a:moveTo>
                      <a:pt x="7" y="32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0" y="21"/>
                      <a:pt x="1" y="10"/>
                      <a:pt x="4" y="0"/>
                    </a:cubicBezTo>
                    <a:cubicBezTo>
                      <a:pt x="10" y="1"/>
                      <a:pt x="10" y="1"/>
                      <a:pt x="10" y="1"/>
                    </a:cubicBezTo>
                    <a:cubicBezTo>
                      <a:pt x="8" y="11"/>
                      <a:pt x="7" y="22"/>
                      <a:pt x="7" y="3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231900" y="820738"/>
                <a:ext cx="111125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66" h="86" extrusionOk="0">
                    <a:moveTo>
                      <a:pt x="62" y="86"/>
                    </a:moveTo>
                    <a:cubicBezTo>
                      <a:pt x="33" y="66"/>
                      <a:pt x="11" y="36"/>
                      <a:pt x="0" y="2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7" y="32"/>
                      <a:pt x="38" y="61"/>
                      <a:pt x="66" y="80"/>
                    </a:cubicBezTo>
                    <a:lnTo>
                      <a:pt x="62" y="8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1377950" y="976313"/>
                <a:ext cx="381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3" h="15" extrusionOk="0">
                    <a:moveTo>
                      <a:pt x="21" y="15"/>
                    </a:moveTo>
                    <a:cubicBezTo>
                      <a:pt x="14" y="12"/>
                      <a:pt x="7" y="10"/>
                      <a:pt x="0" y="7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9" y="3"/>
                      <a:pt x="16" y="6"/>
                      <a:pt x="23" y="8"/>
                    </a:cubicBezTo>
                    <a:lnTo>
                      <a:pt x="21" y="1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1325563" y="739775"/>
                <a:ext cx="26988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6" h="42" extrusionOk="0">
                    <a:moveTo>
                      <a:pt x="9" y="42"/>
                    </a:moveTo>
                    <a:cubicBezTo>
                      <a:pt x="3" y="29"/>
                      <a:pt x="0" y="15"/>
                      <a:pt x="0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14"/>
                      <a:pt x="11" y="27"/>
                      <a:pt x="16" y="39"/>
                    </a:cubicBezTo>
                    <a:lnTo>
                      <a:pt x="9" y="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354138" y="8255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34" extrusionOk="0">
                    <a:moveTo>
                      <a:pt x="30" y="34"/>
                    </a:moveTo>
                    <a:cubicBezTo>
                      <a:pt x="18" y="26"/>
                      <a:pt x="8" y="16"/>
                      <a:pt x="0" y="4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3" y="11"/>
                      <a:pt x="23" y="21"/>
                      <a:pt x="34" y="28"/>
                    </a:cubicBezTo>
                    <a:lnTo>
                      <a:pt x="30" y="3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423988" y="882650"/>
                <a:ext cx="33337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2" extrusionOk="0">
                    <a:moveTo>
                      <a:pt x="17" y="12"/>
                    </a:moveTo>
                    <a:cubicBezTo>
                      <a:pt x="11" y="11"/>
                      <a:pt x="6" y="9"/>
                      <a:pt x="0" y="6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8" y="2"/>
                      <a:pt x="14" y="4"/>
                      <a:pt x="19" y="5"/>
                    </a:cubicBezTo>
                    <a:lnTo>
                      <a:pt x="17" y="1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473200" y="884238"/>
                <a:ext cx="84138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50" h="14" extrusionOk="0">
                    <a:moveTo>
                      <a:pt x="12" y="14"/>
                    </a:moveTo>
                    <a:cubicBezTo>
                      <a:pt x="8" y="14"/>
                      <a:pt x="4" y="14"/>
                      <a:pt x="0" y="13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4" y="6"/>
                      <a:pt x="8" y="6"/>
                      <a:pt x="12" y="6"/>
                    </a:cubicBezTo>
                    <a:cubicBezTo>
                      <a:pt x="24" y="6"/>
                      <a:pt x="36" y="4"/>
                      <a:pt x="47" y="0"/>
                    </a:cubicBezTo>
                    <a:cubicBezTo>
                      <a:pt x="50" y="7"/>
                      <a:pt x="50" y="7"/>
                      <a:pt x="50" y="7"/>
                    </a:cubicBezTo>
                    <a:cubicBezTo>
                      <a:pt x="38" y="11"/>
                      <a:pt x="25" y="14"/>
                      <a:pt x="1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577975" y="823913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34" extrusionOk="0">
                    <a:moveTo>
                      <a:pt x="4" y="34"/>
                    </a:moveTo>
                    <a:cubicBezTo>
                      <a:pt x="0" y="28"/>
                      <a:pt x="0" y="28"/>
                      <a:pt x="0" y="28"/>
                    </a:cubicBezTo>
                    <a:cubicBezTo>
                      <a:pt x="11" y="21"/>
                      <a:pt x="20" y="11"/>
                      <a:pt x="28" y="0"/>
                    </a:cubicBezTo>
                    <a:cubicBezTo>
                      <a:pt x="34" y="4"/>
                      <a:pt x="34" y="4"/>
                      <a:pt x="34" y="4"/>
                    </a:cubicBezTo>
                    <a:cubicBezTo>
                      <a:pt x="26" y="16"/>
                      <a:pt x="16" y="26"/>
                      <a:pt x="4" y="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646238" y="706438"/>
                <a:ext cx="14288" cy="65088"/>
              </a:xfrm>
              <a:custGeom>
                <a:avLst/>
                <a:gdLst/>
                <a:ahLst/>
                <a:cxnLst/>
                <a:rect l="l" t="t" r="r" b="b"/>
                <a:pathLst>
                  <a:path w="9" h="38" extrusionOk="0">
                    <a:moveTo>
                      <a:pt x="8" y="38"/>
                    </a:moveTo>
                    <a:cubicBezTo>
                      <a:pt x="0" y="37"/>
                      <a:pt x="0" y="37"/>
                      <a:pt x="0" y="37"/>
                    </a:cubicBezTo>
                    <a:cubicBezTo>
                      <a:pt x="1" y="31"/>
                      <a:pt x="2" y="25"/>
                      <a:pt x="2" y="19"/>
                    </a:cubicBezTo>
                    <a:cubicBezTo>
                      <a:pt x="2" y="13"/>
                      <a:pt x="1" y="7"/>
                      <a:pt x="0" y="2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9" y="6"/>
                      <a:pt x="9" y="13"/>
                      <a:pt x="9" y="19"/>
                    </a:cubicBezTo>
                    <a:cubicBezTo>
                      <a:pt x="9" y="26"/>
                      <a:pt x="9" y="32"/>
                      <a:pt x="8" y="3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584325" y="603250"/>
                <a:ext cx="66675" cy="77787"/>
              </a:xfrm>
              <a:custGeom>
                <a:avLst/>
                <a:gdLst/>
                <a:ahLst/>
                <a:cxnLst/>
                <a:rect l="l" t="t" r="r" b="b"/>
                <a:pathLst>
                  <a:path w="39" h="46" extrusionOk="0">
                    <a:moveTo>
                      <a:pt x="32" y="46"/>
                    </a:moveTo>
                    <a:cubicBezTo>
                      <a:pt x="25" y="30"/>
                      <a:pt x="14" y="16"/>
                      <a:pt x="0" y="6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0" y="11"/>
                      <a:pt x="32" y="26"/>
                      <a:pt x="39" y="44"/>
                    </a:cubicBezTo>
                    <a:lnTo>
                      <a:pt x="32" y="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1473200" y="571500"/>
                <a:ext cx="10318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1" h="19" extrusionOk="0">
                    <a:moveTo>
                      <a:pt x="58" y="19"/>
                    </a:moveTo>
                    <a:cubicBezTo>
                      <a:pt x="44" y="11"/>
                      <a:pt x="28" y="7"/>
                      <a:pt x="12" y="7"/>
                    </a:cubicBezTo>
                    <a:cubicBezTo>
                      <a:pt x="8" y="7"/>
                      <a:pt x="5" y="7"/>
                      <a:pt x="1" y="8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8" y="0"/>
                      <a:pt x="12" y="0"/>
                    </a:cubicBezTo>
                    <a:cubicBezTo>
                      <a:pt x="29" y="0"/>
                      <a:pt x="46" y="4"/>
                      <a:pt x="61" y="13"/>
                    </a:cubicBezTo>
                    <a:lnTo>
                      <a:pt x="58" y="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1404938" y="574675"/>
                <a:ext cx="52388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31" h="19" extrusionOk="0">
                    <a:moveTo>
                      <a:pt x="4" y="19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9" y="7"/>
                      <a:pt x="19" y="3"/>
                      <a:pt x="29" y="0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21" y="10"/>
                      <a:pt x="12" y="14"/>
                      <a:pt x="4" y="1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6" name="Google Shape;1086;p24"/>
              <p:cNvSpPr/>
              <p:nvPr/>
            </p:nvSpPr>
            <p:spPr>
              <a:xfrm>
                <a:off x="1328738" y="617538"/>
                <a:ext cx="57150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4" h="55" extrusionOk="0">
                    <a:moveTo>
                      <a:pt x="7" y="55"/>
                    </a:moveTo>
                    <a:cubicBezTo>
                      <a:pt x="0" y="54"/>
                      <a:pt x="0" y="54"/>
                      <a:pt x="0" y="54"/>
                    </a:cubicBezTo>
                    <a:cubicBezTo>
                      <a:pt x="4" y="33"/>
                      <a:pt x="14" y="14"/>
                      <a:pt x="29" y="0"/>
                    </a:cubicBezTo>
                    <a:cubicBezTo>
                      <a:pt x="34" y="5"/>
                      <a:pt x="34" y="5"/>
                      <a:pt x="34" y="5"/>
                    </a:cubicBezTo>
                    <a:cubicBezTo>
                      <a:pt x="20" y="19"/>
                      <a:pt x="11" y="36"/>
                      <a:pt x="7" y="5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7" name="Google Shape;1087;p24"/>
              <p:cNvSpPr/>
              <p:nvPr/>
            </p:nvSpPr>
            <p:spPr>
              <a:xfrm>
                <a:off x="1357313" y="787400"/>
                <a:ext cx="36513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0" extrusionOk="0">
                    <a:moveTo>
                      <a:pt x="17" y="30"/>
                    </a:moveTo>
                    <a:cubicBezTo>
                      <a:pt x="10" y="21"/>
                      <a:pt x="4" y="12"/>
                      <a:pt x="0" y="2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0" y="9"/>
                      <a:pt x="15" y="18"/>
                      <a:pt x="22" y="25"/>
                    </a:cubicBezTo>
                    <a:lnTo>
                      <a:pt x="17" y="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24"/>
              <p:cNvSpPr/>
              <p:nvPr/>
            </p:nvSpPr>
            <p:spPr>
              <a:xfrm>
                <a:off x="1400175" y="841375"/>
                <a:ext cx="93663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56" h="26" extrusionOk="0">
                    <a:moveTo>
                      <a:pt x="56" y="26"/>
                    </a:moveTo>
                    <a:cubicBezTo>
                      <a:pt x="35" y="26"/>
                      <a:pt x="15" y="18"/>
                      <a:pt x="0" y="5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18" y="13"/>
                      <a:pt x="37" y="19"/>
                      <a:pt x="56" y="19"/>
                    </a:cubicBezTo>
                    <a:lnTo>
                      <a:pt x="56" y="2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24"/>
              <p:cNvSpPr/>
              <p:nvPr/>
            </p:nvSpPr>
            <p:spPr>
              <a:xfrm>
                <a:off x="1522413" y="839788"/>
                <a:ext cx="68263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40" h="25" extrusionOk="0">
                    <a:moveTo>
                      <a:pt x="1" y="25"/>
                    </a:moveTo>
                    <a:cubicBezTo>
                      <a:pt x="0" y="19"/>
                      <a:pt x="0" y="19"/>
                      <a:pt x="0" y="19"/>
                    </a:cubicBezTo>
                    <a:cubicBezTo>
                      <a:pt x="13" y="16"/>
                      <a:pt x="26" y="10"/>
                      <a:pt x="36" y="0"/>
                    </a:cubicBezTo>
                    <a:cubicBezTo>
                      <a:pt x="40" y="5"/>
                      <a:pt x="40" y="5"/>
                      <a:pt x="40" y="5"/>
                    </a:cubicBezTo>
                    <a:cubicBezTo>
                      <a:pt x="29" y="15"/>
                      <a:pt x="15" y="22"/>
                      <a:pt x="1" y="2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0" name="Google Shape;1090;p24"/>
              <p:cNvSpPr/>
              <p:nvPr/>
            </p:nvSpPr>
            <p:spPr>
              <a:xfrm>
                <a:off x="1593850" y="784225"/>
                <a:ext cx="3651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2" h="32" extrusionOk="0">
                    <a:moveTo>
                      <a:pt x="5" y="32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7" y="19"/>
                      <a:pt x="13" y="10"/>
                      <a:pt x="16" y="0"/>
                    </a:cubicBezTo>
                    <a:cubicBezTo>
                      <a:pt x="22" y="3"/>
                      <a:pt x="22" y="3"/>
                      <a:pt x="22" y="3"/>
                    </a:cubicBezTo>
                    <a:cubicBezTo>
                      <a:pt x="18" y="13"/>
                      <a:pt x="12" y="23"/>
                      <a:pt x="5" y="3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24"/>
              <p:cNvSpPr/>
              <p:nvPr/>
            </p:nvSpPr>
            <p:spPr>
              <a:xfrm>
                <a:off x="1625600" y="704850"/>
                <a:ext cx="12700" cy="61913"/>
              </a:xfrm>
              <a:custGeom>
                <a:avLst/>
                <a:gdLst/>
                <a:ahLst/>
                <a:cxnLst/>
                <a:rect l="l" t="t" r="r" b="b"/>
                <a:pathLst>
                  <a:path w="8" h="36" extrusionOk="0">
                    <a:moveTo>
                      <a:pt x="7" y="36"/>
                    </a:moveTo>
                    <a:cubicBezTo>
                      <a:pt x="1" y="34"/>
                      <a:pt x="1" y="34"/>
                      <a:pt x="1" y="34"/>
                    </a:cubicBezTo>
                    <a:cubicBezTo>
                      <a:pt x="2" y="30"/>
                      <a:pt x="2" y="25"/>
                      <a:pt x="2" y="20"/>
                    </a:cubicBezTo>
                    <a:cubicBezTo>
                      <a:pt x="2" y="14"/>
                      <a:pt x="1" y="7"/>
                      <a:pt x="0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7" y="6"/>
                      <a:pt x="8" y="13"/>
                      <a:pt x="8" y="20"/>
                    </a:cubicBezTo>
                    <a:cubicBezTo>
                      <a:pt x="8" y="25"/>
                      <a:pt x="8" y="31"/>
                      <a:pt x="7" y="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24"/>
              <p:cNvSpPr/>
              <p:nvPr/>
            </p:nvSpPr>
            <p:spPr>
              <a:xfrm>
                <a:off x="1593850" y="641350"/>
                <a:ext cx="36513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22" h="30" extrusionOk="0">
                    <a:moveTo>
                      <a:pt x="16" y="30"/>
                    </a:moveTo>
                    <a:cubicBezTo>
                      <a:pt x="12" y="20"/>
                      <a:pt x="7" y="12"/>
                      <a:pt x="0" y="4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12" y="8"/>
                      <a:pt x="18" y="17"/>
                      <a:pt x="22" y="28"/>
                    </a:cubicBezTo>
                    <a:lnTo>
                      <a:pt x="16" y="3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524000" y="596900"/>
                <a:ext cx="61912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7" h="22" extrusionOk="0">
                    <a:moveTo>
                      <a:pt x="33" y="22"/>
                    </a:moveTo>
                    <a:cubicBezTo>
                      <a:pt x="23" y="14"/>
                      <a:pt x="12" y="9"/>
                      <a:pt x="0" y="6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4" y="3"/>
                      <a:pt x="26" y="9"/>
                      <a:pt x="37" y="17"/>
                    </a:cubicBezTo>
                    <a:lnTo>
                      <a:pt x="33" y="2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24"/>
              <p:cNvSpPr/>
              <p:nvPr/>
            </p:nvSpPr>
            <p:spPr>
              <a:xfrm>
                <a:off x="1417638" y="593725"/>
                <a:ext cx="90488" cy="30163"/>
              </a:xfrm>
              <a:custGeom>
                <a:avLst/>
                <a:gdLst/>
                <a:ahLst/>
                <a:cxnLst/>
                <a:rect l="l" t="t" r="r" b="b"/>
                <a:pathLst>
                  <a:path w="53" h="18" extrusionOk="0">
                    <a:moveTo>
                      <a:pt x="3" y="18"/>
                    </a:moveTo>
                    <a:cubicBezTo>
                      <a:pt x="0" y="12"/>
                      <a:pt x="0" y="12"/>
                      <a:pt x="0" y="12"/>
                    </a:cubicBezTo>
                    <a:cubicBezTo>
                      <a:pt x="14" y="4"/>
                      <a:pt x="29" y="0"/>
                      <a:pt x="45" y="0"/>
                    </a:cubicBezTo>
                    <a:cubicBezTo>
                      <a:pt x="48" y="0"/>
                      <a:pt x="51" y="0"/>
                      <a:pt x="53" y="0"/>
                    </a:cubicBezTo>
                    <a:cubicBezTo>
                      <a:pt x="53" y="6"/>
                      <a:pt x="53" y="6"/>
                      <a:pt x="53" y="6"/>
                    </a:cubicBezTo>
                    <a:cubicBezTo>
                      <a:pt x="50" y="6"/>
                      <a:pt x="47" y="6"/>
                      <a:pt x="45" y="6"/>
                    </a:cubicBezTo>
                    <a:cubicBezTo>
                      <a:pt x="30" y="6"/>
                      <a:pt x="16" y="10"/>
                      <a:pt x="3" y="1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24"/>
              <p:cNvSpPr/>
              <p:nvPr/>
            </p:nvSpPr>
            <p:spPr>
              <a:xfrm>
                <a:off x="1358900" y="625475"/>
                <a:ext cx="508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0" h="37" extrusionOk="0">
                    <a:moveTo>
                      <a:pt x="6" y="37"/>
                    </a:moveTo>
                    <a:cubicBezTo>
                      <a:pt x="0" y="35"/>
                      <a:pt x="0" y="35"/>
                      <a:pt x="0" y="35"/>
                    </a:cubicBezTo>
                    <a:cubicBezTo>
                      <a:pt x="5" y="21"/>
                      <a:pt x="14" y="9"/>
                      <a:pt x="26" y="0"/>
                    </a:cubicBezTo>
                    <a:cubicBezTo>
                      <a:pt x="30" y="5"/>
                      <a:pt x="30" y="5"/>
                      <a:pt x="30" y="5"/>
                    </a:cubicBezTo>
                    <a:cubicBezTo>
                      <a:pt x="19" y="13"/>
                      <a:pt x="11" y="24"/>
                      <a:pt x="6" y="3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347788" y="703263"/>
                <a:ext cx="14288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" h="41" extrusionOk="0">
                    <a:moveTo>
                      <a:pt x="3" y="41"/>
                    </a:moveTo>
                    <a:cubicBezTo>
                      <a:pt x="1" y="35"/>
                      <a:pt x="0" y="28"/>
                      <a:pt x="0" y="21"/>
                    </a:cubicBezTo>
                    <a:cubicBezTo>
                      <a:pt x="0" y="14"/>
                      <a:pt x="1" y="7"/>
                      <a:pt x="3" y="0"/>
                    </a:cubicBezTo>
                    <a:cubicBezTo>
                      <a:pt x="9" y="2"/>
                      <a:pt x="9" y="2"/>
                      <a:pt x="9" y="2"/>
                    </a:cubicBezTo>
                    <a:cubicBezTo>
                      <a:pt x="7" y="8"/>
                      <a:pt x="7" y="15"/>
                      <a:pt x="7" y="21"/>
                    </a:cubicBezTo>
                    <a:cubicBezTo>
                      <a:pt x="7" y="28"/>
                      <a:pt x="7" y="34"/>
                      <a:pt x="9" y="40"/>
                    </a:cubicBezTo>
                    <a:lnTo>
                      <a:pt x="3" y="4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24"/>
              <p:cNvSpPr/>
              <p:nvPr/>
            </p:nvSpPr>
            <p:spPr>
              <a:xfrm>
                <a:off x="1493838" y="769938"/>
                <a:ext cx="119063" cy="93663"/>
              </a:xfrm>
              <a:custGeom>
                <a:avLst/>
                <a:gdLst/>
                <a:ahLst/>
                <a:cxnLst/>
                <a:rect l="l" t="t" r="r" b="b"/>
                <a:pathLst>
                  <a:path w="71" h="56" extrusionOk="0">
                    <a:moveTo>
                      <a:pt x="0" y="56"/>
                    </a:moveTo>
                    <a:cubicBezTo>
                      <a:pt x="0" y="53"/>
                      <a:pt x="0" y="53"/>
                      <a:pt x="0" y="53"/>
                    </a:cubicBezTo>
                    <a:cubicBezTo>
                      <a:pt x="32" y="53"/>
                      <a:pt x="60" y="31"/>
                      <a:pt x="68" y="0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62" y="33"/>
                      <a:pt x="33" y="56"/>
                      <a:pt x="0" y="5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24"/>
              <p:cNvSpPr/>
              <p:nvPr/>
            </p:nvSpPr>
            <p:spPr>
              <a:xfrm>
                <a:off x="1609725" y="719138"/>
                <a:ext cx="79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4" h="12" extrusionOk="0">
                    <a:moveTo>
                      <a:pt x="4" y="12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8"/>
                      <a:pt x="1" y="4"/>
                      <a:pt x="0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4" y="4"/>
                      <a:pt x="4" y="8"/>
                      <a:pt x="4" y="1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24"/>
              <p:cNvSpPr/>
              <p:nvPr/>
            </p:nvSpPr>
            <p:spPr>
              <a:xfrm>
                <a:off x="1568450" y="642938"/>
                <a:ext cx="20638" cy="20638"/>
              </a:xfrm>
              <a:custGeom>
                <a:avLst/>
                <a:gdLst/>
                <a:ahLst/>
                <a:cxnLst/>
                <a:rect l="l" t="t" r="r" b="b"/>
                <a:pathLst>
                  <a:path w="12" h="12" extrusionOk="0">
                    <a:moveTo>
                      <a:pt x="10" y="12"/>
                    </a:moveTo>
                    <a:cubicBezTo>
                      <a:pt x="7" y="9"/>
                      <a:pt x="4" y="6"/>
                      <a:pt x="0" y="3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6" y="3"/>
                      <a:pt x="9" y="7"/>
                      <a:pt x="12" y="10"/>
                    </a:cubicBezTo>
                    <a:lnTo>
                      <a:pt x="10" y="1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>
                <a:off x="1508125" y="615950"/>
                <a:ext cx="55563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5" extrusionOk="0">
                    <a:moveTo>
                      <a:pt x="31" y="15"/>
                    </a:moveTo>
                    <a:cubicBezTo>
                      <a:pt x="22" y="9"/>
                      <a:pt x="11" y="5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2" y="2"/>
                      <a:pt x="23" y="6"/>
                      <a:pt x="33" y="13"/>
                    </a:cubicBezTo>
                    <a:lnTo>
                      <a:pt x="31" y="1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24"/>
              <p:cNvSpPr/>
              <p:nvPr/>
            </p:nvSpPr>
            <p:spPr>
              <a:xfrm>
                <a:off x="1466850" y="615950"/>
                <a:ext cx="26988" cy="6350"/>
              </a:xfrm>
              <a:custGeom>
                <a:avLst/>
                <a:gdLst/>
                <a:ahLst/>
                <a:cxnLst/>
                <a:rect l="l" t="t" r="r" b="b"/>
                <a:pathLst>
                  <a:path w="16" h="4" extrusionOk="0">
                    <a:moveTo>
                      <a:pt x="1" y="4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5" y="0"/>
                      <a:pt x="11" y="0"/>
                      <a:pt x="16" y="0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11" y="3"/>
                      <a:pt x="6" y="3"/>
                      <a:pt x="1" y="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24"/>
              <p:cNvSpPr/>
              <p:nvPr/>
            </p:nvSpPr>
            <p:spPr>
              <a:xfrm>
                <a:off x="1376363" y="625475"/>
                <a:ext cx="69850" cy="77787"/>
              </a:xfrm>
              <a:custGeom>
                <a:avLst/>
                <a:gdLst/>
                <a:ahLst/>
                <a:cxnLst/>
                <a:rect l="l" t="t" r="r" b="b"/>
                <a:pathLst>
                  <a:path w="42" h="46" extrusionOk="0">
                    <a:moveTo>
                      <a:pt x="3" y="46"/>
                    </a:moveTo>
                    <a:cubicBezTo>
                      <a:pt x="0" y="45"/>
                      <a:pt x="0" y="45"/>
                      <a:pt x="0" y="45"/>
                    </a:cubicBezTo>
                    <a:cubicBezTo>
                      <a:pt x="6" y="25"/>
                      <a:pt x="21" y="8"/>
                      <a:pt x="41" y="0"/>
                    </a:cubicBezTo>
                    <a:cubicBezTo>
                      <a:pt x="42" y="3"/>
                      <a:pt x="42" y="3"/>
                      <a:pt x="42" y="3"/>
                    </a:cubicBezTo>
                    <a:cubicBezTo>
                      <a:pt x="23" y="11"/>
                      <a:pt x="9" y="26"/>
                      <a:pt x="3" y="4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24"/>
              <p:cNvSpPr/>
              <p:nvPr/>
            </p:nvSpPr>
            <p:spPr>
              <a:xfrm>
                <a:off x="1368425" y="714375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15" extrusionOk="0">
                    <a:moveTo>
                      <a:pt x="3" y="15"/>
                    </a:moveTo>
                    <a:cubicBezTo>
                      <a:pt x="0" y="15"/>
                      <a:pt x="0" y="15"/>
                      <a:pt x="0" y="15"/>
                    </a:cubicBezTo>
                    <a:cubicBezTo>
                      <a:pt x="0" y="10"/>
                      <a:pt x="1" y="5"/>
                      <a:pt x="2" y="0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6"/>
                      <a:pt x="3" y="11"/>
                      <a:pt x="3" y="1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24"/>
              <p:cNvSpPr/>
              <p:nvPr/>
            </p:nvSpPr>
            <p:spPr>
              <a:xfrm>
                <a:off x="1376363" y="776288"/>
                <a:ext cx="50800" cy="65087"/>
              </a:xfrm>
              <a:custGeom>
                <a:avLst/>
                <a:gdLst/>
                <a:ahLst/>
                <a:cxnLst/>
                <a:rect l="l" t="t" r="r" b="b"/>
                <a:pathLst>
                  <a:path w="30" h="39" extrusionOk="0">
                    <a:moveTo>
                      <a:pt x="28" y="39"/>
                    </a:moveTo>
                    <a:cubicBezTo>
                      <a:pt x="15" y="30"/>
                      <a:pt x="5" y="16"/>
                      <a:pt x="0" y="1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7" y="14"/>
                      <a:pt x="17" y="27"/>
                      <a:pt x="30" y="36"/>
                    </a:cubicBezTo>
                    <a:lnTo>
                      <a:pt x="28" y="3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1441450" y="847725"/>
                <a:ext cx="17463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10" h="7" extrusionOk="0">
                    <a:moveTo>
                      <a:pt x="9" y="7"/>
                    </a:moveTo>
                    <a:cubicBezTo>
                      <a:pt x="6" y="6"/>
                      <a:pt x="3" y="4"/>
                      <a:pt x="0" y="3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4" y="1"/>
                      <a:pt x="7" y="3"/>
                      <a:pt x="10" y="4"/>
                    </a:cubicBezTo>
                    <a:lnTo>
                      <a:pt x="9" y="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6" name="Google Shape;1106;p24"/>
            <p:cNvGrpSpPr/>
            <p:nvPr/>
          </p:nvGrpSpPr>
          <p:grpSpPr>
            <a:xfrm>
              <a:off x="-413392" y="4041395"/>
              <a:ext cx="1126610" cy="1125375"/>
              <a:chOff x="5502275" y="4098925"/>
              <a:chExt cx="1449389" cy="1447800"/>
            </a:xfrm>
          </p:grpSpPr>
          <p:sp>
            <p:nvSpPr>
              <p:cNvPr id="1107" name="Google Shape;1107;p24"/>
              <p:cNvSpPr/>
              <p:nvPr/>
            </p:nvSpPr>
            <p:spPr>
              <a:xfrm>
                <a:off x="5502275" y="4098925"/>
                <a:ext cx="1449389" cy="144780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858" extrusionOk="0">
                    <a:moveTo>
                      <a:pt x="430" y="858"/>
                    </a:moveTo>
                    <a:cubicBezTo>
                      <a:pt x="193" y="858"/>
                      <a:pt x="0" y="665"/>
                      <a:pt x="0" y="429"/>
                    </a:cubicBezTo>
                    <a:cubicBezTo>
                      <a:pt x="0" y="192"/>
                      <a:pt x="193" y="0"/>
                      <a:pt x="430" y="0"/>
                    </a:cubicBezTo>
                    <a:cubicBezTo>
                      <a:pt x="666" y="0"/>
                      <a:pt x="859" y="192"/>
                      <a:pt x="859" y="429"/>
                    </a:cubicBezTo>
                    <a:cubicBezTo>
                      <a:pt x="859" y="665"/>
                      <a:pt x="666" y="858"/>
                      <a:pt x="430" y="858"/>
                    </a:cubicBezTo>
                    <a:close/>
                    <a:moveTo>
                      <a:pt x="430" y="10"/>
                    </a:moveTo>
                    <a:cubicBezTo>
                      <a:pt x="199" y="10"/>
                      <a:pt x="11" y="198"/>
                      <a:pt x="11" y="429"/>
                    </a:cubicBezTo>
                    <a:cubicBezTo>
                      <a:pt x="11" y="659"/>
                      <a:pt x="199" y="847"/>
                      <a:pt x="430" y="847"/>
                    </a:cubicBezTo>
                    <a:cubicBezTo>
                      <a:pt x="660" y="847"/>
                      <a:pt x="848" y="659"/>
                      <a:pt x="848" y="429"/>
                    </a:cubicBezTo>
                    <a:cubicBezTo>
                      <a:pt x="848" y="198"/>
                      <a:pt x="660" y="10"/>
                      <a:pt x="430" y="1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5548313" y="4143375"/>
                <a:ext cx="1357313" cy="1358900"/>
              </a:xfrm>
              <a:custGeom>
                <a:avLst/>
                <a:gdLst/>
                <a:ahLst/>
                <a:cxnLst/>
                <a:rect l="l" t="t" r="r" b="b"/>
                <a:pathLst>
                  <a:path w="805" h="805" extrusionOk="0">
                    <a:moveTo>
                      <a:pt x="403" y="805"/>
                    </a:moveTo>
                    <a:cubicBezTo>
                      <a:pt x="180" y="805"/>
                      <a:pt x="0" y="625"/>
                      <a:pt x="0" y="403"/>
                    </a:cubicBezTo>
                    <a:cubicBezTo>
                      <a:pt x="0" y="181"/>
                      <a:pt x="180" y="0"/>
                      <a:pt x="403" y="0"/>
                    </a:cubicBezTo>
                    <a:cubicBezTo>
                      <a:pt x="625" y="0"/>
                      <a:pt x="805" y="181"/>
                      <a:pt x="805" y="403"/>
                    </a:cubicBezTo>
                    <a:cubicBezTo>
                      <a:pt x="805" y="625"/>
                      <a:pt x="625" y="805"/>
                      <a:pt x="403" y="805"/>
                    </a:cubicBezTo>
                    <a:close/>
                    <a:moveTo>
                      <a:pt x="403" y="7"/>
                    </a:moveTo>
                    <a:cubicBezTo>
                      <a:pt x="184" y="7"/>
                      <a:pt x="7" y="185"/>
                      <a:pt x="7" y="403"/>
                    </a:cubicBezTo>
                    <a:cubicBezTo>
                      <a:pt x="7" y="621"/>
                      <a:pt x="184" y="798"/>
                      <a:pt x="403" y="798"/>
                    </a:cubicBezTo>
                    <a:cubicBezTo>
                      <a:pt x="621" y="798"/>
                      <a:pt x="798" y="621"/>
                      <a:pt x="798" y="403"/>
                    </a:cubicBezTo>
                    <a:cubicBezTo>
                      <a:pt x="798" y="185"/>
                      <a:pt x="621" y="7"/>
                      <a:pt x="403" y="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5595938" y="4192588"/>
                <a:ext cx="1262063" cy="1262063"/>
              </a:xfrm>
              <a:custGeom>
                <a:avLst/>
                <a:gdLst/>
                <a:ahLst/>
                <a:cxnLst/>
                <a:rect l="l" t="t" r="r" b="b"/>
                <a:pathLst>
                  <a:path w="749" h="748" extrusionOk="0">
                    <a:moveTo>
                      <a:pt x="375" y="748"/>
                    </a:moveTo>
                    <a:cubicBezTo>
                      <a:pt x="375" y="748"/>
                      <a:pt x="375" y="748"/>
                      <a:pt x="375" y="748"/>
                    </a:cubicBezTo>
                    <a:cubicBezTo>
                      <a:pt x="372" y="748"/>
                      <a:pt x="369" y="748"/>
                      <a:pt x="366" y="748"/>
                    </a:cubicBezTo>
                    <a:cubicBezTo>
                      <a:pt x="367" y="689"/>
                      <a:pt x="367" y="689"/>
                      <a:pt x="367" y="689"/>
                    </a:cubicBezTo>
                    <a:cubicBezTo>
                      <a:pt x="370" y="689"/>
                      <a:pt x="372" y="689"/>
                      <a:pt x="375" y="689"/>
                    </a:cubicBezTo>
                    <a:lnTo>
                      <a:pt x="375" y="748"/>
                    </a:lnTo>
                    <a:close/>
                    <a:moveTo>
                      <a:pt x="382" y="748"/>
                    </a:moveTo>
                    <a:cubicBezTo>
                      <a:pt x="381" y="689"/>
                      <a:pt x="381" y="689"/>
                      <a:pt x="381" y="689"/>
                    </a:cubicBezTo>
                    <a:cubicBezTo>
                      <a:pt x="383" y="689"/>
                      <a:pt x="386" y="689"/>
                      <a:pt x="388" y="689"/>
                    </a:cubicBezTo>
                    <a:cubicBezTo>
                      <a:pt x="390" y="747"/>
                      <a:pt x="390" y="747"/>
                      <a:pt x="390" y="747"/>
                    </a:cubicBezTo>
                    <a:cubicBezTo>
                      <a:pt x="388" y="747"/>
                      <a:pt x="385" y="748"/>
                      <a:pt x="382" y="748"/>
                    </a:cubicBezTo>
                    <a:close/>
                    <a:moveTo>
                      <a:pt x="359" y="747"/>
                    </a:moveTo>
                    <a:cubicBezTo>
                      <a:pt x="356" y="747"/>
                      <a:pt x="353" y="747"/>
                      <a:pt x="350" y="747"/>
                    </a:cubicBezTo>
                    <a:cubicBezTo>
                      <a:pt x="354" y="689"/>
                      <a:pt x="354" y="689"/>
                      <a:pt x="354" y="689"/>
                    </a:cubicBezTo>
                    <a:cubicBezTo>
                      <a:pt x="356" y="689"/>
                      <a:pt x="359" y="689"/>
                      <a:pt x="361" y="689"/>
                    </a:cubicBezTo>
                    <a:lnTo>
                      <a:pt x="359" y="747"/>
                    </a:lnTo>
                    <a:close/>
                    <a:moveTo>
                      <a:pt x="398" y="747"/>
                    </a:moveTo>
                    <a:cubicBezTo>
                      <a:pt x="394" y="689"/>
                      <a:pt x="394" y="689"/>
                      <a:pt x="394" y="689"/>
                    </a:cubicBezTo>
                    <a:cubicBezTo>
                      <a:pt x="397" y="688"/>
                      <a:pt x="399" y="688"/>
                      <a:pt x="401" y="688"/>
                    </a:cubicBezTo>
                    <a:cubicBezTo>
                      <a:pt x="406" y="746"/>
                      <a:pt x="406" y="746"/>
                      <a:pt x="406" y="746"/>
                    </a:cubicBezTo>
                    <a:cubicBezTo>
                      <a:pt x="403" y="747"/>
                      <a:pt x="401" y="747"/>
                      <a:pt x="398" y="747"/>
                    </a:cubicBezTo>
                    <a:close/>
                    <a:moveTo>
                      <a:pt x="343" y="746"/>
                    </a:moveTo>
                    <a:cubicBezTo>
                      <a:pt x="340" y="746"/>
                      <a:pt x="337" y="746"/>
                      <a:pt x="334" y="746"/>
                    </a:cubicBezTo>
                    <a:cubicBezTo>
                      <a:pt x="341" y="687"/>
                      <a:pt x="341" y="687"/>
                      <a:pt x="341" y="687"/>
                    </a:cubicBezTo>
                    <a:cubicBezTo>
                      <a:pt x="343" y="688"/>
                      <a:pt x="345" y="688"/>
                      <a:pt x="348" y="688"/>
                    </a:cubicBezTo>
                    <a:lnTo>
                      <a:pt x="343" y="746"/>
                    </a:lnTo>
                    <a:close/>
                    <a:moveTo>
                      <a:pt x="414" y="746"/>
                    </a:moveTo>
                    <a:cubicBezTo>
                      <a:pt x="407" y="688"/>
                      <a:pt x="407" y="688"/>
                      <a:pt x="407" y="688"/>
                    </a:cubicBezTo>
                    <a:cubicBezTo>
                      <a:pt x="410" y="687"/>
                      <a:pt x="412" y="687"/>
                      <a:pt x="415" y="687"/>
                    </a:cubicBezTo>
                    <a:cubicBezTo>
                      <a:pt x="422" y="745"/>
                      <a:pt x="422" y="745"/>
                      <a:pt x="422" y="745"/>
                    </a:cubicBezTo>
                    <a:cubicBezTo>
                      <a:pt x="419" y="745"/>
                      <a:pt x="416" y="745"/>
                      <a:pt x="414" y="746"/>
                    </a:cubicBezTo>
                    <a:close/>
                    <a:moveTo>
                      <a:pt x="327" y="745"/>
                    </a:moveTo>
                    <a:cubicBezTo>
                      <a:pt x="324" y="744"/>
                      <a:pt x="321" y="744"/>
                      <a:pt x="319" y="744"/>
                    </a:cubicBezTo>
                    <a:cubicBezTo>
                      <a:pt x="327" y="686"/>
                      <a:pt x="327" y="686"/>
                      <a:pt x="327" y="686"/>
                    </a:cubicBezTo>
                    <a:cubicBezTo>
                      <a:pt x="330" y="686"/>
                      <a:pt x="332" y="686"/>
                      <a:pt x="334" y="687"/>
                    </a:cubicBezTo>
                    <a:lnTo>
                      <a:pt x="327" y="745"/>
                    </a:lnTo>
                    <a:close/>
                    <a:moveTo>
                      <a:pt x="429" y="744"/>
                    </a:moveTo>
                    <a:cubicBezTo>
                      <a:pt x="421" y="686"/>
                      <a:pt x="421" y="686"/>
                      <a:pt x="421" y="686"/>
                    </a:cubicBezTo>
                    <a:cubicBezTo>
                      <a:pt x="423" y="686"/>
                      <a:pt x="426" y="685"/>
                      <a:pt x="428" y="685"/>
                    </a:cubicBezTo>
                    <a:cubicBezTo>
                      <a:pt x="438" y="742"/>
                      <a:pt x="438" y="742"/>
                      <a:pt x="438" y="742"/>
                    </a:cubicBezTo>
                    <a:cubicBezTo>
                      <a:pt x="435" y="743"/>
                      <a:pt x="432" y="743"/>
                      <a:pt x="429" y="744"/>
                    </a:cubicBezTo>
                    <a:close/>
                    <a:moveTo>
                      <a:pt x="311" y="742"/>
                    </a:moveTo>
                    <a:cubicBezTo>
                      <a:pt x="309" y="742"/>
                      <a:pt x="306" y="741"/>
                      <a:pt x="303" y="741"/>
                    </a:cubicBezTo>
                    <a:cubicBezTo>
                      <a:pt x="314" y="683"/>
                      <a:pt x="314" y="683"/>
                      <a:pt x="314" y="683"/>
                    </a:cubicBezTo>
                    <a:cubicBezTo>
                      <a:pt x="316" y="684"/>
                      <a:pt x="319" y="684"/>
                      <a:pt x="321" y="685"/>
                    </a:cubicBezTo>
                    <a:lnTo>
                      <a:pt x="311" y="742"/>
                    </a:lnTo>
                    <a:close/>
                    <a:moveTo>
                      <a:pt x="445" y="741"/>
                    </a:moveTo>
                    <a:cubicBezTo>
                      <a:pt x="434" y="684"/>
                      <a:pt x="434" y="684"/>
                      <a:pt x="434" y="684"/>
                    </a:cubicBezTo>
                    <a:cubicBezTo>
                      <a:pt x="436" y="683"/>
                      <a:pt x="439" y="683"/>
                      <a:pt x="441" y="682"/>
                    </a:cubicBezTo>
                    <a:cubicBezTo>
                      <a:pt x="453" y="739"/>
                      <a:pt x="453" y="739"/>
                      <a:pt x="453" y="739"/>
                    </a:cubicBezTo>
                    <a:cubicBezTo>
                      <a:pt x="451" y="740"/>
                      <a:pt x="448" y="741"/>
                      <a:pt x="445" y="741"/>
                    </a:cubicBezTo>
                    <a:close/>
                    <a:moveTo>
                      <a:pt x="296" y="739"/>
                    </a:moveTo>
                    <a:cubicBezTo>
                      <a:pt x="293" y="739"/>
                      <a:pt x="290" y="738"/>
                      <a:pt x="287" y="737"/>
                    </a:cubicBezTo>
                    <a:cubicBezTo>
                      <a:pt x="301" y="681"/>
                      <a:pt x="301" y="681"/>
                      <a:pt x="301" y="681"/>
                    </a:cubicBezTo>
                    <a:cubicBezTo>
                      <a:pt x="303" y="681"/>
                      <a:pt x="306" y="682"/>
                      <a:pt x="308" y="682"/>
                    </a:cubicBezTo>
                    <a:lnTo>
                      <a:pt x="296" y="739"/>
                    </a:lnTo>
                    <a:close/>
                    <a:moveTo>
                      <a:pt x="460" y="738"/>
                    </a:moveTo>
                    <a:cubicBezTo>
                      <a:pt x="447" y="681"/>
                      <a:pt x="447" y="681"/>
                      <a:pt x="447" y="681"/>
                    </a:cubicBezTo>
                    <a:cubicBezTo>
                      <a:pt x="449" y="680"/>
                      <a:pt x="452" y="680"/>
                      <a:pt x="454" y="679"/>
                    </a:cubicBezTo>
                    <a:cubicBezTo>
                      <a:pt x="469" y="736"/>
                      <a:pt x="469" y="736"/>
                      <a:pt x="469" y="736"/>
                    </a:cubicBezTo>
                    <a:cubicBezTo>
                      <a:pt x="466" y="736"/>
                      <a:pt x="463" y="737"/>
                      <a:pt x="460" y="738"/>
                    </a:cubicBezTo>
                    <a:close/>
                    <a:moveTo>
                      <a:pt x="280" y="736"/>
                    </a:moveTo>
                    <a:cubicBezTo>
                      <a:pt x="278" y="735"/>
                      <a:pt x="275" y="734"/>
                      <a:pt x="272" y="733"/>
                    </a:cubicBezTo>
                    <a:cubicBezTo>
                      <a:pt x="288" y="677"/>
                      <a:pt x="288" y="677"/>
                      <a:pt x="288" y="677"/>
                    </a:cubicBezTo>
                    <a:cubicBezTo>
                      <a:pt x="290" y="678"/>
                      <a:pt x="293" y="679"/>
                      <a:pt x="295" y="679"/>
                    </a:cubicBezTo>
                    <a:lnTo>
                      <a:pt x="280" y="736"/>
                    </a:lnTo>
                    <a:close/>
                    <a:moveTo>
                      <a:pt x="476" y="734"/>
                    </a:moveTo>
                    <a:cubicBezTo>
                      <a:pt x="460" y="678"/>
                      <a:pt x="460" y="678"/>
                      <a:pt x="460" y="678"/>
                    </a:cubicBezTo>
                    <a:cubicBezTo>
                      <a:pt x="462" y="677"/>
                      <a:pt x="465" y="676"/>
                      <a:pt x="467" y="675"/>
                    </a:cubicBezTo>
                    <a:cubicBezTo>
                      <a:pt x="484" y="731"/>
                      <a:pt x="484" y="731"/>
                      <a:pt x="484" y="731"/>
                    </a:cubicBezTo>
                    <a:cubicBezTo>
                      <a:pt x="481" y="732"/>
                      <a:pt x="479" y="733"/>
                      <a:pt x="476" y="734"/>
                    </a:cubicBezTo>
                    <a:close/>
                    <a:moveTo>
                      <a:pt x="265" y="731"/>
                    </a:moveTo>
                    <a:cubicBezTo>
                      <a:pt x="262" y="731"/>
                      <a:pt x="260" y="730"/>
                      <a:pt x="257" y="729"/>
                    </a:cubicBezTo>
                    <a:cubicBezTo>
                      <a:pt x="275" y="673"/>
                      <a:pt x="275" y="673"/>
                      <a:pt x="275" y="673"/>
                    </a:cubicBezTo>
                    <a:cubicBezTo>
                      <a:pt x="278" y="674"/>
                      <a:pt x="280" y="675"/>
                      <a:pt x="282" y="676"/>
                    </a:cubicBezTo>
                    <a:lnTo>
                      <a:pt x="265" y="731"/>
                    </a:lnTo>
                    <a:close/>
                    <a:moveTo>
                      <a:pt x="491" y="729"/>
                    </a:moveTo>
                    <a:cubicBezTo>
                      <a:pt x="473" y="674"/>
                      <a:pt x="473" y="674"/>
                      <a:pt x="473" y="674"/>
                    </a:cubicBezTo>
                    <a:cubicBezTo>
                      <a:pt x="475" y="673"/>
                      <a:pt x="477" y="672"/>
                      <a:pt x="480" y="671"/>
                    </a:cubicBezTo>
                    <a:cubicBezTo>
                      <a:pt x="499" y="726"/>
                      <a:pt x="499" y="726"/>
                      <a:pt x="499" y="726"/>
                    </a:cubicBezTo>
                    <a:cubicBezTo>
                      <a:pt x="496" y="727"/>
                      <a:pt x="494" y="728"/>
                      <a:pt x="491" y="729"/>
                    </a:cubicBezTo>
                    <a:close/>
                    <a:moveTo>
                      <a:pt x="250" y="726"/>
                    </a:moveTo>
                    <a:cubicBezTo>
                      <a:pt x="247" y="725"/>
                      <a:pt x="244" y="724"/>
                      <a:pt x="242" y="723"/>
                    </a:cubicBezTo>
                    <a:cubicBezTo>
                      <a:pt x="263" y="669"/>
                      <a:pt x="263" y="669"/>
                      <a:pt x="263" y="669"/>
                    </a:cubicBezTo>
                    <a:cubicBezTo>
                      <a:pt x="265" y="670"/>
                      <a:pt x="267" y="671"/>
                      <a:pt x="269" y="671"/>
                    </a:cubicBezTo>
                    <a:lnTo>
                      <a:pt x="250" y="726"/>
                    </a:lnTo>
                    <a:close/>
                    <a:moveTo>
                      <a:pt x="506" y="724"/>
                    </a:moveTo>
                    <a:cubicBezTo>
                      <a:pt x="485" y="669"/>
                      <a:pt x="485" y="669"/>
                      <a:pt x="485" y="669"/>
                    </a:cubicBezTo>
                    <a:cubicBezTo>
                      <a:pt x="488" y="668"/>
                      <a:pt x="490" y="667"/>
                      <a:pt x="492" y="667"/>
                    </a:cubicBezTo>
                    <a:cubicBezTo>
                      <a:pt x="514" y="721"/>
                      <a:pt x="514" y="721"/>
                      <a:pt x="514" y="721"/>
                    </a:cubicBezTo>
                    <a:cubicBezTo>
                      <a:pt x="511" y="722"/>
                      <a:pt x="509" y="723"/>
                      <a:pt x="506" y="724"/>
                    </a:cubicBezTo>
                    <a:close/>
                    <a:moveTo>
                      <a:pt x="235" y="721"/>
                    </a:moveTo>
                    <a:cubicBezTo>
                      <a:pt x="232" y="720"/>
                      <a:pt x="230" y="719"/>
                      <a:pt x="227" y="718"/>
                    </a:cubicBezTo>
                    <a:cubicBezTo>
                      <a:pt x="250" y="664"/>
                      <a:pt x="250" y="664"/>
                      <a:pt x="250" y="664"/>
                    </a:cubicBezTo>
                    <a:cubicBezTo>
                      <a:pt x="252" y="665"/>
                      <a:pt x="255" y="666"/>
                      <a:pt x="257" y="667"/>
                    </a:cubicBezTo>
                    <a:lnTo>
                      <a:pt x="235" y="721"/>
                    </a:lnTo>
                    <a:close/>
                    <a:moveTo>
                      <a:pt x="521" y="718"/>
                    </a:moveTo>
                    <a:cubicBezTo>
                      <a:pt x="498" y="664"/>
                      <a:pt x="498" y="664"/>
                      <a:pt x="498" y="664"/>
                    </a:cubicBezTo>
                    <a:cubicBezTo>
                      <a:pt x="500" y="663"/>
                      <a:pt x="502" y="662"/>
                      <a:pt x="504" y="661"/>
                    </a:cubicBezTo>
                    <a:cubicBezTo>
                      <a:pt x="529" y="715"/>
                      <a:pt x="529" y="715"/>
                      <a:pt x="529" y="715"/>
                    </a:cubicBezTo>
                    <a:cubicBezTo>
                      <a:pt x="526" y="716"/>
                      <a:pt x="523" y="717"/>
                      <a:pt x="521" y="718"/>
                    </a:cubicBezTo>
                    <a:close/>
                    <a:moveTo>
                      <a:pt x="220" y="715"/>
                    </a:moveTo>
                    <a:cubicBezTo>
                      <a:pt x="218" y="713"/>
                      <a:pt x="215" y="712"/>
                      <a:pt x="213" y="711"/>
                    </a:cubicBezTo>
                    <a:cubicBezTo>
                      <a:pt x="238" y="658"/>
                      <a:pt x="238" y="658"/>
                      <a:pt x="238" y="658"/>
                    </a:cubicBezTo>
                    <a:cubicBezTo>
                      <a:pt x="240" y="659"/>
                      <a:pt x="242" y="660"/>
                      <a:pt x="245" y="661"/>
                    </a:cubicBezTo>
                    <a:lnTo>
                      <a:pt x="220" y="715"/>
                    </a:lnTo>
                    <a:close/>
                    <a:moveTo>
                      <a:pt x="535" y="712"/>
                    </a:moveTo>
                    <a:cubicBezTo>
                      <a:pt x="510" y="659"/>
                      <a:pt x="510" y="659"/>
                      <a:pt x="510" y="659"/>
                    </a:cubicBezTo>
                    <a:cubicBezTo>
                      <a:pt x="512" y="658"/>
                      <a:pt x="514" y="657"/>
                      <a:pt x="517" y="656"/>
                    </a:cubicBezTo>
                    <a:cubicBezTo>
                      <a:pt x="543" y="708"/>
                      <a:pt x="543" y="708"/>
                      <a:pt x="543" y="708"/>
                    </a:cubicBezTo>
                    <a:cubicBezTo>
                      <a:pt x="540" y="709"/>
                      <a:pt x="538" y="710"/>
                      <a:pt x="535" y="712"/>
                    </a:cubicBezTo>
                    <a:close/>
                    <a:moveTo>
                      <a:pt x="206" y="708"/>
                    </a:moveTo>
                    <a:cubicBezTo>
                      <a:pt x="203" y="706"/>
                      <a:pt x="201" y="705"/>
                      <a:pt x="198" y="704"/>
                    </a:cubicBezTo>
                    <a:cubicBezTo>
                      <a:pt x="226" y="652"/>
                      <a:pt x="226" y="652"/>
                      <a:pt x="226" y="652"/>
                    </a:cubicBezTo>
                    <a:cubicBezTo>
                      <a:pt x="228" y="653"/>
                      <a:pt x="230" y="654"/>
                      <a:pt x="232" y="656"/>
                    </a:cubicBezTo>
                    <a:lnTo>
                      <a:pt x="206" y="708"/>
                    </a:lnTo>
                    <a:close/>
                    <a:moveTo>
                      <a:pt x="549" y="704"/>
                    </a:moveTo>
                    <a:cubicBezTo>
                      <a:pt x="522" y="653"/>
                      <a:pt x="522" y="653"/>
                      <a:pt x="522" y="653"/>
                    </a:cubicBezTo>
                    <a:cubicBezTo>
                      <a:pt x="524" y="652"/>
                      <a:pt x="526" y="650"/>
                      <a:pt x="528" y="649"/>
                    </a:cubicBezTo>
                    <a:cubicBezTo>
                      <a:pt x="557" y="700"/>
                      <a:pt x="557" y="700"/>
                      <a:pt x="557" y="700"/>
                    </a:cubicBezTo>
                    <a:cubicBezTo>
                      <a:pt x="554" y="702"/>
                      <a:pt x="552" y="703"/>
                      <a:pt x="549" y="704"/>
                    </a:cubicBezTo>
                    <a:close/>
                    <a:moveTo>
                      <a:pt x="192" y="700"/>
                    </a:moveTo>
                    <a:cubicBezTo>
                      <a:pt x="189" y="699"/>
                      <a:pt x="187" y="697"/>
                      <a:pt x="184" y="696"/>
                    </a:cubicBezTo>
                    <a:cubicBezTo>
                      <a:pt x="214" y="646"/>
                      <a:pt x="214" y="646"/>
                      <a:pt x="214" y="646"/>
                    </a:cubicBezTo>
                    <a:cubicBezTo>
                      <a:pt x="216" y="647"/>
                      <a:pt x="218" y="648"/>
                      <a:pt x="221" y="649"/>
                    </a:cubicBezTo>
                    <a:lnTo>
                      <a:pt x="192" y="700"/>
                    </a:lnTo>
                    <a:close/>
                    <a:moveTo>
                      <a:pt x="563" y="697"/>
                    </a:moveTo>
                    <a:cubicBezTo>
                      <a:pt x="534" y="646"/>
                      <a:pt x="534" y="646"/>
                      <a:pt x="534" y="646"/>
                    </a:cubicBezTo>
                    <a:cubicBezTo>
                      <a:pt x="536" y="645"/>
                      <a:pt x="538" y="644"/>
                      <a:pt x="540" y="642"/>
                    </a:cubicBezTo>
                    <a:cubicBezTo>
                      <a:pt x="571" y="692"/>
                      <a:pt x="571" y="692"/>
                      <a:pt x="571" y="692"/>
                    </a:cubicBezTo>
                    <a:cubicBezTo>
                      <a:pt x="568" y="694"/>
                      <a:pt x="566" y="695"/>
                      <a:pt x="563" y="697"/>
                    </a:cubicBezTo>
                    <a:close/>
                    <a:moveTo>
                      <a:pt x="178" y="692"/>
                    </a:moveTo>
                    <a:cubicBezTo>
                      <a:pt x="176" y="691"/>
                      <a:pt x="173" y="689"/>
                      <a:pt x="171" y="688"/>
                    </a:cubicBezTo>
                    <a:cubicBezTo>
                      <a:pt x="203" y="638"/>
                      <a:pt x="203" y="638"/>
                      <a:pt x="203" y="638"/>
                    </a:cubicBezTo>
                    <a:cubicBezTo>
                      <a:pt x="205" y="640"/>
                      <a:pt x="207" y="641"/>
                      <a:pt x="209" y="642"/>
                    </a:cubicBezTo>
                    <a:lnTo>
                      <a:pt x="178" y="692"/>
                    </a:lnTo>
                    <a:close/>
                    <a:moveTo>
                      <a:pt x="577" y="688"/>
                    </a:moveTo>
                    <a:cubicBezTo>
                      <a:pt x="545" y="639"/>
                      <a:pt x="545" y="639"/>
                      <a:pt x="545" y="639"/>
                    </a:cubicBezTo>
                    <a:cubicBezTo>
                      <a:pt x="547" y="638"/>
                      <a:pt x="549" y="637"/>
                      <a:pt x="551" y="635"/>
                    </a:cubicBezTo>
                    <a:cubicBezTo>
                      <a:pt x="584" y="684"/>
                      <a:pt x="584" y="684"/>
                      <a:pt x="584" y="684"/>
                    </a:cubicBezTo>
                    <a:cubicBezTo>
                      <a:pt x="581" y="685"/>
                      <a:pt x="579" y="687"/>
                      <a:pt x="577" y="688"/>
                    </a:cubicBezTo>
                    <a:close/>
                    <a:moveTo>
                      <a:pt x="165" y="684"/>
                    </a:moveTo>
                    <a:cubicBezTo>
                      <a:pt x="163" y="682"/>
                      <a:pt x="160" y="680"/>
                      <a:pt x="158" y="679"/>
                    </a:cubicBezTo>
                    <a:cubicBezTo>
                      <a:pt x="192" y="631"/>
                      <a:pt x="192" y="631"/>
                      <a:pt x="192" y="631"/>
                    </a:cubicBezTo>
                    <a:cubicBezTo>
                      <a:pt x="194" y="632"/>
                      <a:pt x="196" y="634"/>
                      <a:pt x="198" y="635"/>
                    </a:cubicBezTo>
                    <a:lnTo>
                      <a:pt x="165" y="684"/>
                    </a:lnTo>
                    <a:close/>
                    <a:moveTo>
                      <a:pt x="590" y="680"/>
                    </a:moveTo>
                    <a:cubicBezTo>
                      <a:pt x="556" y="632"/>
                      <a:pt x="556" y="632"/>
                      <a:pt x="556" y="632"/>
                    </a:cubicBezTo>
                    <a:cubicBezTo>
                      <a:pt x="558" y="630"/>
                      <a:pt x="560" y="629"/>
                      <a:pt x="562" y="628"/>
                    </a:cubicBezTo>
                    <a:cubicBezTo>
                      <a:pt x="597" y="675"/>
                      <a:pt x="597" y="675"/>
                      <a:pt x="597" y="675"/>
                    </a:cubicBezTo>
                    <a:cubicBezTo>
                      <a:pt x="594" y="676"/>
                      <a:pt x="592" y="678"/>
                      <a:pt x="590" y="680"/>
                    </a:cubicBezTo>
                    <a:close/>
                    <a:moveTo>
                      <a:pt x="152" y="674"/>
                    </a:moveTo>
                    <a:cubicBezTo>
                      <a:pt x="150" y="673"/>
                      <a:pt x="147" y="671"/>
                      <a:pt x="145" y="669"/>
                    </a:cubicBezTo>
                    <a:cubicBezTo>
                      <a:pt x="181" y="623"/>
                      <a:pt x="181" y="623"/>
                      <a:pt x="181" y="623"/>
                    </a:cubicBezTo>
                    <a:cubicBezTo>
                      <a:pt x="183" y="624"/>
                      <a:pt x="185" y="626"/>
                      <a:pt x="187" y="627"/>
                    </a:cubicBezTo>
                    <a:lnTo>
                      <a:pt x="152" y="674"/>
                    </a:lnTo>
                    <a:close/>
                    <a:moveTo>
                      <a:pt x="603" y="670"/>
                    </a:moveTo>
                    <a:cubicBezTo>
                      <a:pt x="567" y="624"/>
                      <a:pt x="567" y="624"/>
                      <a:pt x="567" y="624"/>
                    </a:cubicBezTo>
                    <a:cubicBezTo>
                      <a:pt x="569" y="622"/>
                      <a:pt x="571" y="621"/>
                      <a:pt x="573" y="619"/>
                    </a:cubicBezTo>
                    <a:cubicBezTo>
                      <a:pt x="609" y="665"/>
                      <a:pt x="609" y="665"/>
                      <a:pt x="609" y="665"/>
                    </a:cubicBezTo>
                    <a:cubicBezTo>
                      <a:pt x="607" y="667"/>
                      <a:pt x="605" y="668"/>
                      <a:pt x="603" y="670"/>
                    </a:cubicBezTo>
                    <a:close/>
                    <a:moveTo>
                      <a:pt x="139" y="665"/>
                    </a:moveTo>
                    <a:cubicBezTo>
                      <a:pt x="137" y="663"/>
                      <a:pt x="135" y="661"/>
                      <a:pt x="133" y="659"/>
                    </a:cubicBezTo>
                    <a:cubicBezTo>
                      <a:pt x="171" y="614"/>
                      <a:pt x="171" y="614"/>
                      <a:pt x="171" y="614"/>
                    </a:cubicBezTo>
                    <a:cubicBezTo>
                      <a:pt x="172" y="616"/>
                      <a:pt x="174" y="618"/>
                      <a:pt x="176" y="619"/>
                    </a:cubicBezTo>
                    <a:lnTo>
                      <a:pt x="139" y="665"/>
                    </a:lnTo>
                    <a:close/>
                    <a:moveTo>
                      <a:pt x="615" y="660"/>
                    </a:moveTo>
                    <a:cubicBezTo>
                      <a:pt x="577" y="615"/>
                      <a:pt x="577" y="615"/>
                      <a:pt x="577" y="615"/>
                    </a:cubicBezTo>
                    <a:cubicBezTo>
                      <a:pt x="579" y="614"/>
                      <a:pt x="581" y="612"/>
                      <a:pt x="583" y="611"/>
                    </a:cubicBezTo>
                    <a:cubicBezTo>
                      <a:pt x="621" y="655"/>
                      <a:pt x="621" y="655"/>
                      <a:pt x="621" y="655"/>
                    </a:cubicBezTo>
                    <a:cubicBezTo>
                      <a:pt x="619" y="656"/>
                      <a:pt x="617" y="658"/>
                      <a:pt x="615" y="660"/>
                    </a:cubicBezTo>
                    <a:close/>
                    <a:moveTo>
                      <a:pt x="127" y="654"/>
                    </a:moveTo>
                    <a:cubicBezTo>
                      <a:pt x="125" y="652"/>
                      <a:pt x="123" y="651"/>
                      <a:pt x="121" y="649"/>
                    </a:cubicBezTo>
                    <a:cubicBezTo>
                      <a:pt x="161" y="606"/>
                      <a:pt x="161" y="606"/>
                      <a:pt x="161" y="606"/>
                    </a:cubicBezTo>
                    <a:cubicBezTo>
                      <a:pt x="162" y="607"/>
                      <a:pt x="164" y="609"/>
                      <a:pt x="166" y="610"/>
                    </a:cubicBezTo>
                    <a:lnTo>
                      <a:pt x="127" y="654"/>
                    </a:lnTo>
                    <a:close/>
                    <a:moveTo>
                      <a:pt x="627" y="650"/>
                    </a:moveTo>
                    <a:cubicBezTo>
                      <a:pt x="587" y="607"/>
                      <a:pt x="587" y="607"/>
                      <a:pt x="587" y="607"/>
                    </a:cubicBezTo>
                    <a:cubicBezTo>
                      <a:pt x="589" y="605"/>
                      <a:pt x="591" y="603"/>
                      <a:pt x="593" y="602"/>
                    </a:cubicBezTo>
                    <a:cubicBezTo>
                      <a:pt x="633" y="644"/>
                      <a:pt x="633" y="644"/>
                      <a:pt x="633" y="644"/>
                    </a:cubicBezTo>
                    <a:cubicBezTo>
                      <a:pt x="631" y="646"/>
                      <a:pt x="629" y="648"/>
                      <a:pt x="627" y="650"/>
                    </a:cubicBezTo>
                    <a:close/>
                    <a:moveTo>
                      <a:pt x="116" y="644"/>
                    </a:moveTo>
                    <a:cubicBezTo>
                      <a:pt x="114" y="642"/>
                      <a:pt x="111" y="640"/>
                      <a:pt x="109" y="638"/>
                    </a:cubicBezTo>
                    <a:cubicBezTo>
                      <a:pt x="151" y="596"/>
                      <a:pt x="151" y="596"/>
                      <a:pt x="151" y="596"/>
                    </a:cubicBezTo>
                    <a:cubicBezTo>
                      <a:pt x="153" y="598"/>
                      <a:pt x="154" y="600"/>
                      <a:pt x="156" y="601"/>
                    </a:cubicBezTo>
                    <a:lnTo>
                      <a:pt x="116" y="644"/>
                    </a:lnTo>
                    <a:close/>
                    <a:moveTo>
                      <a:pt x="638" y="639"/>
                    </a:moveTo>
                    <a:cubicBezTo>
                      <a:pt x="597" y="597"/>
                      <a:pt x="597" y="597"/>
                      <a:pt x="597" y="597"/>
                    </a:cubicBezTo>
                    <a:cubicBezTo>
                      <a:pt x="599" y="596"/>
                      <a:pt x="601" y="594"/>
                      <a:pt x="602" y="592"/>
                    </a:cubicBezTo>
                    <a:cubicBezTo>
                      <a:pt x="644" y="633"/>
                      <a:pt x="644" y="633"/>
                      <a:pt x="644" y="633"/>
                    </a:cubicBezTo>
                    <a:cubicBezTo>
                      <a:pt x="642" y="635"/>
                      <a:pt x="640" y="637"/>
                      <a:pt x="638" y="639"/>
                    </a:cubicBezTo>
                    <a:close/>
                    <a:moveTo>
                      <a:pt x="104" y="632"/>
                    </a:moveTo>
                    <a:cubicBezTo>
                      <a:pt x="102" y="630"/>
                      <a:pt x="100" y="628"/>
                      <a:pt x="98" y="626"/>
                    </a:cubicBezTo>
                    <a:cubicBezTo>
                      <a:pt x="142" y="587"/>
                      <a:pt x="142" y="587"/>
                      <a:pt x="142" y="587"/>
                    </a:cubicBezTo>
                    <a:cubicBezTo>
                      <a:pt x="143" y="588"/>
                      <a:pt x="145" y="590"/>
                      <a:pt x="147" y="592"/>
                    </a:cubicBezTo>
                    <a:lnTo>
                      <a:pt x="104" y="632"/>
                    </a:lnTo>
                    <a:close/>
                    <a:moveTo>
                      <a:pt x="649" y="627"/>
                    </a:moveTo>
                    <a:cubicBezTo>
                      <a:pt x="606" y="588"/>
                      <a:pt x="606" y="588"/>
                      <a:pt x="606" y="588"/>
                    </a:cubicBezTo>
                    <a:cubicBezTo>
                      <a:pt x="608" y="586"/>
                      <a:pt x="610" y="584"/>
                      <a:pt x="611" y="582"/>
                    </a:cubicBezTo>
                    <a:cubicBezTo>
                      <a:pt x="655" y="621"/>
                      <a:pt x="655" y="621"/>
                      <a:pt x="655" y="621"/>
                    </a:cubicBezTo>
                    <a:cubicBezTo>
                      <a:pt x="653" y="623"/>
                      <a:pt x="651" y="625"/>
                      <a:pt x="649" y="627"/>
                    </a:cubicBezTo>
                    <a:close/>
                    <a:moveTo>
                      <a:pt x="94" y="621"/>
                    </a:moveTo>
                    <a:cubicBezTo>
                      <a:pt x="92" y="619"/>
                      <a:pt x="90" y="616"/>
                      <a:pt x="88" y="614"/>
                    </a:cubicBezTo>
                    <a:cubicBezTo>
                      <a:pt x="133" y="577"/>
                      <a:pt x="133" y="577"/>
                      <a:pt x="133" y="577"/>
                    </a:cubicBezTo>
                    <a:cubicBezTo>
                      <a:pt x="134" y="578"/>
                      <a:pt x="136" y="580"/>
                      <a:pt x="138" y="582"/>
                    </a:cubicBezTo>
                    <a:lnTo>
                      <a:pt x="94" y="621"/>
                    </a:lnTo>
                    <a:close/>
                    <a:moveTo>
                      <a:pt x="660" y="616"/>
                    </a:moveTo>
                    <a:cubicBezTo>
                      <a:pt x="615" y="578"/>
                      <a:pt x="615" y="578"/>
                      <a:pt x="615" y="578"/>
                    </a:cubicBezTo>
                    <a:cubicBezTo>
                      <a:pt x="617" y="576"/>
                      <a:pt x="618" y="574"/>
                      <a:pt x="620" y="572"/>
                    </a:cubicBezTo>
                    <a:cubicBezTo>
                      <a:pt x="665" y="609"/>
                      <a:pt x="665" y="609"/>
                      <a:pt x="665" y="609"/>
                    </a:cubicBezTo>
                    <a:cubicBezTo>
                      <a:pt x="664" y="611"/>
                      <a:pt x="662" y="613"/>
                      <a:pt x="660" y="616"/>
                    </a:cubicBezTo>
                    <a:close/>
                    <a:moveTo>
                      <a:pt x="83" y="609"/>
                    </a:moveTo>
                    <a:cubicBezTo>
                      <a:pt x="82" y="606"/>
                      <a:pt x="80" y="604"/>
                      <a:pt x="78" y="602"/>
                    </a:cubicBezTo>
                    <a:cubicBezTo>
                      <a:pt x="124" y="566"/>
                      <a:pt x="124" y="566"/>
                      <a:pt x="124" y="566"/>
                    </a:cubicBezTo>
                    <a:cubicBezTo>
                      <a:pt x="126" y="568"/>
                      <a:pt x="127" y="570"/>
                      <a:pt x="129" y="572"/>
                    </a:cubicBezTo>
                    <a:lnTo>
                      <a:pt x="83" y="609"/>
                    </a:lnTo>
                    <a:close/>
                    <a:moveTo>
                      <a:pt x="670" y="603"/>
                    </a:moveTo>
                    <a:cubicBezTo>
                      <a:pt x="624" y="567"/>
                      <a:pt x="624" y="567"/>
                      <a:pt x="624" y="567"/>
                    </a:cubicBezTo>
                    <a:cubicBezTo>
                      <a:pt x="625" y="565"/>
                      <a:pt x="627" y="563"/>
                      <a:pt x="628" y="561"/>
                    </a:cubicBezTo>
                    <a:cubicBezTo>
                      <a:pt x="675" y="596"/>
                      <a:pt x="675" y="596"/>
                      <a:pt x="675" y="596"/>
                    </a:cubicBezTo>
                    <a:cubicBezTo>
                      <a:pt x="673" y="599"/>
                      <a:pt x="672" y="601"/>
                      <a:pt x="670" y="603"/>
                    </a:cubicBezTo>
                    <a:close/>
                    <a:moveTo>
                      <a:pt x="74" y="596"/>
                    </a:moveTo>
                    <a:cubicBezTo>
                      <a:pt x="72" y="594"/>
                      <a:pt x="70" y="591"/>
                      <a:pt x="69" y="589"/>
                    </a:cubicBezTo>
                    <a:cubicBezTo>
                      <a:pt x="116" y="555"/>
                      <a:pt x="116" y="555"/>
                      <a:pt x="116" y="555"/>
                    </a:cubicBezTo>
                    <a:cubicBezTo>
                      <a:pt x="118" y="557"/>
                      <a:pt x="119" y="559"/>
                      <a:pt x="121" y="561"/>
                    </a:cubicBezTo>
                    <a:lnTo>
                      <a:pt x="74" y="596"/>
                    </a:lnTo>
                    <a:close/>
                    <a:moveTo>
                      <a:pt x="679" y="590"/>
                    </a:moveTo>
                    <a:cubicBezTo>
                      <a:pt x="632" y="557"/>
                      <a:pt x="632" y="557"/>
                      <a:pt x="632" y="557"/>
                    </a:cubicBezTo>
                    <a:cubicBezTo>
                      <a:pt x="633" y="555"/>
                      <a:pt x="635" y="553"/>
                      <a:pt x="636" y="551"/>
                    </a:cubicBezTo>
                    <a:cubicBezTo>
                      <a:pt x="684" y="583"/>
                      <a:pt x="684" y="583"/>
                      <a:pt x="684" y="583"/>
                    </a:cubicBezTo>
                    <a:cubicBezTo>
                      <a:pt x="683" y="586"/>
                      <a:pt x="681" y="588"/>
                      <a:pt x="679" y="590"/>
                    </a:cubicBezTo>
                    <a:close/>
                    <a:moveTo>
                      <a:pt x="65" y="583"/>
                    </a:moveTo>
                    <a:cubicBezTo>
                      <a:pt x="63" y="581"/>
                      <a:pt x="61" y="578"/>
                      <a:pt x="60" y="576"/>
                    </a:cubicBezTo>
                    <a:cubicBezTo>
                      <a:pt x="109" y="544"/>
                      <a:pt x="109" y="544"/>
                      <a:pt x="109" y="544"/>
                    </a:cubicBezTo>
                    <a:cubicBezTo>
                      <a:pt x="110" y="546"/>
                      <a:pt x="112" y="548"/>
                      <a:pt x="113" y="550"/>
                    </a:cubicBezTo>
                    <a:lnTo>
                      <a:pt x="65" y="583"/>
                    </a:lnTo>
                    <a:close/>
                    <a:moveTo>
                      <a:pt x="688" y="577"/>
                    </a:moveTo>
                    <a:cubicBezTo>
                      <a:pt x="639" y="545"/>
                      <a:pt x="639" y="545"/>
                      <a:pt x="639" y="545"/>
                    </a:cubicBezTo>
                    <a:cubicBezTo>
                      <a:pt x="641" y="543"/>
                      <a:pt x="642" y="541"/>
                      <a:pt x="643" y="539"/>
                    </a:cubicBezTo>
                    <a:cubicBezTo>
                      <a:pt x="693" y="570"/>
                      <a:pt x="693" y="570"/>
                      <a:pt x="693" y="570"/>
                    </a:cubicBezTo>
                    <a:cubicBezTo>
                      <a:pt x="691" y="572"/>
                      <a:pt x="690" y="575"/>
                      <a:pt x="688" y="577"/>
                    </a:cubicBezTo>
                    <a:close/>
                    <a:moveTo>
                      <a:pt x="56" y="570"/>
                    </a:moveTo>
                    <a:cubicBezTo>
                      <a:pt x="54" y="567"/>
                      <a:pt x="53" y="565"/>
                      <a:pt x="52" y="562"/>
                    </a:cubicBezTo>
                    <a:cubicBezTo>
                      <a:pt x="102" y="533"/>
                      <a:pt x="102" y="533"/>
                      <a:pt x="102" y="533"/>
                    </a:cubicBezTo>
                    <a:cubicBezTo>
                      <a:pt x="103" y="535"/>
                      <a:pt x="104" y="537"/>
                      <a:pt x="106" y="539"/>
                    </a:cubicBezTo>
                    <a:lnTo>
                      <a:pt x="56" y="570"/>
                    </a:lnTo>
                    <a:close/>
                    <a:moveTo>
                      <a:pt x="697" y="564"/>
                    </a:moveTo>
                    <a:cubicBezTo>
                      <a:pt x="646" y="534"/>
                      <a:pt x="646" y="534"/>
                      <a:pt x="646" y="534"/>
                    </a:cubicBezTo>
                    <a:cubicBezTo>
                      <a:pt x="648" y="532"/>
                      <a:pt x="649" y="530"/>
                      <a:pt x="650" y="528"/>
                    </a:cubicBezTo>
                    <a:cubicBezTo>
                      <a:pt x="701" y="556"/>
                      <a:pt x="701" y="556"/>
                      <a:pt x="701" y="556"/>
                    </a:cubicBezTo>
                    <a:cubicBezTo>
                      <a:pt x="700" y="559"/>
                      <a:pt x="698" y="561"/>
                      <a:pt x="697" y="564"/>
                    </a:cubicBezTo>
                    <a:close/>
                    <a:moveTo>
                      <a:pt x="48" y="556"/>
                    </a:moveTo>
                    <a:cubicBezTo>
                      <a:pt x="47" y="554"/>
                      <a:pt x="45" y="551"/>
                      <a:pt x="44" y="549"/>
                    </a:cubicBezTo>
                    <a:cubicBezTo>
                      <a:pt x="95" y="521"/>
                      <a:pt x="95" y="521"/>
                      <a:pt x="95" y="521"/>
                    </a:cubicBezTo>
                    <a:cubicBezTo>
                      <a:pt x="97" y="523"/>
                      <a:pt x="98" y="525"/>
                      <a:pt x="99" y="528"/>
                    </a:cubicBezTo>
                    <a:lnTo>
                      <a:pt x="48" y="556"/>
                    </a:lnTo>
                    <a:close/>
                    <a:moveTo>
                      <a:pt x="704" y="550"/>
                    </a:moveTo>
                    <a:cubicBezTo>
                      <a:pt x="653" y="522"/>
                      <a:pt x="653" y="522"/>
                      <a:pt x="653" y="522"/>
                    </a:cubicBezTo>
                    <a:cubicBezTo>
                      <a:pt x="654" y="520"/>
                      <a:pt x="655" y="518"/>
                      <a:pt x="656" y="516"/>
                    </a:cubicBezTo>
                    <a:cubicBezTo>
                      <a:pt x="708" y="542"/>
                      <a:pt x="708" y="542"/>
                      <a:pt x="708" y="542"/>
                    </a:cubicBezTo>
                    <a:cubicBezTo>
                      <a:pt x="707" y="545"/>
                      <a:pt x="706" y="547"/>
                      <a:pt x="704" y="550"/>
                    </a:cubicBezTo>
                    <a:close/>
                    <a:moveTo>
                      <a:pt x="40" y="542"/>
                    </a:moveTo>
                    <a:cubicBezTo>
                      <a:pt x="39" y="540"/>
                      <a:pt x="38" y="537"/>
                      <a:pt x="37" y="534"/>
                    </a:cubicBezTo>
                    <a:cubicBezTo>
                      <a:pt x="89" y="509"/>
                      <a:pt x="89" y="509"/>
                      <a:pt x="89" y="509"/>
                    </a:cubicBezTo>
                    <a:cubicBezTo>
                      <a:pt x="91" y="511"/>
                      <a:pt x="92" y="514"/>
                      <a:pt x="93" y="516"/>
                    </a:cubicBezTo>
                    <a:lnTo>
                      <a:pt x="40" y="542"/>
                    </a:lnTo>
                    <a:close/>
                    <a:moveTo>
                      <a:pt x="712" y="536"/>
                    </a:moveTo>
                    <a:cubicBezTo>
                      <a:pt x="659" y="510"/>
                      <a:pt x="659" y="510"/>
                      <a:pt x="659" y="510"/>
                    </a:cubicBezTo>
                    <a:cubicBezTo>
                      <a:pt x="660" y="508"/>
                      <a:pt x="661" y="506"/>
                      <a:pt x="662" y="504"/>
                    </a:cubicBezTo>
                    <a:cubicBezTo>
                      <a:pt x="715" y="528"/>
                      <a:pt x="715" y="528"/>
                      <a:pt x="715" y="528"/>
                    </a:cubicBezTo>
                    <a:cubicBezTo>
                      <a:pt x="714" y="531"/>
                      <a:pt x="713" y="533"/>
                      <a:pt x="712" y="536"/>
                    </a:cubicBezTo>
                    <a:close/>
                    <a:moveTo>
                      <a:pt x="34" y="528"/>
                    </a:moveTo>
                    <a:cubicBezTo>
                      <a:pt x="32" y="525"/>
                      <a:pt x="31" y="523"/>
                      <a:pt x="30" y="520"/>
                    </a:cubicBezTo>
                    <a:cubicBezTo>
                      <a:pt x="84" y="497"/>
                      <a:pt x="84" y="497"/>
                      <a:pt x="84" y="497"/>
                    </a:cubicBezTo>
                    <a:cubicBezTo>
                      <a:pt x="85" y="499"/>
                      <a:pt x="86" y="502"/>
                      <a:pt x="87" y="504"/>
                    </a:cubicBezTo>
                    <a:lnTo>
                      <a:pt x="34" y="528"/>
                    </a:lnTo>
                    <a:close/>
                    <a:moveTo>
                      <a:pt x="718" y="521"/>
                    </a:moveTo>
                    <a:cubicBezTo>
                      <a:pt x="665" y="498"/>
                      <a:pt x="665" y="498"/>
                      <a:pt x="665" y="498"/>
                    </a:cubicBezTo>
                    <a:cubicBezTo>
                      <a:pt x="666" y="496"/>
                      <a:pt x="666" y="494"/>
                      <a:pt x="667" y="491"/>
                    </a:cubicBezTo>
                    <a:cubicBezTo>
                      <a:pt x="722" y="513"/>
                      <a:pt x="722" y="513"/>
                      <a:pt x="722" y="513"/>
                    </a:cubicBezTo>
                    <a:cubicBezTo>
                      <a:pt x="721" y="516"/>
                      <a:pt x="719" y="519"/>
                      <a:pt x="718" y="521"/>
                    </a:cubicBezTo>
                    <a:close/>
                    <a:moveTo>
                      <a:pt x="27" y="513"/>
                    </a:moveTo>
                    <a:cubicBezTo>
                      <a:pt x="26" y="511"/>
                      <a:pt x="25" y="508"/>
                      <a:pt x="24" y="505"/>
                    </a:cubicBezTo>
                    <a:cubicBezTo>
                      <a:pt x="79" y="485"/>
                      <a:pt x="79" y="485"/>
                      <a:pt x="79" y="485"/>
                    </a:cubicBezTo>
                    <a:cubicBezTo>
                      <a:pt x="80" y="487"/>
                      <a:pt x="81" y="489"/>
                      <a:pt x="82" y="491"/>
                    </a:cubicBezTo>
                    <a:lnTo>
                      <a:pt x="27" y="513"/>
                    </a:lnTo>
                    <a:close/>
                    <a:moveTo>
                      <a:pt x="724" y="506"/>
                    </a:moveTo>
                    <a:cubicBezTo>
                      <a:pt x="670" y="486"/>
                      <a:pt x="670" y="486"/>
                      <a:pt x="670" y="486"/>
                    </a:cubicBezTo>
                    <a:cubicBezTo>
                      <a:pt x="670" y="483"/>
                      <a:pt x="671" y="481"/>
                      <a:pt x="672" y="479"/>
                    </a:cubicBezTo>
                    <a:cubicBezTo>
                      <a:pt x="727" y="498"/>
                      <a:pt x="727" y="498"/>
                      <a:pt x="727" y="498"/>
                    </a:cubicBezTo>
                    <a:cubicBezTo>
                      <a:pt x="726" y="501"/>
                      <a:pt x="725" y="504"/>
                      <a:pt x="724" y="506"/>
                    </a:cubicBezTo>
                    <a:close/>
                    <a:moveTo>
                      <a:pt x="22" y="498"/>
                    </a:moveTo>
                    <a:cubicBezTo>
                      <a:pt x="21" y="496"/>
                      <a:pt x="20" y="493"/>
                      <a:pt x="19" y="490"/>
                    </a:cubicBezTo>
                    <a:cubicBezTo>
                      <a:pt x="75" y="472"/>
                      <a:pt x="75" y="472"/>
                      <a:pt x="75" y="472"/>
                    </a:cubicBezTo>
                    <a:cubicBezTo>
                      <a:pt x="75" y="474"/>
                      <a:pt x="76" y="477"/>
                      <a:pt x="77" y="479"/>
                    </a:cubicBezTo>
                    <a:lnTo>
                      <a:pt x="22" y="498"/>
                    </a:lnTo>
                    <a:close/>
                    <a:moveTo>
                      <a:pt x="730" y="491"/>
                    </a:moveTo>
                    <a:cubicBezTo>
                      <a:pt x="674" y="473"/>
                      <a:pt x="674" y="473"/>
                      <a:pt x="674" y="473"/>
                    </a:cubicBezTo>
                    <a:cubicBezTo>
                      <a:pt x="675" y="471"/>
                      <a:pt x="676" y="468"/>
                      <a:pt x="676" y="466"/>
                    </a:cubicBezTo>
                    <a:cubicBezTo>
                      <a:pt x="732" y="483"/>
                      <a:pt x="732" y="483"/>
                      <a:pt x="732" y="483"/>
                    </a:cubicBezTo>
                    <a:cubicBezTo>
                      <a:pt x="731" y="486"/>
                      <a:pt x="731" y="489"/>
                      <a:pt x="730" y="491"/>
                    </a:cubicBezTo>
                    <a:close/>
                    <a:moveTo>
                      <a:pt x="17" y="483"/>
                    </a:moveTo>
                    <a:cubicBezTo>
                      <a:pt x="16" y="481"/>
                      <a:pt x="15" y="478"/>
                      <a:pt x="14" y="475"/>
                    </a:cubicBezTo>
                    <a:cubicBezTo>
                      <a:pt x="71" y="459"/>
                      <a:pt x="71" y="459"/>
                      <a:pt x="71" y="459"/>
                    </a:cubicBezTo>
                    <a:cubicBezTo>
                      <a:pt x="71" y="462"/>
                      <a:pt x="72" y="464"/>
                      <a:pt x="73" y="466"/>
                    </a:cubicBezTo>
                    <a:lnTo>
                      <a:pt x="17" y="483"/>
                    </a:lnTo>
                    <a:close/>
                    <a:moveTo>
                      <a:pt x="734" y="476"/>
                    </a:moveTo>
                    <a:cubicBezTo>
                      <a:pt x="678" y="460"/>
                      <a:pt x="678" y="460"/>
                      <a:pt x="678" y="460"/>
                    </a:cubicBezTo>
                    <a:cubicBezTo>
                      <a:pt x="679" y="458"/>
                      <a:pt x="679" y="456"/>
                      <a:pt x="680" y="453"/>
                    </a:cubicBezTo>
                    <a:cubicBezTo>
                      <a:pt x="737" y="468"/>
                      <a:pt x="737" y="468"/>
                      <a:pt x="737" y="468"/>
                    </a:cubicBezTo>
                    <a:cubicBezTo>
                      <a:pt x="736" y="471"/>
                      <a:pt x="735" y="473"/>
                      <a:pt x="734" y="476"/>
                    </a:cubicBezTo>
                    <a:close/>
                    <a:moveTo>
                      <a:pt x="12" y="468"/>
                    </a:moveTo>
                    <a:cubicBezTo>
                      <a:pt x="12" y="465"/>
                      <a:pt x="11" y="463"/>
                      <a:pt x="10" y="460"/>
                    </a:cubicBezTo>
                    <a:cubicBezTo>
                      <a:pt x="67" y="446"/>
                      <a:pt x="67" y="446"/>
                      <a:pt x="67" y="446"/>
                    </a:cubicBezTo>
                    <a:cubicBezTo>
                      <a:pt x="68" y="449"/>
                      <a:pt x="68" y="451"/>
                      <a:pt x="69" y="453"/>
                    </a:cubicBezTo>
                    <a:lnTo>
                      <a:pt x="12" y="468"/>
                    </a:lnTo>
                    <a:close/>
                    <a:moveTo>
                      <a:pt x="738" y="461"/>
                    </a:moveTo>
                    <a:cubicBezTo>
                      <a:pt x="681" y="447"/>
                      <a:pt x="681" y="447"/>
                      <a:pt x="681" y="447"/>
                    </a:cubicBezTo>
                    <a:cubicBezTo>
                      <a:pt x="682" y="445"/>
                      <a:pt x="683" y="443"/>
                      <a:pt x="683" y="440"/>
                    </a:cubicBezTo>
                    <a:cubicBezTo>
                      <a:pt x="740" y="452"/>
                      <a:pt x="740" y="452"/>
                      <a:pt x="740" y="452"/>
                    </a:cubicBezTo>
                    <a:cubicBezTo>
                      <a:pt x="740" y="455"/>
                      <a:pt x="739" y="458"/>
                      <a:pt x="738" y="461"/>
                    </a:cubicBezTo>
                    <a:close/>
                    <a:moveTo>
                      <a:pt x="9" y="453"/>
                    </a:moveTo>
                    <a:cubicBezTo>
                      <a:pt x="8" y="450"/>
                      <a:pt x="8" y="447"/>
                      <a:pt x="7" y="444"/>
                    </a:cubicBezTo>
                    <a:cubicBezTo>
                      <a:pt x="65" y="433"/>
                      <a:pt x="65" y="433"/>
                      <a:pt x="65" y="433"/>
                    </a:cubicBezTo>
                    <a:cubicBezTo>
                      <a:pt x="65" y="436"/>
                      <a:pt x="65" y="438"/>
                      <a:pt x="66" y="440"/>
                    </a:cubicBezTo>
                    <a:lnTo>
                      <a:pt x="9" y="453"/>
                    </a:lnTo>
                    <a:close/>
                    <a:moveTo>
                      <a:pt x="742" y="445"/>
                    </a:moveTo>
                    <a:cubicBezTo>
                      <a:pt x="684" y="434"/>
                      <a:pt x="684" y="434"/>
                      <a:pt x="684" y="434"/>
                    </a:cubicBezTo>
                    <a:cubicBezTo>
                      <a:pt x="685" y="432"/>
                      <a:pt x="685" y="429"/>
                      <a:pt x="686" y="427"/>
                    </a:cubicBezTo>
                    <a:cubicBezTo>
                      <a:pt x="743" y="437"/>
                      <a:pt x="743" y="437"/>
                      <a:pt x="743" y="437"/>
                    </a:cubicBezTo>
                    <a:cubicBezTo>
                      <a:pt x="743" y="440"/>
                      <a:pt x="742" y="443"/>
                      <a:pt x="742" y="445"/>
                    </a:cubicBezTo>
                    <a:close/>
                    <a:moveTo>
                      <a:pt x="6" y="437"/>
                    </a:moveTo>
                    <a:cubicBezTo>
                      <a:pt x="5" y="434"/>
                      <a:pt x="5" y="431"/>
                      <a:pt x="4" y="429"/>
                    </a:cubicBezTo>
                    <a:cubicBezTo>
                      <a:pt x="62" y="420"/>
                      <a:pt x="62" y="420"/>
                      <a:pt x="62" y="420"/>
                    </a:cubicBezTo>
                    <a:cubicBezTo>
                      <a:pt x="63" y="422"/>
                      <a:pt x="63" y="425"/>
                      <a:pt x="63" y="427"/>
                    </a:cubicBezTo>
                    <a:lnTo>
                      <a:pt x="6" y="437"/>
                    </a:lnTo>
                    <a:close/>
                    <a:moveTo>
                      <a:pt x="744" y="430"/>
                    </a:moveTo>
                    <a:cubicBezTo>
                      <a:pt x="687" y="421"/>
                      <a:pt x="687" y="421"/>
                      <a:pt x="687" y="421"/>
                    </a:cubicBezTo>
                    <a:cubicBezTo>
                      <a:pt x="687" y="419"/>
                      <a:pt x="687" y="416"/>
                      <a:pt x="688" y="414"/>
                    </a:cubicBezTo>
                    <a:cubicBezTo>
                      <a:pt x="746" y="421"/>
                      <a:pt x="746" y="421"/>
                      <a:pt x="746" y="421"/>
                    </a:cubicBezTo>
                    <a:cubicBezTo>
                      <a:pt x="745" y="424"/>
                      <a:pt x="745" y="427"/>
                      <a:pt x="744" y="430"/>
                    </a:cubicBezTo>
                    <a:close/>
                    <a:moveTo>
                      <a:pt x="3" y="421"/>
                    </a:moveTo>
                    <a:cubicBezTo>
                      <a:pt x="3" y="418"/>
                      <a:pt x="3" y="416"/>
                      <a:pt x="2" y="413"/>
                    </a:cubicBezTo>
                    <a:cubicBezTo>
                      <a:pt x="61" y="407"/>
                      <a:pt x="61" y="407"/>
                      <a:pt x="61" y="407"/>
                    </a:cubicBezTo>
                    <a:cubicBezTo>
                      <a:pt x="61" y="409"/>
                      <a:pt x="61" y="412"/>
                      <a:pt x="61" y="414"/>
                    </a:cubicBezTo>
                    <a:lnTo>
                      <a:pt x="3" y="421"/>
                    </a:lnTo>
                    <a:close/>
                    <a:moveTo>
                      <a:pt x="746" y="414"/>
                    </a:moveTo>
                    <a:cubicBezTo>
                      <a:pt x="688" y="408"/>
                      <a:pt x="688" y="408"/>
                      <a:pt x="688" y="408"/>
                    </a:cubicBezTo>
                    <a:cubicBezTo>
                      <a:pt x="689" y="405"/>
                      <a:pt x="689" y="403"/>
                      <a:pt x="689" y="400"/>
                    </a:cubicBezTo>
                    <a:cubicBezTo>
                      <a:pt x="747" y="405"/>
                      <a:pt x="747" y="405"/>
                      <a:pt x="747" y="405"/>
                    </a:cubicBezTo>
                    <a:cubicBezTo>
                      <a:pt x="747" y="408"/>
                      <a:pt x="747" y="411"/>
                      <a:pt x="746" y="414"/>
                    </a:cubicBezTo>
                    <a:close/>
                    <a:moveTo>
                      <a:pt x="2" y="406"/>
                    </a:moveTo>
                    <a:cubicBezTo>
                      <a:pt x="2" y="403"/>
                      <a:pt x="1" y="400"/>
                      <a:pt x="1" y="397"/>
                    </a:cubicBezTo>
                    <a:cubicBezTo>
                      <a:pt x="60" y="393"/>
                      <a:pt x="60" y="393"/>
                      <a:pt x="60" y="393"/>
                    </a:cubicBezTo>
                    <a:cubicBezTo>
                      <a:pt x="60" y="396"/>
                      <a:pt x="60" y="398"/>
                      <a:pt x="60" y="401"/>
                    </a:cubicBezTo>
                    <a:lnTo>
                      <a:pt x="2" y="406"/>
                    </a:lnTo>
                    <a:close/>
                    <a:moveTo>
                      <a:pt x="748" y="398"/>
                    </a:moveTo>
                    <a:cubicBezTo>
                      <a:pt x="689" y="394"/>
                      <a:pt x="689" y="394"/>
                      <a:pt x="689" y="394"/>
                    </a:cubicBezTo>
                    <a:cubicBezTo>
                      <a:pt x="690" y="392"/>
                      <a:pt x="690" y="390"/>
                      <a:pt x="690" y="387"/>
                    </a:cubicBezTo>
                    <a:cubicBezTo>
                      <a:pt x="748" y="390"/>
                      <a:pt x="748" y="390"/>
                      <a:pt x="748" y="390"/>
                    </a:cubicBezTo>
                    <a:cubicBezTo>
                      <a:pt x="748" y="392"/>
                      <a:pt x="748" y="395"/>
                      <a:pt x="748" y="398"/>
                    </a:cubicBezTo>
                    <a:close/>
                    <a:moveTo>
                      <a:pt x="1" y="390"/>
                    </a:moveTo>
                    <a:cubicBezTo>
                      <a:pt x="1" y="387"/>
                      <a:pt x="1" y="384"/>
                      <a:pt x="1" y="381"/>
                    </a:cubicBezTo>
                    <a:cubicBezTo>
                      <a:pt x="59" y="380"/>
                      <a:pt x="59" y="380"/>
                      <a:pt x="59" y="380"/>
                    </a:cubicBezTo>
                    <a:cubicBezTo>
                      <a:pt x="59" y="382"/>
                      <a:pt x="59" y="385"/>
                      <a:pt x="59" y="387"/>
                    </a:cubicBezTo>
                    <a:lnTo>
                      <a:pt x="1" y="390"/>
                    </a:lnTo>
                    <a:close/>
                    <a:moveTo>
                      <a:pt x="748" y="382"/>
                    </a:moveTo>
                    <a:cubicBezTo>
                      <a:pt x="690" y="381"/>
                      <a:pt x="690" y="381"/>
                      <a:pt x="690" y="381"/>
                    </a:cubicBezTo>
                    <a:cubicBezTo>
                      <a:pt x="690" y="379"/>
                      <a:pt x="690" y="376"/>
                      <a:pt x="690" y="374"/>
                    </a:cubicBezTo>
                    <a:cubicBezTo>
                      <a:pt x="690" y="373"/>
                      <a:pt x="690" y="373"/>
                      <a:pt x="690" y="373"/>
                    </a:cubicBezTo>
                    <a:cubicBezTo>
                      <a:pt x="749" y="373"/>
                      <a:pt x="749" y="373"/>
                      <a:pt x="749" y="373"/>
                    </a:cubicBezTo>
                    <a:cubicBezTo>
                      <a:pt x="749" y="374"/>
                      <a:pt x="749" y="374"/>
                      <a:pt x="749" y="374"/>
                    </a:cubicBezTo>
                    <a:cubicBezTo>
                      <a:pt x="749" y="377"/>
                      <a:pt x="749" y="379"/>
                      <a:pt x="748" y="382"/>
                    </a:cubicBezTo>
                    <a:close/>
                    <a:moveTo>
                      <a:pt x="59" y="374"/>
                    </a:moveTo>
                    <a:cubicBezTo>
                      <a:pt x="42" y="374"/>
                      <a:pt x="42" y="374"/>
                      <a:pt x="42" y="374"/>
                    </a:cubicBezTo>
                    <a:cubicBezTo>
                      <a:pt x="0" y="374"/>
                      <a:pt x="0" y="374"/>
                      <a:pt x="0" y="374"/>
                    </a:cubicBezTo>
                    <a:cubicBezTo>
                      <a:pt x="0" y="374"/>
                      <a:pt x="0" y="374"/>
                      <a:pt x="0" y="374"/>
                    </a:cubicBezTo>
                    <a:cubicBezTo>
                      <a:pt x="0" y="371"/>
                      <a:pt x="0" y="368"/>
                      <a:pt x="1" y="365"/>
                    </a:cubicBezTo>
                    <a:cubicBezTo>
                      <a:pt x="59" y="367"/>
                      <a:pt x="59" y="367"/>
                      <a:pt x="59" y="367"/>
                    </a:cubicBezTo>
                    <a:cubicBezTo>
                      <a:pt x="59" y="369"/>
                      <a:pt x="59" y="371"/>
                      <a:pt x="59" y="374"/>
                    </a:cubicBezTo>
                    <a:close/>
                    <a:moveTo>
                      <a:pt x="690" y="367"/>
                    </a:moveTo>
                    <a:cubicBezTo>
                      <a:pt x="690" y="365"/>
                      <a:pt x="690" y="362"/>
                      <a:pt x="690" y="360"/>
                    </a:cubicBezTo>
                    <a:cubicBezTo>
                      <a:pt x="748" y="357"/>
                      <a:pt x="748" y="357"/>
                      <a:pt x="748" y="357"/>
                    </a:cubicBezTo>
                    <a:cubicBezTo>
                      <a:pt x="748" y="360"/>
                      <a:pt x="748" y="363"/>
                      <a:pt x="748" y="366"/>
                    </a:cubicBezTo>
                    <a:lnTo>
                      <a:pt x="690" y="367"/>
                    </a:lnTo>
                    <a:close/>
                    <a:moveTo>
                      <a:pt x="59" y="360"/>
                    </a:moveTo>
                    <a:cubicBezTo>
                      <a:pt x="1" y="358"/>
                      <a:pt x="1" y="358"/>
                      <a:pt x="1" y="358"/>
                    </a:cubicBezTo>
                    <a:cubicBezTo>
                      <a:pt x="1" y="355"/>
                      <a:pt x="1" y="352"/>
                      <a:pt x="1" y="349"/>
                    </a:cubicBezTo>
                    <a:cubicBezTo>
                      <a:pt x="60" y="353"/>
                      <a:pt x="60" y="353"/>
                      <a:pt x="60" y="353"/>
                    </a:cubicBezTo>
                    <a:cubicBezTo>
                      <a:pt x="59" y="356"/>
                      <a:pt x="59" y="358"/>
                      <a:pt x="59" y="360"/>
                    </a:cubicBezTo>
                    <a:close/>
                    <a:moveTo>
                      <a:pt x="689" y="354"/>
                    </a:moveTo>
                    <a:cubicBezTo>
                      <a:pt x="689" y="351"/>
                      <a:pt x="689" y="349"/>
                      <a:pt x="689" y="346"/>
                    </a:cubicBezTo>
                    <a:cubicBezTo>
                      <a:pt x="747" y="342"/>
                      <a:pt x="747" y="342"/>
                      <a:pt x="747" y="342"/>
                    </a:cubicBezTo>
                    <a:cubicBezTo>
                      <a:pt x="747" y="344"/>
                      <a:pt x="748" y="347"/>
                      <a:pt x="748" y="350"/>
                    </a:cubicBezTo>
                    <a:lnTo>
                      <a:pt x="689" y="354"/>
                    </a:lnTo>
                    <a:close/>
                    <a:moveTo>
                      <a:pt x="60" y="347"/>
                    </a:moveTo>
                    <a:cubicBezTo>
                      <a:pt x="2" y="342"/>
                      <a:pt x="2" y="342"/>
                      <a:pt x="2" y="342"/>
                    </a:cubicBezTo>
                    <a:cubicBezTo>
                      <a:pt x="2" y="339"/>
                      <a:pt x="2" y="336"/>
                      <a:pt x="3" y="334"/>
                    </a:cubicBezTo>
                    <a:cubicBezTo>
                      <a:pt x="61" y="340"/>
                      <a:pt x="61" y="340"/>
                      <a:pt x="61" y="340"/>
                    </a:cubicBezTo>
                    <a:cubicBezTo>
                      <a:pt x="60" y="342"/>
                      <a:pt x="60" y="345"/>
                      <a:pt x="60" y="347"/>
                    </a:cubicBezTo>
                    <a:close/>
                    <a:moveTo>
                      <a:pt x="688" y="340"/>
                    </a:moveTo>
                    <a:cubicBezTo>
                      <a:pt x="688" y="338"/>
                      <a:pt x="688" y="336"/>
                      <a:pt x="688" y="333"/>
                    </a:cubicBezTo>
                    <a:cubicBezTo>
                      <a:pt x="746" y="326"/>
                      <a:pt x="746" y="326"/>
                      <a:pt x="746" y="326"/>
                    </a:cubicBezTo>
                    <a:cubicBezTo>
                      <a:pt x="746" y="329"/>
                      <a:pt x="746" y="331"/>
                      <a:pt x="747" y="334"/>
                    </a:cubicBezTo>
                    <a:lnTo>
                      <a:pt x="688" y="340"/>
                    </a:lnTo>
                    <a:close/>
                    <a:moveTo>
                      <a:pt x="61" y="334"/>
                    </a:moveTo>
                    <a:cubicBezTo>
                      <a:pt x="3" y="326"/>
                      <a:pt x="3" y="326"/>
                      <a:pt x="3" y="326"/>
                    </a:cubicBezTo>
                    <a:cubicBezTo>
                      <a:pt x="4" y="324"/>
                      <a:pt x="4" y="321"/>
                      <a:pt x="5" y="318"/>
                    </a:cubicBezTo>
                    <a:cubicBezTo>
                      <a:pt x="62" y="327"/>
                      <a:pt x="62" y="327"/>
                      <a:pt x="62" y="327"/>
                    </a:cubicBezTo>
                    <a:cubicBezTo>
                      <a:pt x="62" y="329"/>
                      <a:pt x="62" y="331"/>
                      <a:pt x="61" y="334"/>
                    </a:cubicBezTo>
                    <a:close/>
                    <a:moveTo>
                      <a:pt x="687" y="327"/>
                    </a:moveTo>
                    <a:cubicBezTo>
                      <a:pt x="686" y="325"/>
                      <a:pt x="686" y="322"/>
                      <a:pt x="686" y="320"/>
                    </a:cubicBezTo>
                    <a:cubicBezTo>
                      <a:pt x="743" y="310"/>
                      <a:pt x="743" y="310"/>
                      <a:pt x="743" y="310"/>
                    </a:cubicBezTo>
                    <a:cubicBezTo>
                      <a:pt x="744" y="313"/>
                      <a:pt x="744" y="316"/>
                      <a:pt x="745" y="319"/>
                    </a:cubicBezTo>
                    <a:lnTo>
                      <a:pt x="687" y="327"/>
                    </a:lnTo>
                    <a:close/>
                    <a:moveTo>
                      <a:pt x="63" y="320"/>
                    </a:moveTo>
                    <a:cubicBezTo>
                      <a:pt x="6" y="311"/>
                      <a:pt x="6" y="311"/>
                      <a:pt x="6" y="311"/>
                    </a:cubicBezTo>
                    <a:cubicBezTo>
                      <a:pt x="6" y="308"/>
                      <a:pt x="7" y="305"/>
                      <a:pt x="7" y="302"/>
                    </a:cubicBezTo>
                    <a:cubicBezTo>
                      <a:pt x="65" y="313"/>
                      <a:pt x="65" y="313"/>
                      <a:pt x="65" y="313"/>
                    </a:cubicBezTo>
                    <a:cubicBezTo>
                      <a:pt x="64" y="316"/>
                      <a:pt x="64" y="318"/>
                      <a:pt x="63" y="320"/>
                    </a:cubicBezTo>
                    <a:close/>
                    <a:moveTo>
                      <a:pt x="684" y="314"/>
                    </a:moveTo>
                    <a:cubicBezTo>
                      <a:pt x="684" y="312"/>
                      <a:pt x="683" y="309"/>
                      <a:pt x="683" y="307"/>
                    </a:cubicBezTo>
                    <a:cubicBezTo>
                      <a:pt x="740" y="294"/>
                      <a:pt x="740" y="294"/>
                      <a:pt x="740" y="294"/>
                    </a:cubicBezTo>
                    <a:cubicBezTo>
                      <a:pt x="741" y="297"/>
                      <a:pt x="741" y="300"/>
                      <a:pt x="742" y="303"/>
                    </a:cubicBezTo>
                    <a:lnTo>
                      <a:pt x="684" y="314"/>
                    </a:lnTo>
                    <a:close/>
                    <a:moveTo>
                      <a:pt x="66" y="307"/>
                    </a:moveTo>
                    <a:cubicBezTo>
                      <a:pt x="9" y="295"/>
                      <a:pt x="9" y="295"/>
                      <a:pt x="9" y="295"/>
                    </a:cubicBezTo>
                    <a:cubicBezTo>
                      <a:pt x="9" y="292"/>
                      <a:pt x="10" y="289"/>
                      <a:pt x="11" y="287"/>
                    </a:cubicBezTo>
                    <a:cubicBezTo>
                      <a:pt x="68" y="300"/>
                      <a:pt x="68" y="300"/>
                      <a:pt x="68" y="300"/>
                    </a:cubicBezTo>
                    <a:cubicBezTo>
                      <a:pt x="67" y="303"/>
                      <a:pt x="66" y="305"/>
                      <a:pt x="66" y="307"/>
                    </a:cubicBezTo>
                    <a:close/>
                    <a:moveTo>
                      <a:pt x="682" y="301"/>
                    </a:moveTo>
                    <a:cubicBezTo>
                      <a:pt x="681" y="298"/>
                      <a:pt x="680" y="296"/>
                      <a:pt x="680" y="294"/>
                    </a:cubicBezTo>
                    <a:cubicBezTo>
                      <a:pt x="736" y="279"/>
                      <a:pt x="736" y="279"/>
                      <a:pt x="736" y="279"/>
                    </a:cubicBezTo>
                    <a:cubicBezTo>
                      <a:pt x="737" y="282"/>
                      <a:pt x="738" y="285"/>
                      <a:pt x="739" y="287"/>
                    </a:cubicBezTo>
                    <a:lnTo>
                      <a:pt x="682" y="301"/>
                    </a:lnTo>
                    <a:close/>
                    <a:moveTo>
                      <a:pt x="69" y="294"/>
                    </a:moveTo>
                    <a:cubicBezTo>
                      <a:pt x="12" y="280"/>
                      <a:pt x="12" y="280"/>
                      <a:pt x="12" y="280"/>
                    </a:cubicBezTo>
                    <a:cubicBezTo>
                      <a:pt x="13" y="277"/>
                      <a:pt x="14" y="274"/>
                      <a:pt x="15" y="271"/>
                    </a:cubicBezTo>
                    <a:cubicBezTo>
                      <a:pt x="71" y="287"/>
                      <a:pt x="71" y="287"/>
                      <a:pt x="71" y="287"/>
                    </a:cubicBezTo>
                    <a:cubicBezTo>
                      <a:pt x="70" y="290"/>
                      <a:pt x="70" y="292"/>
                      <a:pt x="69" y="294"/>
                    </a:cubicBezTo>
                    <a:close/>
                    <a:moveTo>
                      <a:pt x="678" y="288"/>
                    </a:moveTo>
                    <a:cubicBezTo>
                      <a:pt x="678" y="286"/>
                      <a:pt x="677" y="283"/>
                      <a:pt x="676" y="281"/>
                    </a:cubicBezTo>
                    <a:cubicBezTo>
                      <a:pt x="732" y="264"/>
                      <a:pt x="732" y="264"/>
                      <a:pt x="732" y="264"/>
                    </a:cubicBezTo>
                    <a:cubicBezTo>
                      <a:pt x="733" y="266"/>
                      <a:pt x="734" y="269"/>
                      <a:pt x="735" y="272"/>
                    </a:cubicBezTo>
                    <a:lnTo>
                      <a:pt x="678" y="288"/>
                    </a:lnTo>
                    <a:close/>
                    <a:moveTo>
                      <a:pt x="73" y="281"/>
                    </a:moveTo>
                    <a:cubicBezTo>
                      <a:pt x="17" y="264"/>
                      <a:pt x="17" y="264"/>
                      <a:pt x="17" y="264"/>
                    </a:cubicBezTo>
                    <a:cubicBezTo>
                      <a:pt x="18" y="262"/>
                      <a:pt x="18" y="259"/>
                      <a:pt x="19" y="256"/>
                    </a:cubicBezTo>
                    <a:cubicBezTo>
                      <a:pt x="75" y="274"/>
                      <a:pt x="75" y="274"/>
                      <a:pt x="75" y="274"/>
                    </a:cubicBezTo>
                    <a:cubicBezTo>
                      <a:pt x="74" y="277"/>
                      <a:pt x="73" y="279"/>
                      <a:pt x="73" y="281"/>
                    </a:cubicBezTo>
                    <a:close/>
                    <a:moveTo>
                      <a:pt x="674" y="275"/>
                    </a:moveTo>
                    <a:cubicBezTo>
                      <a:pt x="674" y="273"/>
                      <a:pt x="673" y="270"/>
                      <a:pt x="672" y="268"/>
                    </a:cubicBezTo>
                    <a:cubicBezTo>
                      <a:pt x="727" y="249"/>
                      <a:pt x="727" y="249"/>
                      <a:pt x="727" y="249"/>
                    </a:cubicBezTo>
                    <a:cubicBezTo>
                      <a:pt x="728" y="251"/>
                      <a:pt x="729" y="254"/>
                      <a:pt x="730" y="257"/>
                    </a:cubicBezTo>
                    <a:lnTo>
                      <a:pt x="674" y="275"/>
                    </a:lnTo>
                    <a:close/>
                    <a:moveTo>
                      <a:pt x="77" y="269"/>
                    </a:moveTo>
                    <a:cubicBezTo>
                      <a:pt x="22" y="249"/>
                      <a:pt x="22" y="249"/>
                      <a:pt x="22" y="249"/>
                    </a:cubicBezTo>
                    <a:cubicBezTo>
                      <a:pt x="23" y="246"/>
                      <a:pt x="24" y="244"/>
                      <a:pt x="25" y="241"/>
                    </a:cubicBezTo>
                    <a:cubicBezTo>
                      <a:pt x="79" y="262"/>
                      <a:pt x="79" y="262"/>
                      <a:pt x="79" y="262"/>
                    </a:cubicBezTo>
                    <a:cubicBezTo>
                      <a:pt x="78" y="264"/>
                      <a:pt x="78" y="266"/>
                      <a:pt x="77" y="269"/>
                    </a:cubicBezTo>
                    <a:close/>
                    <a:moveTo>
                      <a:pt x="670" y="262"/>
                    </a:moveTo>
                    <a:cubicBezTo>
                      <a:pt x="669" y="260"/>
                      <a:pt x="668" y="258"/>
                      <a:pt x="667" y="256"/>
                    </a:cubicBezTo>
                    <a:cubicBezTo>
                      <a:pt x="722" y="234"/>
                      <a:pt x="722" y="234"/>
                      <a:pt x="722" y="234"/>
                    </a:cubicBezTo>
                    <a:cubicBezTo>
                      <a:pt x="723" y="236"/>
                      <a:pt x="724" y="239"/>
                      <a:pt x="725" y="242"/>
                    </a:cubicBezTo>
                    <a:lnTo>
                      <a:pt x="670" y="262"/>
                    </a:lnTo>
                    <a:close/>
                    <a:moveTo>
                      <a:pt x="82" y="256"/>
                    </a:moveTo>
                    <a:cubicBezTo>
                      <a:pt x="27" y="234"/>
                      <a:pt x="27" y="234"/>
                      <a:pt x="27" y="234"/>
                    </a:cubicBezTo>
                    <a:cubicBezTo>
                      <a:pt x="28" y="232"/>
                      <a:pt x="29" y="229"/>
                      <a:pt x="31" y="226"/>
                    </a:cubicBezTo>
                    <a:cubicBezTo>
                      <a:pt x="84" y="249"/>
                      <a:pt x="84" y="249"/>
                      <a:pt x="84" y="249"/>
                    </a:cubicBezTo>
                    <a:cubicBezTo>
                      <a:pt x="83" y="252"/>
                      <a:pt x="82" y="254"/>
                      <a:pt x="82" y="256"/>
                    </a:cubicBezTo>
                    <a:close/>
                    <a:moveTo>
                      <a:pt x="665" y="250"/>
                    </a:moveTo>
                    <a:cubicBezTo>
                      <a:pt x="664" y="248"/>
                      <a:pt x="663" y="246"/>
                      <a:pt x="662" y="243"/>
                    </a:cubicBezTo>
                    <a:cubicBezTo>
                      <a:pt x="715" y="219"/>
                      <a:pt x="715" y="219"/>
                      <a:pt x="715" y="219"/>
                    </a:cubicBezTo>
                    <a:cubicBezTo>
                      <a:pt x="716" y="222"/>
                      <a:pt x="718" y="224"/>
                      <a:pt x="719" y="227"/>
                    </a:cubicBezTo>
                    <a:lnTo>
                      <a:pt x="665" y="250"/>
                    </a:lnTo>
                    <a:close/>
                    <a:moveTo>
                      <a:pt x="87" y="244"/>
                    </a:moveTo>
                    <a:cubicBezTo>
                      <a:pt x="34" y="220"/>
                      <a:pt x="34" y="220"/>
                      <a:pt x="34" y="220"/>
                    </a:cubicBezTo>
                    <a:cubicBezTo>
                      <a:pt x="35" y="217"/>
                      <a:pt x="36" y="214"/>
                      <a:pt x="37" y="212"/>
                    </a:cubicBezTo>
                    <a:cubicBezTo>
                      <a:pt x="90" y="237"/>
                      <a:pt x="90" y="237"/>
                      <a:pt x="90" y="237"/>
                    </a:cubicBezTo>
                    <a:cubicBezTo>
                      <a:pt x="89" y="239"/>
                      <a:pt x="88" y="242"/>
                      <a:pt x="87" y="244"/>
                    </a:cubicBezTo>
                    <a:close/>
                    <a:moveTo>
                      <a:pt x="659" y="238"/>
                    </a:moveTo>
                    <a:cubicBezTo>
                      <a:pt x="658" y="236"/>
                      <a:pt x="657" y="234"/>
                      <a:pt x="656" y="231"/>
                    </a:cubicBezTo>
                    <a:cubicBezTo>
                      <a:pt x="708" y="205"/>
                      <a:pt x="708" y="205"/>
                      <a:pt x="708" y="205"/>
                    </a:cubicBezTo>
                    <a:cubicBezTo>
                      <a:pt x="710" y="208"/>
                      <a:pt x="711" y="210"/>
                      <a:pt x="712" y="213"/>
                    </a:cubicBezTo>
                    <a:lnTo>
                      <a:pt x="659" y="238"/>
                    </a:lnTo>
                    <a:close/>
                    <a:moveTo>
                      <a:pt x="93" y="232"/>
                    </a:moveTo>
                    <a:cubicBezTo>
                      <a:pt x="40" y="205"/>
                      <a:pt x="40" y="205"/>
                      <a:pt x="40" y="205"/>
                    </a:cubicBezTo>
                    <a:cubicBezTo>
                      <a:pt x="42" y="203"/>
                      <a:pt x="43" y="200"/>
                      <a:pt x="44" y="198"/>
                    </a:cubicBezTo>
                    <a:cubicBezTo>
                      <a:pt x="96" y="225"/>
                      <a:pt x="96" y="225"/>
                      <a:pt x="96" y="225"/>
                    </a:cubicBezTo>
                    <a:cubicBezTo>
                      <a:pt x="95" y="227"/>
                      <a:pt x="94" y="229"/>
                      <a:pt x="93" y="232"/>
                    </a:cubicBezTo>
                    <a:close/>
                    <a:moveTo>
                      <a:pt x="653" y="226"/>
                    </a:moveTo>
                    <a:cubicBezTo>
                      <a:pt x="652" y="224"/>
                      <a:pt x="651" y="222"/>
                      <a:pt x="650" y="220"/>
                    </a:cubicBezTo>
                    <a:cubicBezTo>
                      <a:pt x="701" y="191"/>
                      <a:pt x="701" y="191"/>
                      <a:pt x="701" y="191"/>
                    </a:cubicBezTo>
                    <a:cubicBezTo>
                      <a:pt x="702" y="193"/>
                      <a:pt x="704" y="196"/>
                      <a:pt x="705" y="199"/>
                    </a:cubicBezTo>
                    <a:lnTo>
                      <a:pt x="653" y="226"/>
                    </a:lnTo>
                    <a:close/>
                    <a:moveTo>
                      <a:pt x="99" y="220"/>
                    </a:moveTo>
                    <a:cubicBezTo>
                      <a:pt x="48" y="191"/>
                      <a:pt x="48" y="191"/>
                      <a:pt x="48" y="191"/>
                    </a:cubicBezTo>
                    <a:cubicBezTo>
                      <a:pt x="49" y="189"/>
                      <a:pt x="51" y="186"/>
                      <a:pt x="52" y="184"/>
                    </a:cubicBezTo>
                    <a:cubicBezTo>
                      <a:pt x="103" y="213"/>
                      <a:pt x="103" y="213"/>
                      <a:pt x="103" y="213"/>
                    </a:cubicBezTo>
                    <a:cubicBezTo>
                      <a:pt x="101" y="216"/>
                      <a:pt x="100" y="218"/>
                      <a:pt x="99" y="220"/>
                    </a:cubicBezTo>
                    <a:close/>
                    <a:moveTo>
                      <a:pt x="647" y="214"/>
                    </a:moveTo>
                    <a:cubicBezTo>
                      <a:pt x="646" y="212"/>
                      <a:pt x="644" y="210"/>
                      <a:pt x="643" y="208"/>
                    </a:cubicBezTo>
                    <a:cubicBezTo>
                      <a:pt x="693" y="177"/>
                      <a:pt x="693" y="177"/>
                      <a:pt x="693" y="177"/>
                    </a:cubicBezTo>
                    <a:cubicBezTo>
                      <a:pt x="694" y="180"/>
                      <a:pt x="696" y="182"/>
                      <a:pt x="697" y="185"/>
                    </a:cubicBezTo>
                    <a:lnTo>
                      <a:pt x="647" y="214"/>
                    </a:lnTo>
                    <a:close/>
                    <a:moveTo>
                      <a:pt x="106" y="208"/>
                    </a:moveTo>
                    <a:cubicBezTo>
                      <a:pt x="56" y="178"/>
                      <a:pt x="56" y="178"/>
                      <a:pt x="56" y="178"/>
                    </a:cubicBezTo>
                    <a:cubicBezTo>
                      <a:pt x="57" y="175"/>
                      <a:pt x="59" y="173"/>
                      <a:pt x="61" y="170"/>
                    </a:cubicBezTo>
                    <a:cubicBezTo>
                      <a:pt x="110" y="202"/>
                      <a:pt x="110" y="202"/>
                      <a:pt x="110" y="202"/>
                    </a:cubicBezTo>
                    <a:cubicBezTo>
                      <a:pt x="108" y="204"/>
                      <a:pt x="107" y="206"/>
                      <a:pt x="106" y="208"/>
                    </a:cubicBezTo>
                    <a:close/>
                    <a:moveTo>
                      <a:pt x="640" y="203"/>
                    </a:moveTo>
                    <a:cubicBezTo>
                      <a:pt x="639" y="201"/>
                      <a:pt x="637" y="199"/>
                      <a:pt x="636" y="197"/>
                    </a:cubicBezTo>
                    <a:cubicBezTo>
                      <a:pt x="684" y="164"/>
                      <a:pt x="684" y="164"/>
                      <a:pt x="684" y="164"/>
                    </a:cubicBezTo>
                    <a:cubicBezTo>
                      <a:pt x="686" y="166"/>
                      <a:pt x="688" y="169"/>
                      <a:pt x="689" y="171"/>
                    </a:cubicBezTo>
                    <a:lnTo>
                      <a:pt x="640" y="203"/>
                    </a:lnTo>
                    <a:close/>
                    <a:moveTo>
                      <a:pt x="113" y="197"/>
                    </a:moveTo>
                    <a:cubicBezTo>
                      <a:pt x="65" y="164"/>
                      <a:pt x="65" y="164"/>
                      <a:pt x="65" y="164"/>
                    </a:cubicBezTo>
                    <a:cubicBezTo>
                      <a:pt x="66" y="162"/>
                      <a:pt x="68" y="159"/>
                      <a:pt x="70" y="157"/>
                    </a:cubicBezTo>
                    <a:cubicBezTo>
                      <a:pt x="117" y="191"/>
                      <a:pt x="117" y="191"/>
                      <a:pt x="117" y="191"/>
                    </a:cubicBezTo>
                    <a:cubicBezTo>
                      <a:pt x="116" y="193"/>
                      <a:pt x="114" y="195"/>
                      <a:pt x="113" y="197"/>
                    </a:cubicBezTo>
                    <a:close/>
                    <a:moveTo>
                      <a:pt x="632" y="192"/>
                    </a:moveTo>
                    <a:cubicBezTo>
                      <a:pt x="631" y="190"/>
                      <a:pt x="630" y="188"/>
                      <a:pt x="628" y="186"/>
                    </a:cubicBezTo>
                    <a:cubicBezTo>
                      <a:pt x="675" y="151"/>
                      <a:pt x="675" y="151"/>
                      <a:pt x="675" y="151"/>
                    </a:cubicBezTo>
                    <a:cubicBezTo>
                      <a:pt x="677" y="153"/>
                      <a:pt x="679" y="156"/>
                      <a:pt x="680" y="158"/>
                    </a:cubicBezTo>
                    <a:lnTo>
                      <a:pt x="632" y="192"/>
                    </a:lnTo>
                    <a:close/>
                    <a:moveTo>
                      <a:pt x="121" y="186"/>
                    </a:moveTo>
                    <a:cubicBezTo>
                      <a:pt x="74" y="151"/>
                      <a:pt x="74" y="151"/>
                      <a:pt x="74" y="151"/>
                    </a:cubicBezTo>
                    <a:cubicBezTo>
                      <a:pt x="75" y="149"/>
                      <a:pt x="77" y="147"/>
                      <a:pt x="79" y="144"/>
                    </a:cubicBezTo>
                    <a:cubicBezTo>
                      <a:pt x="125" y="180"/>
                      <a:pt x="125" y="180"/>
                      <a:pt x="125" y="180"/>
                    </a:cubicBezTo>
                    <a:cubicBezTo>
                      <a:pt x="124" y="182"/>
                      <a:pt x="122" y="184"/>
                      <a:pt x="121" y="186"/>
                    </a:cubicBezTo>
                    <a:close/>
                    <a:moveTo>
                      <a:pt x="624" y="181"/>
                    </a:moveTo>
                    <a:cubicBezTo>
                      <a:pt x="623" y="179"/>
                      <a:pt x="622" y="177"/>
                      <a:pt x="620" y="175"/>
                    </a:cubicBezTo>
                    <a:cubicBezTo>
                      <a:pt x="665" y="139"/>
                      <a:pt x="665" y="139"/>
                      <a:pt x="665" y="139"/>
                    </a:cubicBezTo>
                    <a:cubicBezTo>
                      <a:pt x="667" y="141"/>
                      <a:pt x="669" y="143"/>
                      <a:pt x="671" y="145"/>
                    </a:cubicBezTo>
                    <a:lnTo>
                      <a:pt x="624" y="181"/>
                    </a:lnTo>
                    <a:close/>
                    <a:moveTo>
                      <a:pt x="129" y="175"/>
                    </a:moveTo>
                    <a:cubicBezTo>
                      <a:pt x="83" y="139"/>
                      <a:pt x="83" y="139"/>
                      <a:pt x="83" y="139"/>
                    </a:cubicBezTo>
                    <a:cubicBezTo>
                      <a:pt x="85" y="136"/>
                      <a:pt x="87" y="134"/>
                      <a:pt x="89" y="132"/>
                    </a:cubicBezTo>
                    <a:cubicBezTo>
                      <a:pt x="134" y="170"/>
                      <a:pt x="134" y="170"/>
                      <a:pt x="134" y="170"/>
                    </a:cubicBezTo>
                    <a:cubicBezTo>
                      <a:pt x="132" y="172"/>
                      <a:pt x="130" y="174"/>
                      <a:pt x="129" y="175"/>
                    </a:cubicBezTo>
                    <a:close/>
                    <a:moveTo>
                      <a:pt x="616" y="171"/>
                    </a:moveTo>
                    <a:cubicBezTo>
                      <a:pt x="615" y="169"/>
                      <a:pt x="613" y="167"/>
                      <a:pt x="611" y="165"/>
                    </a:cubicBezTo>
                    <a:cubicBezTo>
                      <a:pt x="655" y="126"/>
                      <a:pt x="655" y="126"/>
                      <a:pt x="655" y="126"/>
                    </a:cubicBezTo>
                    <a:cubicBezTo>
                      <a:pt x="657" y="129"/>
                      <a:pt x="659" y="131"/>
                      <a:pt x="661" y="133"/>
                    </a:cubicBezTo>
                    <a:lnTo>
                      <a:pt x="616" y="171"/>
                    </a:lnTo>
                    <a:close/>
                    <a:moveTo>
                      <a:pt x="138" y="165"/>
                    </a:moveTo>
                    <a:cubicBezTo>
                      <a:pt x="94" y="127"/>
                      <a:pt x="94" y="127"/>
                      <a:pt x="94" y="127"/>
                    </a:cubicBezTo>
                    <a:cubicBezTo>
                      <a:pt x="96" y="124"/>
                      <a:pt x="98" y="122"/>
                      <a:pt x="100" y="120"/>
                    </a:cubicBezTo>
                    <a:cubicBezTo>
                      <a:pt x="142" y="160"/>
                      <a:pt x="142" y="160"/>
                      <a:pt x="142" y="160"/>
                    </a:cubicBezTo>
                    <a:cubicBezTo>
                      <a:pt x="141" y="162"/>
                      <a:pt x="139" y="163"/>
                      <a:pt x="138" y="165"/>
                    </a:cubicBezTo>
                    <a:close/>
                    <a:moveTo>
                      <a:pt x="607" y="161"/>
                    </a:moveTo>
                    <a:cubicBezTo>
                      <a:pt x="606" y="159"/>
                      <a:pt x="604" y="157"/>
                      <a:pt x="602" y="155"/>
                    </a:cubicBezTo>
                    <a:cubicBezTo>
                      <a:pt x="644" y="115"/>
                      <a:pt x="644" y="115"/>
                      <a:pt x="644" y="115"/>
                    </a:cubicBezTo>
                    <a:cubicBezTo>
                      <a:pt x="646" y="117"/>
                      <a:pt x="648" y="119"/>
                      <a:pt x="650" y="121"/>
                    </a:cubicBezTo>
                    <a:lnTo>
                      <a:pt x="607" y="161"/>
                    </a:lnTo>
                    <a:close/>
                    <a:moveTo>
                      <a:pt x="147" y="155"/>
                    </a:moveTo>
                    <a:cubicBezTo>
                      <a:pt x="104" y="115"/>
                      <a:pt x="104" y="115"/>
                      <a:pt x="104" y="115"/>
                    </a:cubicBezTo>
                    <a:cubicBezTo>
                      <a:pt x="106" y="113"/>
                      <a:pt x="108" y="111"/>
                      <a:pt x="111" y="109"/>
                    </a:cubicBezTo>
                    <a:cubicBezTo>
                      <a:pt x="152" y="150"/>
                      <a:pt x="152" y="150"/>
                      <a:pt x="152" y="150"/>
                    </a:cubicBezTo>
                    <a:cubicBezTo>
                      <a:pt x="150" y="152"/>
                      <a:pt x="148" y="154"/>
                      <a:pt x="147" y="155"/>
                    </a:cubicBezTo>
                    <a:close/>
                    <a:moveTo>
                      <a:pt x="598" y="151"/>
                    </a:moveTo>
                    <a:cubicBezTo>
                      <a:pt x="596" y="149"/>
                      <a:pt x="595" y="147"/>
                      <a:pt x="593" y="146"/>
                    </a:cubicBezTo>
                    <a:cubicBezTo>
                      <a:pt x="633" y="104"/>
                      <a:pt x="633" y="104"/>
                      <a:pt x="633" y="104"/>
                    </a:cubicBezTo>
                    <a:cubicBezTo>
                      <a:pt x="635" y="106"/>
                      <a:pt x="637" y="108"/>
                      <a:pt x="639" y="110"/>
                    </a:cubicBezTo>
                    <a:lnTo>
                      <a:pt x="598" y="151"/>
                    </a:lnTo>
                    <a:close/>
                    <a:moveTo>
                      <a:pt x="156" y="146"/>
                    </a:moveTo>
                    <a:cubicBezTo>
                      <a:pt x="116" y="104"/>
                      <a:pt x="116" y="104"/>
                      <a:pt x="116" y="104"/>
                    </a:cubicBezTo>
                    <a:cubicBezTo>
                      <a:pt x="118" y="102"/>
                      <a:pt x="120" y="100"/>
                      <a:pt x="122" y="98"/>
                    </a:cubicBezTo>
                    <a:cubicBezTo>
                      <a:pt x="161" y="141"/>
                      <a:pt x="161" y="141"/>
                      <a:pt x="161" y="141"/>
                    </a:cubicBezTo>
                    <a:cubicBezTo>
                      <a:pt x="160" y="142"/>
                      <a:pt x="158" y="144"/>
                      <a:pt x="156" y="146"/>
                    </a:cubicBezTo>
                    <a:close/>
                    <a:moveTo>
                      <a:pt x="588" y="142"/>
                    </a:moveTo>
                    <a:cubicBezTo>
                      <a:pt x="587" y="140"/>
                      <a:pt x="585" y="138"/>
                      <a:pt x="583" y="137"/>
                    </a:cubicBezTo>
                    <a:cubicBezTo>
                      <a:pt x="622" y="93"/>
                      <a:pt x="622" y="93"/>
                      <a:pt x="622" y="93"/>
                    </a:cubicBezTo>
                    <a:cubicBezTo>
                      <a:pt x="624" y="95"/>
                      <a:pt x="626" y="97"/>
                      <a:pt x="628" y="99"/>
                    </a:cubicBezTo>
                    <a:lnTo>
                      <a:pt x="588" y="142"/>
                    </a:lnTo>
                    <a:close/>
                    <a:moveTo>
                      <a:pt x="166" y="137"/>
                    </a:moveTo>
                    <a:cubicBezTo>
                      <a:pt x="127" y="93"/>
                      <a:pt x="127" y="93"/>
                      <a:pt x="127" y="93"/>
                    </a:cubicBezTo>
                    <a:cubicBezTo>
                      <a:pt x="130" y="91"/>
                      <a:pt x="132" y="89"/>
                      <a:pt x="134" y="87"/>
                    </a:cubicBezTo>
                    <a:cubicBezTo>
                      <a:pt x="172" y="132"/>
                      <a:pt x="172" y="132"/>
                      <a:pt x="172" y="132"/>
                    </a:cubicBezTo>
                    <a:cubicBezTo>
                      <a:pt x="170" y="134"/>
                      <a:pt x="168" y="135"/>
                      <a:pt x="166" y="137"/>
                    </a:cubicBezTo>
                    <a:close/>
                    <a:moveTo>
                      <a:pt x="578" y="133"/>
                    </a:moveTo>
                    <a:cubicBezTo>
                      <a:pt x="576" y="131"/>
                      <a:pt x="575" y="130"/>
                      <a:pt x="573" y="128"/>
                    </a:cubicBezTo>
                    <a:cubicBezTo>
                      <a:pt x="609" y="83"/>
                      <a:pt x="609" y="83"/>
                      <a:pt x="609" y="83"/>
                    </a:cubicBezTo>
                    <a:cubicBezTo>
                      <a:pt x="612" y="84"/>
                      <a:pt x="614" y="86"/>
                      <a:pt x="616" y="88"/>
                    </a:cubicBezTo>
                    <a:lnTo>
                      <a:pt x="578" y="133"/>
                    </a:lnTo>
                    <a:close/>
                    <a:moveTo>
                      <a:pt x="176" y="128"/>
                    </a:moveTo>
                    <a:cubicBezTo>
                      <a:pt x="139" y="83"/>
                      <a:pt x="139" y="83"/>
                      <a:pt x="139" y="83"/>
                    </a:cubicBezTo>
                    <a:cubicBezTo>
                      <a:pt x="142" y="81"/>
                      <a:pt x="144" y="79"/>
                      <a:pt x="146" y="77"/>
                    </a:cubicBezTo>
                    <a:cubicBezTo>
                      <a:pt x="182" y="124"/>
                      <a:pt x="182" y="124"/>
                      <a:pt x="182" y="124"/>
                    </a:cubicBezTo>
                    <a:cubicBezTo>
                      <a:pt x="180" y="125"/>
                      <a:pt x="178" y="127"/>
                      <a:pt x="176" y="128"/>
                    </a:cubicBezTo>
                    <a:close/>
                    <a:moveTo>
                      <a:pt x="568" y="124"/>
                    </a:moveTo>
                    <a:cubicBezTo>
                      <a:pt x="566" y="123"/>
                      <a:pt x="564" y="121"/>
                      <a:pt x="562" y="120"/>
                    </a:cubicBezTo>
                    <a:cubicBezTo>
                      <a:pt x="597" y="73"/>
                      <a:pt x="597" y="73"/>
                      <a:pt x="597" y="73"/>
                    </a:cubicBezTo>
                    <a:cubicBezTo>
                      <a:pt x="599" y="75"/>
                      <a:pt x="601" y="76"/>
                      <a:pt x="604" y="78"/>
                    </a:cubicBezTo>
                    <a:lnTo>
                      <a:pt x="568" y="124"/>
                    </a:lnTo>
                    <a:close/>
                    <a:moveTo>
                      <a:pt x="187" y="120"/>
                    </a:moveTo>
                    <a:cubicBezTo>
                      <a:pt x="152" y="73"/>
                      <a:pt x="152" y="73"/>
                      <a:pt x="152" y="73"/>
                    </a:cubicBezTo>
                    <a:cubicBezTo>
                      <a:pt x="154" y="71"/>
                      <a:pt x="157" y="70"/>
                      <a:pt x="159" y="68"/>
                    </a:cubicBezTo>
                    <a:cubicBezTo>
                      <a:pt x="193" y="116"/>
                      <a:pt x="193" y="116"/>
                      <a:pt x="193" y="116"/>
                    </a:cubicBezTo>
                    <a:cubicBezTo>
                      <a:pt x="191" y="117"/>
                      <a:pt x="189" y="118"/>
                      <a:pt x="187" y="120"/>
                    </a:cubicBezTo>
                    <a:close/>
                    <a:moveTo>
                      <a:pt x="557" y="116"/>
                    </a:moveTo>
                    <a:cubicBezTo>
                      <a:pt x="555" y="115"/>
                      <a:pt x="553" y="113"/>
                      <a:pt x="551" y="112"/>
                    </a:cubicBezTo>
                    <a:cubicBezTo>
                      <a:pt x="584" y="64"/>
                      <a:pt x="584" y="64"/>
                      <a:pt x="584" y="64"/>
                    </a:cubicBezTo>
                    <a:cubicBezTo>
                      <a:pt x="586" y="65"/>
                      <a:pt x="589" y="67"/>
                      <a:pt x="591" y="69"/>
                    </a:cubicBezTo>
                    <a:lnTo>
                      <a:pt x="557" y="116"/>
                    </a:lnTo>
                    <a:close/>
                    <a:moveTo>
                      <a:pt x="198" y="112"/>
                    </a:moveTo>
                    <a:cubicBezTo>
                      <a:pt x="165" y="64"/>
                      <a:pt x="165" y="64"/>
                      <a:pt x="165" y="64"/>
                    </a:cubicBezTo>
                    <a:cubicBezTo>
                      <a:pt x="167" y="62"/>
                      <a:pt x="170" y="61"/>
                      <a:pt x="172" y="59"/>
                    </a:cubicBezTo>
                    <a:cubicBezTo>
                      <a:pt x="204" y="108"/>
                      <a:pt x="204" y="108"/>
                      <a:pt x="204" y="108"/>
                    </a:cubicBezTo>
                    <a:cubicBezTo>
                      <a:pt x="202" y="109"/>
                      <a:pt x="200" y="111"/>
                      <a:pt x="198" y="112"/>
                    </a:cubicBezTo>
                    <a:close/>
                    <a:moveTo>
                      <a:pt x="546" y="109"/>
                    </a:moveTo>
                    <a:cubicBezTo>
                      <a:pt x="544" y="107"/>
                      <a:pt x="542" y="106"/>
                      <a:pt x="540" y="105"/>
                    </a:cubicBezTo>
                    <a:cubicBezTo>
                      <a:pt x="571" y="55"/>
                      <a:pt x="571" y="55"/>
                      <a:pt x="571" y="55"/>
                    </a:cubicBezTo>
                    <a:cubicBezTo>
                      <a:pt x="573" y="57"/>
                      <a:pt x="575" y="58"/>
                      <a:pt x="578" y="60"/>
                    </a:cubicBezTo>
                    <a:lnTo>
                      <a:pt x="546" y="109"/>
                    </a:lnTo>
                    <a:close/>
                    <a:moveTo>
                      <a:pt x="209" y="105"/>
                    </a:moveTo>
                    <a:cubicBezTo>
                      <a:pt x="178" y="55"/>
                      <a:pt x="178" y="55"/>
                      <a:pt x="178" y="55"/>
                    </a:cubicBezTo>
                    <a:cubicBezTo>
                      <a:pt x="181" y="54"/>
                      <a:pt x="183" y="52"/>
                      <a:pt x="186" y="51"/>
                    </a:cubicBezTo>
                    <a:cubicBezTo>
                      <a:pt x="215" y="101"/>
                      <a:pt x="215" y="101"/>
                      <a:pt x="215" y="101"/>
                    </a:cubicBezTo>
                    <a:cubicBezTo>
                      <a:pt x="213" y="102"/>
                      <a:pt x="211" y="104"/>
                      <a:pt x="209" y="105"/>
                    </a:cubicBezTo>
                    <a:close/>
                    <a:moveTo>
                      <a:pt x="535" y="102"/>
                    </a:moveTo>
                    <a:cubicBezTo>
                      <a:pt x="533" y="100"/>
                      <a:pt x="530" y="99"/>
                      <a:pt x="528" y="98"/>
                    </a:cubicBezTo>
                    <a:cubicBezTo>
                      <a:pt x="557" y="47"/>
                      <a:pt x="557" y="47"/>
                      <a:pt x="557" y="47"/>
                    </a:cubicBezTo>
                    <a:cubicBezTo>
                      <a:pt x="559" y="48"/>
                      <a:pt x="562" y="50"/>
                      <a:pt x="564" y="51"/>
                    </a:cubicBezTo>
                    <a:lnTo>
                      <a:pt x="535" y="102"/>
                    </a:lnTo>
                    <a:close/>
                    <a:moveTo>
                      <a:pt x="220" y="98"/>
                    </a:moveTo>
                    <a:cubicBezTo>
                      <a:pt x="192" y="47"/>
                      <a:pt x="192" y="47"/>
                      <a:pt x="192" y="47"/>
                    </a:cubicBezTo>
                    <a:cubicBezTo>
                      <a:pt x="194" y="46"/>
                      <a:pt x="197" y="44"/>
                      <a:pt x="199" y="43"/>
                    </a:cubicBezTo>
                    <a:cubicBezTo>
                      <a:pt x="227" y="95"/>
                      <a:pt x="227" y="95"/>
                      <a:pt x="227" y="95"/>
                    </a:cubicBezTo>
                    <a:cubicBezTo>
                      <a:pt x="225" y="96"/>
                      <a:pt x="223" y="97"/>
                      <a:pt x="220" y="98"/>
                    </a:cubicBezTo>
                    <a:close/>
                    <a:moveTo>
                      <a:pt x="523" y="95"/>
                    </a:moveTo>
                    <a:cubicBezTo>
                      <a:pt x="521" y="94"/>
                      <a:pt x="519" y="93"/>
                      <a:pt x="516" y="92"/>
                    </a:cubicBezTo>
                    <a:cubicBezTo>
                      <a:pt x="543" y="40"/>
                      <a:pt x="543" y="40"/>
                      <a:pt x="543" y="40"/>
                    </a:cubicBezTo>
                    <a:cubicBezTo>
                      <a:pt x="545" y="41"/>
                      <a:pt x="548" y="42"/>
                      <a:pt x="550" y="44"/>
                    </a:cubicBezTo>
                    <a:lnTo>
                      <a:pt x="523" y="95"/>
                    </a:lnTo>
                    <a:close/>
                    <a:moveTo>
                      <a:pt x="232" y="92"/>
                    </a:moveTo>
                    <a:cubicBezTo>
                      <a:pt x="206" y="40"/>
                      <a:pt x="206" y="40"/>
                      <a:pt x="206" y="40"/>
                    </a:cubicBezTo>
                    <a:cubicBezTo>
                      <a:pt x="208" y="38"/>
                      <a:pt x="211" y="37"/>
                      <a:pt x="214" y="36"/>
                    </a:cubicBezTo>
                    <a:cubicBezTo>
                      <a:pt x="239" y="89"/>
                      <a:pt x="239" y="89"/>
                      <a:pt x="239" y="89"/>
                    </a:cubicBezTo>
                    <a:cubicBezTo>
                      <a:pt x="237" y="90"/>
                      <a:pt x="234" y="91"/>
                      <a:pt x="232" y="92"/>
                    </a:cubicBezTo>
                    <a:close/>
                    <a:moveTo>
                      <a:pt x="511" y="89"/>
                    </a:moveTo>
                    <a:cubicBezTo>
                      <a:pt x="509" y="88"/>
                      <a:pt x="507" y="87"/>
                      <a:pt x="504" y="86"/>
                    </a:cubicBezTo>
                    <a:cubicBezTo>
                      <a:pt x="528" y="33"/>
                      <a:pt x="528" y="33"/>
                      <a:pt x="528" y="33"/>
                    </a:cubicBezTo>
                    <a:cubicBezTo>
                      <a:pt x="531" y="34"/>
                      <a:pt x="534" y="35"/>
                      <a:pt x="536" y="36"/>
                    </a:cubicBezTo>
                    <a:lnTo>
                      <a:pt x="511" y="89"/>
                    </a:lnTo>
                    <a:close/>
                    <a:moveTo>
                      <a:pt x="244" y="86"/>
                    </a:moveTo>
                    <a:cubicBezTo>
                      <a:pt x="220" y="33"/>
                      <a:pt x="220" y="33"/>
                      <a:pt x="220" y="33"/>
                    </a:cubicBezTo>
                    <a:cubicBezTo>
                      <a:pt x="223" y="32"/>
                      <a:pt x="225" y="31"/>
                      <a:pt x="228" y="29"/>
                    </a:cubicBezTo>
                    <a:cubicBezTo>
                      <a:pt x="251" y="83"/>
                      <a:pt x="251" y="83"/>
                      <a:pt x="251" y="83"/>
                    </a:cubicBezTo>
                    <a:cubicBezTo>
                      <a:pt x="249" y="84"/>
                      <a:pt x="247" y="85"/>
                      <a:pt x="244" y="86"/>
                    </a:cubicBezTo>
                    <a:close/>
                    <a:moveTo>
                      <a:pt x="499" y="83"/>
                    </a:moveTo>
                    <a:cubicBezTo>
                      <a:pt x="496" y="83"/>
                      <a:pt x="494" y="82"/>
                      <a:pt x="492" y="81"/>
                    </a:cubicBezTo>
                    <a:cubicBezTo>
                      <a:pt x="514" y="26"/>
                      <a:pt x="514" y="26"/>
                      <a:pt x="514" y="26"/>
                    </a:cubicBezTo>
                    <a:cubicBezTo>
                      <a:pt x="516" y="27"/>
                      <a:pt x="519" y="29"/>
                      <a:pt x="522" y="30"/>
                    </a:cubicBezTo>
                    <a:lnTo>
                      <a:pt x="499" y="83"/>
                    </a:lnTo>
                    <a:close/>
                    <a:moveTo>
                      <a:pt x="257" y="81"/>
                    </a:moveTo>
                    <a:cubicBezTo>
                      <a:pt x="235" y="27"/>
                      <a:pt x="235" y="27"/>
                      <a:pt x="235" y="27"/>
                    </a:cubicBezTo>
                    <a:cubicBezTo>
                      <a:pt x="237" y="26"/>
                      <a:pt x="240" y="24"/>
                      <a:pt x="243" y="23"/>
                    </a:cubicBezTo>
                    <a:cubicBezTo>
                      <a:pt x="263" y="78"/>
                      <a:pt x="263" y="78"/>
                      <a:pt x="263" y="78"/>
                    </a:cubicBezTo>
                    <a:cubicBezTo>
                      <a:pt x="261" y="79"/>
                      <a:pt x="259" y="80"/>
                      <a:pt x="257" y="81"/>
                    </a:cubicBezTo>
                    <a:close/>
                    <a:moveTo>
                      <a:pt x="486" y="78"/>
                    </a:moveTo>
                    <a:cubicBezTo>
                      <a:pt x="484" y="78"/>
                      <a:pt x="482" y="77"/>
                      <a:pt x="479" y="76"/>
                    </a:cubicBezTo>
                    <a:cubicBezTo>
                      <a:pt x="499" y="21"/>
                      <a:pt x="499" y="21"/>
                      <a:pt x="499" y="21"/>
                    </a:cubicBezTo>
                    <a:cubicBezTo>
                      <a:pt x="502" y="22"/>
                      <a:pt x="504" y="23"/>
                      <a:pt x="507" y="24"/>
                    </a:cubicBezTo>
                    <a:lnTo>
                      <a:pt x="486" y="78"/>
                    </a:lnTo>
                    <a:close/>
                    <a:moveTo>
                      <a:pt x="269" y="76"/>
                    </a:moveTo>
                    <a:cubicBezTo>
                      <a:pt x="250" y="21"/>
                      <a:pt x="250" y="21"/>
                      <a:pt x="250" y="21"/>
                    </a:cubicBezTo>
                    <a:cubicBezTo>
                      <a:pt x="252" y="20"/>
                      <a:pt x="255" y="19"/>
                      <a:pt x="258" y="18"/>
                    </a:cubicBezTo>
                    <a:cubicBezTo>
                      <a:pt x="276" y="74"/>
                      <a:pt x="276" y="74"/>
                      <a:pt x="276" y="74"/>
                    </a:cubicBezTo>
                    <a:cubicBezTo>
                      <a:pt x="274" y="75"/>
                      <a:pt x="271" y="75"/>
                      <a:pt x="269" y="76"/>
                    </a:cubicBezTo>
                    <a:close/>
                    <a:moveTo>
                      <a:pt x="474" y="74"/>
                    </a:moveTo>
                    <a:cubicBezTo>
                      <a:pt x="471" y="73"/>
                      <a:pt x="469" y="72"/>
                      <a:pt x="467" y="72"/>
                    </a:cubicBezTo>
                    <a:cubicBezTo>
                      <a:pt x="484" y="16"/>
                      <a:pt x="484" y="16"/>
                      <a:pt x="484" y="16"/>
                    </a:cubicBezTo>
                    <a:cubicBezTo>
                      <a:pt x="486" y="17"/>
                      <a:pt x="489" y="18"/>
                      <a:pt x="492" y="18"/>
                    </a:cubicBezTo>
                    <a:lnTo>
                      <a:pt x="474" y="74"/>
                    </a:lnTo>
                    <a:close/>
                    <a:moveTo>
                      <a:pt x="282" y="72"/>
                    </a:moveTo>
                    <a:cubicBezTo>
                      <a:pt x="265" y="16"/>
                      <a:pt x="265" y="16"/>
                      <a:pt x="265" y="16"/>
                    </a:cubicBezTo>
                    <a:cubicBezTo>
                      <a:pt x="267" y="15"/>
                      <a:pt x="270" y="14"/>
                      <a:pt x="273" y="14"/>
                    </a:cubicBezTo>
                    <a:cubicBezTo>
                      <a:pt x="289" y="70"/>
                      <a:pt x="289" y="70"/>
                      <a:pt x="289" y="70"/>
                    </a:cubicBezTo>
                    <a:cubicBezTo>
                      <a:pt x="286" y="71"/>
                      <a:pt x="284" y="71"/>
                      <a:pt x="282" y="72"/>
                    </a:cubicBezTo>
                    <a:close/>
                    <a:moveTo>
                      <a:pt x="461" y="70"/>
                    </a:moveTo>
                    <a:cubicBezTo>
                      <a:pt x="458" y="69"/>
                      <a:pt x="456" y="69"/>
                      <a:pt x="454" y="68"/>
                    </a:cubicBezTo>
                    <a:cubicBezTo>
                      <a:pt x="468" y="12"/>
                      <a:pt x="468" y="12"/>
                      <a:pt x="468" y="12"/>
                    </a:cubicBezTo>
                    <a:cubicBezTo>
                      <a:pt x="471" y="12"/>
                      <a:pt x="474" y="13"/>
                      <a:pt x="477" y="14"/>
                    </a:cubicBezTo>
                    <a:lnTo>
                      <a:pt x="461" y="70"/>
                    </a:lnTo>
                    <a:close/>
                    <a:moveTo>
                      <a:pt x="295" y="68"/>
                    </a:moveTo>
                    <a:cubicBezTo>
                      <a:pt x="280" y="12"/>
                      <a:pt x="280" y="12"/>
                      <a:pt x="280" y="12"/>
                    </a:cubicBezTo>
                    <a:cubicBezTo>
                      <a:pt x="283" y="11"/>
                      <a:pt x="286" y="10"/>
                      <a:pt x="288" y="10"/>
                    </a:cubicBezTo>
                    <a:cubicBezTo>
                      <a:pt x="302" y="67"/>
                      <a:pt x="302" y="67"/>
                      <a:pt x="302" y="67"/>
                    </a:cubicBezTo>
                    <a:cubicBezTo>
                      <a:pt x="299" y="67"/>
                      <a:pt x="297" y="68"/>
                      <a:pt x="295" y="68"/>
                    </a:cubicBezTo>
                    <a:close/>
                    <a:moveTo>
                      <a:pt x="448" y="67"/>
                    </a:moveTo>
                    <a:cubicBezTo>
                      <a:pt x="445" y="66"/>
                      <a:pt x="443" y="66"/>
                      <a:pt x="441" y="65"/>
                    </a:cubicBezTo>
                    <a:cubicBezTo>
                      <a:pt x="453" y="8"/>
                      <a:pt x="453" y="8"/>
                      <a:pt x="453" y="8"/>
                    </a:cubicBezTo>
                    <a:cubicBezTo>
                      <a:pt x="456" y="8"/>
                      <a:pt x="459" y="9"/>
                      <a:pt x="461" y="10"/>
                    </a:cubicBezTo>
                    <a:lnTo>
                      <a:pt x="448" y="67"/>
                    </a:lnTo>
                    <a:close/>
                    <a:moveTo>
                      <a:pt x="308" y="65"/>
                    </a:moveTo>
                    <a:cubicBezTo>
                      <a:pt x="295" y="8"/>
                      <a:pt x="295" y="8"/>
                      <a:pt x="295" y="8"/>
                    </a:cubicBezTo>
                    <a:cubicBezTo>
                      <a:pt x="298" y="7"/>
                      <a:pt x="301" y="7"/>
                      <a:pt x="304" y="6"/>
                    </a:cubicBezTo>
                    <a:cubicBezTo>
                      <a:pt x="315" y="64"/>
                      <a:pt x="315" y="64"/>
                      <a:pt x="315" y="64"/>
                    </a:cubicBezTo>
                    <a:cubicBezTo>
                      <a:pt x="312" y="64"/>
                      <a:pt x="310" y="65"/>
                      <a:pt x="308" y="65"/>
                    </a:cubicBezTo>
                    <a:close/>
                    <a:moveTo>
                      <a:pt x="435" y="64"/>
                    </a:moveTo>
                    <a:cubicBezTo>
                      <a:pt x="432" y="63"/>
                      <a:pt x="430" y="63"/>
                      <a:pt x="428" y="63"/>
                    </a:cubicBezTo>
                    <a:cubicBezTo>
                      <a:pt x="437" y="5"/>
                      <a:pt x="437" y="5"/>
                      <a:pt x="437" y="5"/>
                    </a:cubicBezTo>
                    <a:cubicBezTo>
                      <a:pt x="440" y="5"/>
                      <a:pt x="443" y="6"/>
                      <a:pt x="446" y="6"/>
                    </a:cubicBezTo>
                    <a:lnTo>
                      <a:pt x="435" y="64"/>
                    </a:lnTo>
                    <a:close/>
                    <a:moveTo>
                      <a:pt x="321" y="63"/>
                    </a:moveTo>
                    <a:cubicBezTo>
                      <a:pt x="311" y="5"/>
                      <a:pt x="311" y="5"/>
                      <a:pt x="311" y="5"/>
                    </a:cubicBezTo>
                    <a:cubicBezTo>
                      <a:pt x="314" y="5"/>
                      <a:pt x="317" y="4"/>
                      <a:pt x="320" y="4"/>
                    </a:cubicBezTo>
                    <a:cubicBezTo>
                      <a:pt x="328" y="61"/>
                      <a:pt x="328" y="61"/>
                      <a:pt x="328" y="61"/>
                    </a:cubicBezTo>
                    <a:cubicBezTo>
                      <a:pt x="326" y="62"/>
                      <a:pt x="323" y="62"/>
                      <a:pt x="321" y="63"/>
                    </a:cubicBezTo>
                    <a:close/>
                    <a:moveTo>
                      <a:pt x="422" y="62"/>
                    </a:moveTo>
                    <a:cubicBezTo>
                      <a:pt x="419" y="61"/>
                      <a:pt x="417" y="61"/>
                      <a:pt x="414" y="61"/>
                    </a:cubicBezTo>
                    <a:cubicBezTo>
                      <a:pt x="422" y="3"/>
                      <a:pt x="422" y="3"/>
                      <a:pt x="422" y="3"/>
                    </a:cubicBezTo>
                    <a:cubicBezTo>
                      <a:pt x="424" y="3"/>
                      <a:pt x="427" y="3"/>
                      <a:pt x="430" y="4"/>
                    </a:cubicBezTo>
                    <a:lnTo>
                      <a:pt x="422" y="62"/>
                    </a:lnTo>
                    <a:close/>
                    <a:moveTo>
                      <a:pt x="334" y="61"/>
                    </a:moveTo>
                    <a:cubicBezTo>
                      <a:pt x="327" y="3"/>
                      <a:pt x="327" y="3"/>
                      <a:pt x="327" y="3"/>
                    </a:cubicBezTo>
                    <a:cubicBezTo>
                      <a:pt x="330" y="2"/>
                      <a:pt x="332" y="2"/>
                      <a:pt x="335" y="2"/>
                    </a:cubicBezTo>
                    <a:cubicBezTo>
                      <a:pt x="341" y="60"/>
                      <a:pt x="341" y="60"/>
                      <a:pt x="341" y="60"/>
                    </a:cubicBezTo>
                    <a:cubicBezTo>
                      <a:pt x="339" y="60"/>
                      <a:pt x="337" y="60"/>
                      <a:pt x="334" y="61"/>
                    </a:cubicBezTo>
                    <a:close/>
                    <a:moveTo>
                      <a:pt x="408" y="60"/>
                    </a:moveTo>
                    <a:cubicBezTo>
                      <a:pt x="406" y="60"/>
                      <a:pt x="403" y="59"/>
                      <a:pt x="401" y="59"/>
                    </a:cubicBezTo>
                    <a:cubicBezTo>
                      <a:pt x="406" y="1"/>
                      <a:pt x="406" y="1"/>
                      <a:pt x="406" y="1"/>
                    </a:cubicBezTo>
                    <a:cubicBezTo>
                      <a:pt x="409" y="1"/>
                      <a:pt x="412" y="1"/>
                      <a:pt x="414" y="2"/>
                    </a:cubicBezTo>
                    <a:lnTo>
                      <a:pt x="408" y="60"/>
                    </a:lnTo>
                    <a:close/>
                    <a:moveTo>
                      <a:pt x="347" y="59"/>
                    </a:moveTo>
                    <a:cubicBezTo>
                      <a:pt x="342" y="1"/>
                      <a:pt x="342" y="1"/>
                      <a:pt x="342" y="1"/>
                    </a:cubicBezTo>
                    <a:cubicBezTo>
                      <a:pt x="345" y="1"/>
                      <a:pt x="348" y="1"/>
                      <a:pt x="351" y="0"/>
                    </a:cubicBezTo>
                    <a:cubicBezTo>
                      <a:pt x="355" y="59"/>
                      <a:pt x="355" y="59"/>
                      <a:pt x="355" y="59"/>
                    </a:cubicBezTo>
                    <a:cubicBezTo>
                      <a:pt x="352" y="59"/>
                      <a:pt x="350" y="59"/>
                      <a:pt x="347" y="59"/>
                    </a:cubicBezTo>
                    <a:close/>
                    <a:moveTo>
                      <a:pt x="395" y="59"/>
                    </a:moveTo>
                    <a:cubicBezTo>
                      <a:pt x="392" y="59"/>
                      <a:pt x="390" y="58"/>
                      <a:pt x="388" y="58"/>
                    </a:cubicBezTo>
                    <a:cubicBezTo>
                      <a:pt x="390" y="0"/>
                      <a:pt x="390" y="0"/>
                      <a:pt x="390" y="0"/>
                    </a:cubicBezTo>
                    <a:cubicBezTo>
                      <a:pt x="393" y="0"/>
                      <a:pt x="396" y="0"/>
                      <a:pt x="399" y="0"/>
                    </a:cubicBezTo>
                    <a:lnTo>
                      <a:pt x="395" y="59"/>
                    </a:lnTo>
                    <a:close/>
                    <a:moveTo>
                      <a:pt x="361" y="58"/>
                    </a:moveTo>
                    <a:cubicBezTo>
                      <a:pt x="358" y="0"/>
                      <a:pt x="358" y="0"/>
                      <a:pt x="358" y="0"/>
                    </a:cubicBezTo>
                    <a:cubicBezTo>
                      <a:pt x="361" y="0"/>
                      <a:pt x="364" y="0"/>
                      <a:pt x="367" y="0"/>
                    </a:cubicBezTo>
                    <a:cubicBezTo>
                      <a:pt x="368" y="58"/>
                      <a:pt x="368" y="58"/>
                      <a:pt x="368" y="58"/>
                    </a:cubicBezTo>
                    <a:cubicBezTo>
                      <a:pt x="366" y="58"/>
                      <a:pt x="363" y="58"/>
                      <a:pt x="361" y="58"/>
                    </a:cubicBezTo>
                    <a:close/>
                    <a:moveTo>
                      <a:pt x="382" y="58"/>
                    </a:moveTo>
                    <a:cubicBezTo>
                      <a:pt x="379" y="58"/>
                      <a:pt x="377" y="58"/>
                      <a:pt x="375" y="58"/>
                    </a:cubicBezTo>
                    <a:cubicBezTo>
                      <a:pt x="374" y="58"/>
                      <a:pt x="374" y="58"/>
                      <a:pt x="374" y="58"/>
                    </a:cubicBezTo>
                    <a:cubicBezTo>
                      <a:pt x="374" y="23"/>
                      <a:pt x="374" y="23"/>
                      <a:pt x="374" y="23"/>
                    </a:cubicBezTo>
                    <a:cubicBezTo>
                      <a:pt x="374" y="0"/>
                      <a:pt x="374" y="0"/>
                      <a:pt x="374" y="0"/>
                    </a:cubicBezTo>
                    <a:cubicBezTo>
                      <a:pt x="375" y="0"/>
                      <a:pt x="375" y="0"/>
                      <a:pt x="375" y="0"/>
                    </a:cubicBezTo>
                    <a:cubicBezTo>
                      <a:pt x="377" y="0"/>
                      <a:pt x="380" y="0"/>
                      <a:pt x="383" y="0"/>
                    </a:cubicBezTo>
                    <a:lnTo>
                      <a:pt x="382" y="58"/>
                    </a:lnTo>
                    <a:close/>
                    <a:moveTo>
                      <a:pt x="374" y="23"/>
                    </a:moveTo>
                    <a:cubicBezTo>
                      <a:pt x="374" y="29"/>
                      <a:pt x="374" y="29"/>
                      <a:pt x="374" y="29"/>
                    </a:cubicBezTo>
                    <a:cubicBezTo>
                      <a:pt x="374" y="24"/>
                      <a:pt x="374" y="24"/>
                      <a:pt x="374" y="24"/>
                    </a:cubicBezTo>
                    <a:lnTo>
                      <a:pt x="374" y="2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5734050" y="4329113"/>
                <a:ext cx="985838" cy="987424"/>
              </a:xfrm>
              <a:custGeom>
                <a:avLst/>
                <a:gdLst/>
                <a:ahLst/>
                <a:cxnLst/>
                <a:rect l="l" t="t" r="r" b="b"/>
                <a:pathLst>
                  <a:path w="585" h="585" extrusionOk="0">
                    <a:moveTo>
                      <a:pt x="293" y="585"/>
                    </a:moveTo>
                    <a:cubicBezTo>
                      <a:pt x="131" y="585"/>
                      <a:pt x="0" y="454"/>
                      <a:pt x="0" y="293"/>
                    </a:cubicBezTo>
                    <a:cubicBezTo>
                      <a:pt x="0" y="131"/>
                      <a:pt x="131" y="0"/>
                      <a:pt x="293" y="0"/>
                    </a:cubicBezTo>
                    <a:cubicBezTo>
                      <a:pt x="454" y="0"/>
                      <a:pt x="585" y="131"/>
                      <a:pt x="585" y="293"/>
                    </a:cubicBezTo>
                    <a:cubicBezTo>
                      <a:pt x="585" y="454"/>
                      <a:pt x="454" y="585"/>
                      <a:pt x="293" y="585"/>
                    </a:cubicBezTo>
                    <a:close/>
                    <a:moveTo>
                      <a:pt x="293" y="5"/>
                    </a:moveTo>
                    <a:cubicBezTo>
                      <a:pt x="134" y="5"/>
                      <a:pt x="5" y="134"/>
                      <a:pt x="5" y="293"/>
                    </a:cubicBezTo>
                    <a:cubicBezTo>
                      <a:pt x="5" y="451"/>
                      <a:pt x="134" y="580"/>
                      <a:pt x="293" y="580"/>
                    </a:cubicBezTo>
                    <a:cubicBezTo>
                      <a:pt x="451" y="580"/>
                      <a:pt x="580" y="451"/>
                      <a:pt x="580" y="293"/>
                    </a:cubicBezTo>
                    <a:cubicBezTo>
                      <a:pt x="580" y="134"/>
                      <a:pt x="451" y="5"/>
                      <a:pt x="293" y="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1" name="Google Shape;1111;p24"/>
              <p:cNvSpPr/>
              <p:nvPr/>
            </p:nvSpPr>
            <p:spPr>
              <a:xfrm>
                <a:off x="5738813" y="4333875"/>
                <a:ext cx="974725" cy="976313"/>
              </a:xfrm>
              <a:custGeom>
                <a:avLst/>
                <a:gdLst/>
                <a:ahLst/>
                <a:cxnLst/>
                <a:rect l="l" t="t" r="r" b="b"/>
                <a:pathLst>
                  <a:path w="578" h="579" extrusionOk="0">
                    <a:moveTo>
                      <a:pt x="290" y="0"/>
                    </a:moveTo>
                    <a:cubicBezTo>
                      <a:pt x="289" y="0"/>
                      <a:pt x="289" y="0"/>
                      <a:pt x="289" y="0"/>
                    </a:cubicBezTo>
                    <a:cubicBezTo>
                      <a:pt x="289" y="0"/>
                      <a:pt x="289" y="0"/>
                      <a:pt x="289" y="0"/>
                    </a:cubicBezTo>
                    <a:cubicBezTo>
                      <a:pt x="289" y="0"/>
                      <a:pt x="289" y="0"/>
                      <a:pt x="289" y="0"/>
                    </a:cubicBezTo>
                    <a:cubicBezTo>
                      <a:pt x="289" y="0"/>
                      <a:pt x="289" y="0"/>
                      <a:pt x="289" y="0"/>
                    </a:cubicBezTo>
                    <a:cubicBezTo>
                      <a:pt x="289" y="0"/>
                      <a:pt x="289" y="0"/>
                      <a:pt x="289" y="0"/>
                    </a:cubicBezTo>
                    <a:cubicBezTo>
                      <a:pt x="288" y="0"/>
                      <a:pt x="287" y="0"/>
                      <a:pt x="287" y="0"/>
                    </a:cubicBezTo>
                    <a:cubicBezTo>
                      <a:pt x="287" y="49"/>
                      <a:pt x="287" y="49"/>
                      <a:pt x="287" y="49"/>
                    </a:cubicBezTo>
                    <a:cubicBezTo>
                      <a:pt x="288" y="49"/>
                      <a:pt x="289" y="49"/>
                      <a:pt x="290" y="49"/>
                    </a:cubicBezTo>
                    <a:lnTo>
                      <a:pt x="290" y="0"/>
                    </a:lnTo>
                    <a:close/>
                    <a:moveTo>
                      <a:pt x="234" y="5"/>
                    </a:moveTo>
                    <a:cubicBezTo>
                      <a:pt x="233" y="6"/>
                      <a:pt x="233" y="6"/>
                      <a:pt x="232" y="6"/>
                    </a:cubicBezTo>
                    <a:cubicBezTo>
                      <a:pt x="232" y="6"/>
                      <a:pt x="232" y="6"/>
                      <a:pt x="232" y="6"/>
                    </a:cubicBezTo>
                    <a:cubicBezTo>
                      <a:pt x="232" y="6"/>
                      <a:pt x="232" y="6"/>
                      <a:pt x="232" y="6"/>
                    </a:cubicBezTo>
                    <a:cubicBezTo>
                      <a:pt x="232" y="6"/>
                      <a:pt x="232" y="6"/>
                      <a:pt x="232" y="6"/>
                    </a:cubicBezTo>
                    <a:cubicBezTo>
                      <a:pt x="232" y="6"/>
                      <a:pt x="232" y="6"/>
                      <a:pt x="232" y="6"/>
                    </a:cubicBezTo>
                    <a:cubicBezTo>
                      <a:pt x="231" y="6"/>
                      <a:pt x="231" y="6"/>
                      <a:pt x="231" y="6"/>
                    </a:cubicBezTo>
                    <a:cubicBezTo>
                      <a:pt x="241" y="54"/>
                      <a:pt x="241" y="54"/>
                      <a:pt x="241" y="54"/>
                    </a:cubicBezTo>
                    <a:cubicBezTo>
                      <a:pt x="242" y="54"/>
                      <a:pt x="243" y="54"/>
                      <a:pt x="243" y="54"/>
                    </a:cubicBezTo>
                    <a:lnTo>
                      <a:pt x="234" y="5"/>
                    </a:lnTo>
                    <a:close/>
                    <a:moveTo>
                      <a:pt x="181" y="21"/>
                    </a:moveTo>
                    <a:cubicBezTo>
                      <a:pt x="180" y="22"/>
                      <a:pt x="179" y="22"/>
                      <a:pt x="179" y="22"/>
                    </a:cubicBezTo>
                    <a:cubicBezTo>
                      <a:pt x="179" y="22"/>
                      <a:pt x="179" y="22"/>
                      <a:pt x="179" y="22"/>
                    </a:cubicBezTo>
                    <a:cubicBezTo>
                      <a:pt x="179" y="22"/>
                      <a:pt x="179" y="22"/>
                      <a:pt x="179" y="22"/>
                    </a:cubicBezTo>
                    <a:cubicBezTo>
                      <a:pt x="179" y="22"/>
                      <a:pt x="179" y="22"/>
                      <a:pt x="179" y="22"/>
                    </a:cubicBezTo>
                    <a:cubicBezTo>
                      <a:pt x="179" y="22"/>
                      <a:pt x="179" y="22"/>
                      <a:pt x="179" y="22"/>
                    </a:cubicBezTo>
                    <a:cubicBezTo>
                      <a:pt x="178" y="22"/>
                      <a:pt x="178" y="22"/>
                      <a:pt x="178" y="22"/>
                    </a:cubicBezTo>
                    <a:cubicBezTo>
                      <a:pt x="197" y="68"/>
                      <a:pt x="197" y="68"/>
                      <a:pt x="197" y="68"/>
                    </a:cubicBezTo>
                    <a:cubicBezTo>
                      <a:pt x="198" y="67"/>
                      <a:pt x="198" y="67"/>
                      <a:pt x="199" y="67"/>
                    </a:cubicBezTo>
                    <a:lnTo>
                      <a:pt x="181" y="21"/>
                    </a:lnTo>
                    <a:close/>
                    <a:moveTo>
                      <a:pt x="131" y="47"/>
                    </a:moveTo>
                    <a:cubicBezTo>
                      <a:pt x="131" y="47"/>
                      <a:pt x="130" y="48"/>
                      <a:pt x="130" y="48"/>
                    </a:cubicBezTo>
                    <a:cubicBezTo>
                      <a:pt x="130" y="48"/>
                      <a:pt x="130" y="48"/>
                      <a:pt x="130" y="48"/>
                    </a:cubicBezTo>
                    <a:cubicBezTo>
                      <a:pt x="130" y="48"/>
                      <a:pt x="130" y="48"/>
                      <a:pt x="130" y="48"/>
                    </a:cubicBezTo>
                    <a:cubicBezTo>
                      <a:pt x="130" y="48"/>
                      <a:pt x="130" y="48"/>
                      <a:pt x="130" y="48"/>
                    </a:cubicBezTo>
                    <a:cubicBezTo>
                      <a:pt x="130" y="48"/>
                      <a:pt x="130" y="48"/>
                      <a:pt x="130" y="48"/>
                    </a:cubicBezTo>
                    <a:cubicBezTo>
                      <a:pt x="129" y="48"/>
                      <a:pt x="129" y="48"/>
                      <a:pt x="129" y="48"/>
                    </a:cubicBezTo>
                    <a:cubicBezTo>
                      <a:pt x="129" y="48"/>
                      <a:pt x="129" y="48"/>
                      <a:pt x="129" y="48"/>
                    </a:cubicBezTo>
                    <a:cubicBezTo>
                      <a:pt x="129" y="49"/>
                      <a:pt x="129" y="49"/>
                      <a:pt x="129" y="49"/>
                    </a:cubicBezTo>
                    <a:cubicBezTo>
                      <a:pt x="156" y="90"/>
                      <a:pt x="156" y="90"/>
                      <a:pt x="156" y="90"/>
                    </a:cubicBezTo>
                    <a:cubicBezTo>
                      <a:pt x="157" y="89"/>
                      <a:pt x="157" y="89"/>
                      <a:pt x="158" y="88"/>
                    </a:cubicBezTo>
                    <a:lnTo>
                      <a:pt x="131" y="47"/>
                    </a:lnTo>
                    <a:close/>
                    <a:moveTo>
                      <a:pt x="88" y="82"/>
                    </a:moveTo>
                    <a:cubicBezTo>
                      <a:pt x="87" y="82"/>
                      <a:pt x="87" y="83"/>
                      <a:pt x="87" y="83"/>
                    </a:cubicBezTo>
                    <a:cubicBezTo>
                      <a:pt x="87" y="83"/>
                      <a:pt x="87" y="83"/>
                      <a:pt x="87" y="83"/>
                    </a:cubicBezTo>
                    <a:cubicBezTo>
                      <a:pt x="86" y="83"/>
                      <a:pt x="86" y="83"/>
                      <a:pt x="86" y="83"/>
                    </a:cubicBezTo>
                    <a:cubicBezTo>
                      <a:pt x="86" y="83"/>
                      <a:pt x="86" y="83"/>
                      <a:pt x="86" y="83"/>
                    </a:cubicBezTo>
                    <a:cubicBezTo>
                      <a:pt x="86" y="83"/>
                      <a:pt x="86" y="83"/>
                      <a:pt x="86" y="83"/>
                    </a:cubicBezTo>
                    <a:cubicBezTo>
                      <a:pt x="86" y="84"/>
                      <a:pt x="86" y="84"/>
                      <a:pt x="86" y="84"/>
                    </a:cubicBezTo>
                    <a:cubicBezTo>
                      <a:pt x="120" y="119"/>
                      <a:pt x="120" y="119"/>
                      <a:pt x="120" y="119"/>
                    </a:cubicBezTo>
                    <a:cubicBezTo>
                      <a:pt x="121" y="118"/>
                      <a:pt x="121" y="118"/>
                      <a:pt x="122" y="117"/>
                    </a:cubicBezTo>
                    <a:lnTo>
                      <a:pt x="88" y="82"/>
                    </a:lnTo>
                    <a:close/>
                    <a:moveTo>
                      <a:pt x="52" y="125"/>
                    </a:moveTo>
                    <a:cubicBezTo>
                      <a:pt x="51" y="125"/>
                      <a:pt x="51" y="125"/>
                      <a:pt x="51" y="125"/>
                    </a:cubicBezTo>
                    <a:cubicBezTo>
                      <a:pt x="51" y="125"/>
                      <a:pt x="51" y="125"/>
                      <a:pt x="51" y="125"/>
                    </a:cubicBezTo>
                    <a:cubicBezTo>
                      <a:pt x="51" y="125"/>
                      <a:pt x="51" y="125"/>
                      <a:pt x="51" y="125"/>
                    </a:cubicBezTo>
                    <a:cubicBezTo>
                      <a:pt x="51" y="125"/>
                      <a:pt x="51" y="125"/>
                      <a:pt x="51" y="125"/>
                    </a:cubicBezTo>
                    <a:cubicBezTo>
                      <a:pt x="51" y="125"/>
                      <a:pt x="51" y="125"/>
                      <a:pt x="51" y="125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1" y="126"/>
                      <a:pt x="51" y="126"/>
                      <a:pt x="51" y="126"/>
                    </a:cubicBezTo>
                    <a:cubicBezTo>
                      <a:pt x="50" y="127"/>
                      <a:pt x="50" y="127"/>
                      <a:pt x="50" y="127"/>
                    </a:cubicBezTo>
                    <a:cubicBezTo>
                      <a:pt x="91" y="155"/>
                      <a:pt x="91" y="155"/>
                      <a:pt x="91" y="155"/>
                    </a:cubicBezTo>
                    <a:cubicBezTo>
                      <a:pt x="91" y="154"/>
                      <a:pt x="92" y="153"/>
                      <a:pt x="92" y="153"/>
                    </a:cubicBezTo>
                    <a:lnTo>
                      <a:pt x="52" y="125"/>
                    </a:lnTo>
                    <a:close/>
                    <a:moveTo>
                      <a:pt x="24" y="173"/>
                    </a:moveTo>
                    <a:cubicBezTo>
                      <a:pt x="24" y="173"/>
                      <a:pt x="24" y="173"/>
                      <a:pt x="24" y="173"/>
                    </a:cubicBezTo>
                    <a:cubicBezTo>
                      <a:pt x="24" y="173"/>
                      <a:pt x="24" y="173"/>
                      <a:pt x="24" y="173"/>
                    </a:cubicBezTo>
                    <a:cubicBezTo>
                      <a:pt x="24" y="173"/>
                      <a:pt x="24" y="173"/>
                      <a:pt x="24" y="173"/>
                    </a:cubicBezTo>
                    <a:cubicBezTo>
                      <a:pt x="24" y="174"/>
                      <a:pt x="24" y="175"/>
                      <a:pt x="23" y="176"/>
                    </a:cubicBezTo>
                    <a:cubicBezTo>
                      <a:pt x="23" y="176"/>
                      <a:pt x="23" y="176"/>
                      <a:pt x="23" y="176"/>
                    </a:cubicBezTo>
                    <a:cubicBezTo>
                      <a:pt x="23" y="176"/>
                      <a:pt x="23" y="176"/>
                      <a:pt x="23" y="176"/>
                    </a:cubicBezTo>
                    <a:cubicBezTo>
                      <a:pt x="23" y="176"/>
                      <a:pt x="23" y="176"/>
                      <a:pt x="23" y="176"/>
                    </a:cubicBezTo>
                    <a:cubicBezTo>
                      <a:pt x="23" y="176"/>
                      <a:pt x="23" y="176"/>
                      <a:pt x="23" y="176"/>
                    </a:cubicBezTo>
                    <a:cubicBezTo>
                      <a:pt x="68" y="195"/>
                      <a:pt x="68" y="195"/>
                      <a:pt x="68" y="195"/>
                    </a:cubicBezTo>
                    <a:cubicBezTo>
                      <a:pt x="69" y="194"/>
                      <a:pt x="69" y="194"/>
                      <a:pt x="69" y="193"/>
                    </a:cubicBezTo>
                    <a:lnTo>
                      <a:pt x="24" y="173"/>
                    </a:lnTo>
                    <a:close/>
                    <a:moveTo>
                      <a:pt x="7" y="226"/>
                    </a:moveTo>
                    <a:cubicBezTo>
                      <a:pt x="7" y="227"/>
                      <a:pt x="7" y="227"/>
                      <a:pt x="7" y="228"/>
                    </a:cubicBezTo>
                    <a:cubicBezTo>
                      <a:pt x="7" y="228"/>
                      <a:pt x="7" y="228"/>
                      <a:pt x="7" y="228"/>
                    </a:cubicBezTo>
                    <a:cubicBezTo>
                      <a:pt x="7" y="228"/>
                      <a:pt x="7" y="228"/>
                      <a:pt x="7" y="228"/>
                    </a:cubicBezTo>
                    <a:cubicBezTo>
                      <a:pt x="6" y="229"/>
                      <a:pt x="6" y="229"/>
                      <a:pt x="6" y="229"/>
                    </a:cubicBezTo>
                    <a:cubicBezTo>
                      <a:pt x="54" y="239"/>
                      <a:pt x="54" y="239"/>
                      <a:pt x="54" y="239"/>
                    </a:cubicBezTo>
                    <a:cubicBezTo>
                      <a:pt x="55" y="238"/>
                      <a:pt x="55" y="238"/>
                      <a:pt x="55" y="237"/>
                    </a:cubicBezTo>
                    <a:cubicBezTo>
                      <a:pt x="7" y="226"/>
                      <a:pt x="7" y="226"/>
                      <a:pt x="7" y="226"/>
                    </a:cubicBezTo>
                    <a:close/>
                    <a:moveTo>
                      <a:pt x="0" y="281"/>
                    </a:moveTo>
                    <a:cubicBezTo>
                      <a:pt x="0" y="281"/>
                      <a:pt x="0" y="281"/>
                      <a:pt x="0" y="281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2"/>
                      <a:pt x="0" y="282"/>
                      <a:pt x="0" y="282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3"/>
                      <a:pt x="0" y="283"/>
                      <a:pt x="0" y="283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0" y="284"/>
                      <a:pt x="0" y="284"/>
                      <a:pt x="0" y="284"/>
                    </a:cubicBezTo>
                    <a:cubicBezTo>
                      <a:pt x="49" y="285"/>
                      <a:pt x="49" y="285"/>
                      <a:pt x="49" y="285"/>
                    </a:cubicBezTo>
                    <a:cubicBezTo>
                      <a:pt x="49" y="284"/>
                      <a:pt x="49" y="284"/>
                      <a:pt x="49" y="283"/>
                    </a:cubicBezTo>
                    <a:lnTo>
                      <a:pt x="0" y="281"/>
                    </a:lnTo>
                    <a:close/>
                    <a:moveTo>
                      <a:pt x="52" y="329"/>
                    </a:moveTo>
                    <a:cubicBezTo>
                      <a:pt x="4" y="337"/>
                      <a:pt x="4" y="337"/>
                      <a:pt x="4" y="337"/>
                    </a:cubicBezTo>
                    <a:cubicBezTo>
                      <a:pt x="4" y="338"/>
                      <a:pt x="4" y="338"/>
                      <a:pt x="4" y="338"/>
                    </a:cubicBezTo>
                    <a:cubicBezTo>
                      <a:pt x="4" y="338"/>
                      <a:pt x="4" y="338"/>
                      <a:pt x="4" y="338"/>
                    </a:cubicBezTo>
                    <a:cubicBezTo>
                      <a:pt x="4" y="339"/>
                      <a:pt x="4" y="339"/>
                      <a:pt x="4" y="340"/>
                    </a:cubicBezTo>
                    <a:cubicBezTo>
                      <a:pt x="4" y="340"/>
                      <a:pt x="4" y="340"/>
                      <a:pt x="4" y="340"/>
                    </a:cubicBezTo>
                    <a:cubicBezTo>
                      <a:pt x="4" y="340"/>
                      <a:pt x="4" y="340"/>
                      <a:pt x="4" y="340"/>
                    </a:cubicBezTo>
                    <a:cubicBezTo>
                      <a:pt x="53" y="331"/>
                      <a:pt x="53" y="331"/>
                      <a:pt x="53" y="331"/>
                    </a:cubicBezTo>
                    <a:cubicBezTo>
                      <a:pt x="53" y="331"/>
                      <a:pt x="52" y="330"/>
                      <a:pt x="52" y="329"/>
                    </a:cubicBezTo>
                    <a:close/>
                    <a:moveTo>
                      <a:pt x="64" y="374"/>
                    </a:moveTo>
                    <a:cubicBezTo>
                      <a:pt x="18" y="391"/>
                      <a:pt x="18" y="391"/>
                      <a:pt x="18" y="391"/>
                    </a:cubicBezTo>
                    <a:cubicBezTo>
                      <a:pt x="19" y="392"/>
                      <a:pt x="19" y="393"/>
                      <a:pt x="19" y="394"/>
                    </a:cubicBezTo>
                    <a:cubicBezTo>
                      <a:pt x="65" y="376"/>
                      <a:pt x="65" y="376"/>
                      <a:pt x="65" y="376"/>
                    </a:cubicBezTo>
                    <a:cubicBezTo>
                      <a:pt x="65" y="375"/>
                      <a:pt x="64" y="374"/>
                      <a:pt x="64" y="374"/>
                    </a:cubicBezTo>
                    <a:close/>
                    <a:moveTo>
                      <a:pt x="84" y="415"/>
                    </a:moveTo>
                    <a:cubicBezTo>
                      <a:pt x="43" y="441"/>
                      <a:pt x="43" y="441"/>
                      <a:pt x="43" y="441"/>
                    </a:cubicBezTo>
                    <a:cubicBezTo>
                      <a:pt x="43" y="441"/>
                      <a:pt x="43" y="442"/>
                      <a:pt x="44" y="442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44" y="443"/>
                      <a:pt x="44" y="443"/>
                      <a:pt x="44" y="443"/>
                    </a:cubicBezTo>
                    <a:cubicBezTo>
                      <a:pt x="86" y="417"/>
                      <a:pt x="86" y="417"/>
                      <a:pt x="86" y="417"/>
                    </a:cubicBezTo>
                    <a:cubicBezTo>
                      <a:pt x="85" y="417"/>
                      <a:pt x="85" y="416"/>
                      <a:pt x="84" y="415"/>
                    </a:cubicBezTo>
                    <a:close/>
                    <a:moveTo>
                      <a:pt x="112" y="452"/>
                    </a:moveTo>
                    <a:cubicBezTo>
                      <a:pt x="76" y="485"/>
                      <a:pt x="76" y="485"/>
                      <a:pt x="76" y="485"/>
                    </a:cubicBezTo>
                    <a:cubicBezTo>
                      <a:pt x="77" y="486"/>
                      <a:pt x="77" y="486"/>
                      <a:pt x="77" y="486"/>
                    </a:cubicBezTo>
                    <a:cubicBezTo>
                      <a:pt x="77" y="486"/>
                      <a:pt x="77" y="486"/>
                      <a:pt x="77" y="486"/>
                    </a:cubicBezTo>
                    <a:cubicBezTo>
                      <a:pt x="77" y="486"/>
                      <a:pt x="77" y="486"/>
                      <a:pt x="77" y="486"/>
                    </a:cubicBezTo>
                    <a:cubicBezTo>
                      <a:pt x="77" y="486"/>
                      <a:pt x="77" y="486"/>
                      <a:pt x="77" y="486"/>
                    </a:cubicBezTo>
                    <a:cubicBezTo>
                      <a:pt x="77" y="486"/>
                      <a:pt x="77" y="486"/>
                      <a:pt x="77" y="486"/>
                    </a:cubicBezTo>
                    <a:cubicBezTo>
                      <a:pt x="77" y="487"/>
                      <a:pt x="78" y="487"/>
                      <a:pt x="78" y="487"/>
                    </a:cubicBezTo>
                    <a:cubicBezTo>
                      <a:pt x="78" y="487"/>
                      <a:pt x="78" y="487"/>
                      <a:pt x="78" y="487"/>
                    </a:cubicBezTo>
                    <a:cubicBezTo>
                      <a:pt x="78" y="487"/>
                      <a:pt x="78" y="487"/>
                      <a:pt x="78" y="487"/>
                    </a:cubicBezTo>
                    <a:cubicBezTo>
                      <a:pt x="78" y="488"/>
                      <a:pt x="78" y="488"/>
                      <a:pt x="78" y="488"/>
                    </a:cubicBezTo>
                    <a:cubicBezTo>
                      <a:pt x="78" y="488"/>
                      <a:pt x="78" y="488"/>
                      <a:pt x="78" y="488"/>
                    </a:cubicBezTo>
                    <a:cubicBezTo>
                      <a:pt x="114" y="454"/>
                      <a:pt x="114" y="454"/>
                      <a:pt x="114" y="454"/>
                    </a:cubicBezTo>
                    <a:cubicBezTo>
                      <a:pt x="113" y="453"/>
                      <a:pt x="113" y="453"/>
                      <a:pt x="112" y="452"/>
                    </a:cubicBezTo>
                    <a:close/>
                    <a:moveTo>
                      <a:pt x="147" y="483"/>
                    </a:moveTo>
                    <a:cubicBezTo>
                      <a:pt x="118" y="523"/>
                      <a:pt x="118" y="523"/>
                      <a:pt x="118" y="523"/>
                    </a:cubicBezTo>
                    <a:cubicBezTo>
                      <a:pt x="119" y="523"/>
                      <a:pt x="119" y="523"/>
                      <a:pt x="119" y="523"/>
                    </a:cubicBezTo>
                    <a:cubicBezTo>
                      <a:pt x="119" y="523"/>
                      <a:pt x="119" y="523"/>
                      <a:pt x="119" y="523"/>
                    </a:cubicBezTo>
                    <a:cubicBezTo>
                      <a:pt x="119" y="523"/>
                      <a:pt x="119" y="523"/>
                      <a:pt x="119" y="523"/>
                    </a:cubicBezTo>
                    <a:cubicBezTo>
                      <a:pt x="119" y="524"/>
                      <a:pt x="119" y="524"/>
                      <a:pt x="119" y="524"/>
                    </a:cubicBezTo>
                    <a:cubicBezTo>
                      <a:pt x="119" y="524"/>
                      <a:pt x="119" y="524"/>
                      <a:pt x="119" y="524"/>
                    </a:cubicBezTo>
                    <a:cubicBezTo>
                      <a:pt x="120" y="524"/>
                      <a:pt x="120" y="524"/>
                      <a:pt x="120" y="524"/>
                    </a:cubicBezTo>
                    <a:cubicBezTo>
                      <a:pt x="120" y="524"/>
                      <a:pt x="120" y="524"/>
                      <a:pt x="120" y="524"/>
                    </a:cubicBezTo>
                    <a:cubicBezTo>
                      <a:pt x="149" y="485"/>
                      <a:pt x="149" y="485"/>
                      <a:pt x="149" y="485"/>
                    </a:cubicBezTo>
                    <a:cubicBezTo>
                      <a:pt x="148" y="484"/>
                      <a:pt x="147" y="484"/>
                      <a:pt x="147" y="483"/>
                    </a:cubicBezTo>
                    <a:close/>
                    <a:moveTo>
                      <a:pt x="187" y="507"/>
                    </a:moveTo>
                    <a:cubicBezTo>
                      <a:pt x="165" y="551"/>
                      <a:pt x="165" y="551"/>
                      <a:pt x="165" y="551"/>
                    </a:cubicBezTo>
                    <a:cubicBezTo>
                      <a:pt x="166" y="552"/>
                      <a:pt x="167" y="552"/>
                      <a:pt x="167" y="552"/>
                    </a:cubicBezTo>
                    <a:cubicBezTo>
                      <a:pt x="167" y="552"/>
                      <a:pt x="167" y="552"/>
                      <a:pt x="167" y="552"/>
                    </a:cubicBezTo>
                    <a:cubicBezTo>
                      <a:pt x="168" y="552"/>
                      <a:pt x="168" y="552"/>
                      <a:pt x="168" y="552"/>
                    </a:cubicBezTo>
                    <a:cubicBezTo>
                      <a:pt x="168" y="552"/>
                      <a:pt x="168" y="552"/>
                      <a:pt x="168" y="552"/>
                    </a:cubicBezTo>
                    <a:cubicBezTo>
                      <a:pt x="168" y="552"/>
                      <a:pt x="168" y="552"/>
                      <a:pt x="168" y="552"/>
                    </a:cubicBezTo>
                    <a:cubicBezTo>
                      <a:pt x="168" y="553"/>
                      <a:pt x="168" y="553"/>
                      <a:pt x="168" y="553"/>
                    </a:cubicBezTo>
                    <a:cubicBezTo>
                      <a:pt x="189" y="508"/>
                      <a:pt x="189" y="508"/>
                      <a:pt x="189" y="508"/>
                    </a:cubicBezTo>
                    <a:cubicBezTo>
                      <a:pt x="188" y="508"/>
                      <a:pt x="187" y="507"/>
                      <a:pt x="187" y="507"/>
                    </a:cubicBezTo>
                    <a:close/>
                    <a:moveTo>
                      <a:pt x="230" y="523"/>
                    </a:move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8" y="570"/>
                      <a:pt x="218" y="570"/>
                      <a:pt x="218" y="570"/>
                    </a:cubicBezTo>
                    <a:cubicBezTo>
                      <a:pt x="219" y="570"/>
                      <a:pt x="219" y="570"/>
                      <a:pt x="219" y="570"/>
                    </a:cubicBezTo>
                    <a:cubicBezTo>
                      <a:pt x="219" y="570"/>
                      <a:pt x="219" y="570"/>
                      <a:pt x="219" y="570"/>
                    </a:cubicBezTo>
                    <a:cubicBezTo>
                      <a:pt x="219" y="570"/>
                      <a:pt x="219" y="570"/>
                      <a:pt x="219" y="570"/>
                    </a:cubicBezTo>
                    <a:cubicBezTo>
                      <a:pt x="219" y="570"/>
                      <a:pt x="219" y="570"/>
                      <a:pt x="219" y="570"/>
                    </a:cubicBezTo>
                    <a:cubicBezTo>
                      <a:pt x="219" y="571"/>
                      <a:pt x="219" y="571"/>
                      <a:pt x="219" y="571"/>
                    </a:cubicBezTo>
                    <a:cubicBezTo>
                      <a:pt x="219" y="571"/>
                      <a:pt x="219" y="571"/>
                      <a:pt x="219" y="571"/>
                    </a:cubicBezTo>
                    <a:cubicBezTo>
                      <a:pt x="219" y="571"/>
                      <a:pt x="219" y="571"/>
                      <a:pt x="219" y="571"/>
                    </a:cubicBezTo>
                    <a:cubicBezTo>
                      <a:pt x="220" y="571"/>
                      <a:pt x="220" y="571"/>
                      <a:pt x="221" y="571"/>
                    </a:cubicBezTo>
                    <a:cubicBezTo>
                      <a:pt x="232" y="523"/>
                      <a:pt x="232" y="523"/>
                      <a:pt x="232" y="523"/>
                    </a:cubicBezTo>
                    <a:cubicBezTo>
                      <a:pt x="232" y="523"/>
                      <a:pt x="231" y="523"/>
                      <a:pt x="230" y="523"/>
                    </a:cubicBezTo>
                    <a:close/>
                    <a:moveTo>
                      <a:pt x="276" y="530"/>
                    </a:moveTo>
                    <a:cubicBezTo>
                      <a:pt x="273" y="579"/>
                      <a:pt x="273" y="579"/>
                      <a:pt x="273" y="579"/>
                    </a:cubicBezTo>
                    <a:cubicBezTo>
                      <a:pt x="273" y="579"/>
                      <a:pt x="273" y="579"/>
                      <a:pt x="273" y="579"/>
                    </a:cubicBezTo>
                    <a:cubicBezTo>
                      <a:pt x="273" y="579"/>
                      <a:pt x="273" y="579"/>
                      <a:pt x="273" y="579"/>
                    </a:cubicBezTo>
                    <a:cubicBezTo>
                      <a:pt x="274" y="579"/>
                      <a:pt x="274" y="579"/>
                      <a:pt x="274" y="579"/>
                    </a:cubicBezTo>
                    <a:cubicBezTo>
                      <a:pt x="274" y="579"/>
                      <a:pt x="274" y="579"/>
                      <a:pt x="274" y="579"/>
                    </a:cubicBezTo>
                    <a:cubicBezTo>
                      <a:pt x="274" y="579"/>
                      <a:pt x="274" y="579"/>
                      <a:pt x="274" y="579"/>
                    </a:cubicBezTo>
                    <a:cubicBezTo>
                      <a:pt x="274" y="579"/>
                      <a:pt x="275" y="579"/>
                      <a:pt x="276" y="579"/>
                    </a:cubicBezTo>
                    <a:cubicBezTo>
                      <a:pt x="278" y="530"/>
                      <a:pt x="278" y="530"/>
                      <a:pt x="278" y="530"/>
                    </a:cubicBezTo>
                    <a:cubicBezTo>
                      <a:pt x="277" y="530"/>
                      <a:pt x="277" y="530"/>
                      <a:pt x="276" y="530"/>
                    </a:cubicBezTo>
                    <a:close/>
                    <a:moveTo>
                      <a:pt x="325" y="528"/>
                    </a:moveTo>
                    <a:cubicBezTo>
                      <a:pt x="324" y="528"/>
                      <a:pt x="323" y="528"/>
                      <a:pt x="322" y="528"/>
                    </a:cubicBezTo>
                    <a:cubicBezTo>
                      <a:pt x="329" y="577"/>
                      <a:pt x="329" y="577"/>
                      <a:pt x="329" y="577"/>
                    </a:cubicBezTo>
                    <a:cubicBezTo>
                      <a:pt x="329" y="577"/>
                      <a:pt x="329" y="577"/>
                      <a:pt x="329" y="577"/>
                    </a:cubicBezTo>
                    <a:cubicBezTo>
                      <a:pt x="330" y="576"/>
                      <a:pt x="331" y="576"/>
                      <a:pt x="332" y="576"/>
                    </a:cubicBezTo>
                    <a:lnTo>
                      <a:pt x="325" y="528"/>
                    </a:lnTo>
                    <a:close/>
                    <a:moveTo>
                      <a:pt x="369" y="516"/>
                    </a:moveTo>
                    <a:cubicBezTo>
                      <a:pt x="369" y="517"/>
                      <a:pt x="368" y="517"/>
                      <a:pt x="367" y="517"/>
                    </a:cubicBezTo>
                    <a:cubicBezTo>
                      <a:pt x="383" y="564"/>
                      <a:pt x="383" y="564"/>
                      <a:pt x="383" y="564"/>
                    </a:cubicBezTo>
                    <a:cubicBezTo>
                      <a:pt x="384" y="563"/>
                      <a:pt x="384" y="563"/>
                      <a:pt x="384" y="563"/>
                    </a:cubicBezTo>
                    <a:cubicBezTo>
                      <a:pt x="384" y="563"/>
                      <a:pt x="384" y="563"/>
                      <a:pt x="384" y="563"/>
                    </a:cubicBezTo>
                    <a:cubicBezTo>
                      <a:pt x="384" y="563"/>
                      <a:pt x="384" y="563"/>
                      <a:pt x="384" y="563"/>
                    </a:cubicBezTo>
                    <a:cubicBezTo>
                      <a:pt x="385" y="563"/>
                      <a:pt x="385" y="563"/>
                      <a:pt x="386" y="563"/>
                    </a:cubicBezTo>
                    <a:lnTo>
                      <a:pt x="369" y="516"/>
                    </a:lnTo>
                    <a:close/>
                    <a:moveTo>
                      <a:pt x="411" y="497"/>
                    </a:moveTo>
                    <a:cubicBezTo>
                      <a:pt x="411" y="497"/>
                      <a:pt x="410" y="498"/>
                      <a:pt x="409" y="498"/>
                    </a:cubicBezTo>
                    <a:cubicBezTo>
                      <a:pt x="434" y="541"/>
                      <a:pt x="434" y="541"/>
                      <a:pt x="434" y="541"/>
                    </a:cubicBezTo>
                    <a:cubicBezTo>
                      <a:pt x="434" y="541"/>
                      <a:pt x="434" y="541"/>
                      <a:pt x="434" y="541"/>
                    </a:cubicBezTo>
                    <a:cubicBezTo>
                      <a:pt x="434" y="541"/>
                      <a:pt x="434" y="541"/>
                      <a:pt x="434" y="541"/>
                    </a:cubicBezTo>
                    <a:cubicBezTo>
                      <a:pt x="434" y="541"/>
                      <a:pt x="434" y="541"/>
                      <a:pt x="434" y="541"/>
                    </a:cubicBezTo>
                    <a:cubicBezTo>
                      <a:pt x="435" y="540"/>
                      <a:pt x="436" y="540"/>
                      <a:pt x="436" y="539"/>
                    </a:cubicBezTo>
                    <a:lnTo>
                      <a:pt x="411" y="497"/>
                    </a:lnTo>
                    <a:close/>
                    <a:moveTo>
                      <a:pt x="449" y="470"/>
                    </a:moveTo>
                    <a:cubicBezTo>
                      <a:pt x="448" y="470"/>
                      <a:pt x="448" y="471"/>
                      <a:pt x="447" y="471"/>
                    </a:cubicBezTo>
                    <a:cubicBezTo>
                      <a:pt x="479" y="508"/>
                      <a:pt x="479" y="508"/>
                      <a:pt x="479" y="508"/>
                    </a:cubicBezTo>
                    <a:cubicBezTo>
                      <a:pt x="480" y="508"/>
                      <a:pt x="480" y="508"/>
                      <a:pt x="480" y="508"/>
                    </a:cubicBezTo>
                    <a:cubicBezTo>
                      <a:pt x="480" y="507"/>
                      <a:pt x="480" y="507"/>
                      <a:pt x="480" y="507"/>
                    </a:cubicBezTo>
                    <a:cubicBezTo>
                      <a:pt x="480" y="507"/>
                      <a:pt x="480" y="507"/>
                      <a:pt x="480" y="507"/>
                    </a:cubicBezTo>
                    <a:cubicBezTo>
                      <a:pt x="481" y="507"/>
                      <a:pt x="481" y="507"/>
                      <a:pt x="481" y="507"/>
                    </a:cubicBezTo>
                    <a:lnTo>
                      <a:pt x="449" y="470"/>
                    </a:lnTo>
                    <a:close/>
                    <a:moveTo>
                      <a:pt x="480" y="436"/>
                    </a:moveTo>
                    <a:cubicBezTo>
                      <a:pt x="480" y="437"/>
                      <a:pt x="479" y="437"/>
                      <a:pt x="479" y="438"/>
                    </a:cubicBezTo>
                    <a:cubicBezTo>
                      <a:pt x="518" y="468"/>
                      <a:pt x="518" y="468"/>
                      <a:pt x="518" y="468"/>
                    </a:cubicBezTo>
                    <a:cubicBezTo>
                      <a:pt x="518" y="467"/>
                      <a:pt x="519" y="467"/>
                      <a:pt x="519" y="466"/>
                    </a:cubicBezTo>
                    <a:cubicBezTo>
                      <a:pt x="519" y="466"/>
                      <a:pt x="519" y="466"/>
                      <a:pt x="519" y="466"/>
                    </a:cubicBezTo>
                    <a:cubicBezTo>
                      <a:pt x="519" y="466"/>
                      <a:pt x="519" y="466"/>
                      <a:pt x="519" y="466"/>
                    </a:cubicBezTo>
                    <a:cubicBezTo>
                      <a:pt x="519" y="466"/>
                      <a:pt x="519" y="466"/>
                      <a:pt x="519" y="466"/>
                    </a:cubicBezTo>
                    <a:cubicBezTo>
                      <a:pt x="519" y="466"/>
                      <a:pt x="519" y="466"/>
                      <a:pt x="519" y="466"/>
                    </a:cubicBezTo>
                    <a:lnTo>
                      <a:pt x="480" y="436"/>
                    </a:lnTo>
                    <a:close/>
                    <a:moveTo>
                      <a:pt x="505" y="397"/>
                    </a:moveTo>
                    <a:cubicBezTo>
                      <a:pt x="505" y="397"/>
                      <a:pt x="504" y="398"/>
                      <a:pt x="504" y="399"/>
                    </a:cubicBezTo>
                    <a:cubicBezTo>
                      <a:pt x="548" y="421"/>
                      <a:pt x="548" y="421"/>
                      <a:pt x="548" y="421"/>
                    </a:cubicBezTo>
                    <a:cubicBezTo>
                      <a:pt x="548" y="421"/>
                      <a:pt x="548" y="420"/>
                      <a:pt x="548" y="420"/>
                    </a:cubicBezTo>
                    <a:cubicBezTo>
                      <a:pt x="548" y="420"/>
                      <a:pt x="548" y="420"/>
                      <a:pt x="548" y="420"/>
                    </a:cubicBezTo>
                    <a:cubicBezTo>
                      <a:pt x="548" y="419"/>
                      <a:pt x="548" y="419"/>
                      <a:pt x="548" y="419"/>
                    </a:cubicBezTo>
                    <a:cubicBezTo>
                      <a:pt x="548" y="419"/>
                      <a:pt x="548" y="419"/>
                      <a:pt x="548" y="419"/>
                    </a:cubicBezTo>
                    <a:cubicBezTo>
                      <a:pt x="548" y="419"/>
                      <a:pt x="548" y="419"/>
                      <a:pt x="548" y="419"/>
                    </a:cubicBezTo>
                    <a:cubicBezTo>
                      <a:pt x="549" y="418"/>
                      <a:pt x="549" y="418"/>
                      <a:pt x="549" y="418"/>
                    </a:cubicBezTo>
                    <a:lnTo>
                      <a:pt x="505" y="397"/>
                    </a:lnTo>
                    <a:close/>
                    <a:moveTo>
                      <a:pt x="521" y="353"/>
                    </a:moveTo>
                    <a:cubicBezTo>
                      <a:pt x="521" y="354"/>
                      <a:pt x="521" y="355"/>
                      <a:pt x="521" y="356"/>
                    </a:cubicBezTo>
                    <a:cubicBezTo>
                      <a:pt x="568" y="369"/>
                      <a:pt x="568" y="369"/>
                      <a:pt x="568" y="369"/>
                    </a:cubicBezTo>
                    <a:cubicBezTo>
                      <a:pt x="568" y="368"/>
                      <a:pt x="568" y="367"/>
                      <a:pt x="569" y="366"/>
                    </a:cubicBezTo>
                    <a:lnTo>
                      <a:pt x="521" y="353"/>
                    </a:lnTo>
                    <a:close/>
                    <a:moveTo>
                      <a:pt x="529" y="308"/>
                    </a:moveTo>
                    <a:cubicBezTo>
                      <a:pt x="529" y="309"/>
                      <a:pt x="529" y="309"/>
                      <a:pt x="529" y="310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4"/>
                      <a:pt x="578" y="314"/>
                      <a:pt x="578" y="314"/>
                    </a:cubicBezTo>
                    <a:cubicBezTo>
                      <a:pt x="578" y="313"/>
                      <a:pt x="578" y="312"/>
                      <a:pt x="578" y="311"/>
                    </a:cubicBezTo>
                    <a:lnTo>
                      <a:pt x="529" y="308"/>
                    </a:lnTo>
                    <a:close/>
                    <a:moveTo>
                      <a:pt x="577" y="256"/>
                    </a:moveTo>
                    <a:cubicBezTo>
                      <a:pt x="528" y="261"/>
                      <a:pt x="528" y="261"/>
                      <a:pt x="528" y="261"/>
                    </a:cubicBezTo>
                    <a:cubicBezTo>
                      <a:pt x="528" y="262"/>
                      <a:pt x="528" y="263"/>
                      <a:pt x="529" y="264"/>
                    </a:cubicBezTo>
                    <a:cubicBezTo>
                      <a:pt x="577" y="259"/>
                      <a:pt x="577" y="259"/>
                      <a:pt x="577" y="259"/>
                    </a:cubicBezTo>
                    <a:cubicBezTo>
                      <a:pt x="577" y="258"/>
                      <a:pt x="577" y="257"/>
                      <a:pt x="577" y="256"/>
                    </a:cubicBezTo>
                    <a:cubicBezTo>
                      <a:pt x="577" y="256"/>
                      <a:pt x="577" y="256"/>
                      <a:pt x="577" y="256"/>
                    </a:cubicBezTo>
                    <a:cubicBezTo>
                      <a:pt x="577" y="256"/>
                      <a:pt x="577" y="256"/>
                      <a:pt x="577" y="256"/>
                    </a:cubicBezTo>
                    <a:cubicBezTo>
                      <a:pt x="577" y="256"/>
                      <a:pt x="577" y="256"/>
                      <a:pt x="577" y="256"/>
                    </a:cubicBezTo>
                    <a:close/>
                    <a:moveTo>
                      <a:pt x="565" y="201"/>
                    </a:moveTo>
                    <a:cubicBezTo>
                      <a:pt x="519" y="216"/>
                      <a:pt x="519" y="216"/>
                      <a:pt x="519" y="216"/>
                    </a:cubicBezTo>
                    <a:cubicBezTo>
                      <a:pt x="519" y="217"/>
                      <a:pt x="519" y="218"/>
                      <a:pt x="519" y="219"/>
                    </a:cubicBezTo>
                    <a:cubicBezTo>
                      <a:pt x="566" y="204"/>
                      <a:pt x="566" y="204"/>
                      <a:pt x="566" y="204"/>
                    </a:cubicBezTo>
                    <a:cubicBezTo>
                      <a:pt x="566" y="203"/>
                      <a:pt x="566" y="202"/>
                      <a:pt x="565" y="201"/>
                    </a:cubicBezTo>
                    <a:close/>
                    <a:moveTo>
                      <a:pt x="543" y="150"/>
                    </a:moveTo>
                    <a:cubicBezTo>
                      <a:pt x="500" y="174"/>
                      <a:pt x="500" y="174"/>
                      <a:pt x="500" y="174"/>
                    </a:cubicBezTo>
                    <a:cubicBezTo>
                      <a:pt x="501" y="175"/>
                      <a:pt x="501" y="175"/>
                      <a:pt x="501" y="176"/>
                    </a:cubicBezTo>
                    <a:cubicBezTo>
                      <a:pt x="545" y="153"/>
                      <a:pt x="545" y="153"/>
                      <a:pt x="545" y="153"/>
                    </a:cubicBezTo>
                    <a:cubicBezTo>
                      <a:pt x="544" y="152"/>
                      <a:pt x="544" y="151"/>
                      <a:pt x="543" y="150"/>
                    </a:cubicBezTo>
                    <a:close/>
                    <a:moveTo>
                      <a:pt x="512" y="104"/>
                    </a:moveTo>
                    <a:cubicBezTo>
                      <a:pt x="474" y="136"/>
                      <a:pt x="474" y="136"/>
                      <a:pt x="474" y="136"/>
                    </a:cubicBezTo>
                    <a:cubicBezTo>
                      <a:pt x="475" y="136"/>
                      <a:pt x="475" y="137"/>
                      <a:pt x="476" y="137"/>
                    </a:cubicBezTo>
                    <a:cubicBezTo>
                      <a:pt x="514" y="106"/>
                      <a:pt x="514" y="106"/>
                      <a:pt x="514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6"/>
                      <a:pt x="513" y="106"/>
                      <a:pt x="513" y="106"/>
                    </a:cubicBezTo>
                    <a:cubicBezTo>
                      <a:pt x="513" y="105"/>
                      <a:pt x="512" y="105"/>
                      <a:pt x="512" y="104"/>
                    </a:cubicBezTo>
                    <a:close/>
                    <a:moveTo>
                      <a:pt x="472" y="65"/>
                    </a:moveTo>
                    <a:cubicBezTo>
                      <a:pt x="441" y="103"/>
                      <a:pt x="441" y="103"/>
                      <a:pt x="441" y="103"/>
                    </a:cubicBezTo>
                    <a:cubicBezTo>
                      <a:pt x="442" y="104"/>
                      <a:pt x="442" y="104"/>
                      <a:pt x="443" y="105"/>
                    </a:cubicBezTo>
                    <a:cubicBezTo>
                      <a:pt x="474" y="67"/>
                      <a:pt x="474" y="67"/>
                      <a:pt x="474" y="67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6"/>
                      <a:pt x="473" y="66"/>
                      <a:pt x="473" y="66"/>
                    </a:cubicBezTo>
                    <a:cubicBezTo>
                      <a:pt x="473" y="65"/>
                      <a:pt x="473" y="65"/>
                      <a:pt x="473" y="65"/>
                    </a:cubicBezTo>
                    <a:cubicBezTo>
                      <a:pt x="473" y="65"/>
                      <a:pt x="473" y="65"/>
                      <a:pt x="473" y="65"/>
                    </a:cubicBezTo>
                    <a:lnTo>
                      <a:pt x="472" y="65"/>
                    </a:lnTo>
                    <a:close/>
                    <a:moveTo>
                      <a:pt x="426" y="34"/>
                    </a:moveTo>
                    <a:cubicBezTo>
                      <a:pt x="403" y="77"/>
                      <a:pt x="403" y="77"/>
                      <a:pt x="403" y="77"/>
                    </a:cubicBezTo>
                    <a:cubicBezTo>
                      <a:pt x="403" y="78"/>
                      <a:pt x="404" y="78"/>
                      <a:pt x="405" y="79"/>
                    </a:cubicBezTo>
                    <a:cubicBezTo>
                      <a:pt x="428" y="35"/>
                      <a:pt x="428" y="35"/>
                      <a:pt x="428" y="35"/>
                    </a:cubicBezTo>
                    <a:cubicBezTo>
                      <a:pt x="428" y="35"/>
                      <a:pt x="428" y="35"/>
                      <a:pt x="428" y="35"/>
                    </a:cubicBezTo>
                    <a:cubicBezTo>
                      <a:pt x="428" y="35"/>
                      <a:pt x="428" y="35"/>
                      <a:pt x="428" y="35"/>
                    </a:cubicBezTo>
                    <a:cubicBezTo>
                      <a:pt x="428" y="35"/>
                      <a:pt x="428" y="35"/>
                      <a:pt x="428" y="35"/>
                    </a:cubicBezTo>
                    <a:cubicBezTo>
                      <a:pt x="427" y="35"/>
                      <a:pt x="426" y="35"/>
                      <a:pt x="426" y="34"/>
                    </a:cubicBezTo>
                    <a:close/>
                    <a:moveTo>
                      <a:pt x="374" y="13"/>
                    </a:moveTo>
                    <a:cubicBezTo>
                      <a:pt x="360" y="60"/>
                      <a:pt x="360" y="60"/>
                      <a:pt x="360" y="60"/>
                    </a:cubicBezTo>
                    <a:cubicBezTo>
                      <a:pt x="361" y="60"/>
                      <a:pt x="361" y="60"/>
                      <a:pt x="362" y="60"/>
                    </a:cubicBezTo>
                    <a:cubicBezTo>
                      <a:pt x="377" y="14"/>
                      <a:pt x="377" y="14"/>
                      <a:pt x="377" y="14"/>
                    </a:cubicBezTo>
                    <a:cubicBezTo>
                      <a:pt x="376" y="13"/>
                      <a:pt x="376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cubicBezTo>
                      <a:pt x="375" y="13"/>
                      <a:pt x="375" y="13"/>
                      <a:pt x="375" y="13"/>
                    </a:cubicBezTo>
                    <a:lnTo>
                      <a:pt x="374" y="13"/>
                    </a:lnTo>
                    <a:close/>
                    <a:moveTo>
                      <a:pt x="320" y="2"/>
                    </a:moveTo>
                    <a:cubicBezTo>
                      <a:pt x="315" y="51"/>
                      <a:pt x="315" y="51"/>
                      <a:pt x="315" y="51"/>
                    </a:cubicBezTo>
                    <a:cubicBezTo>
                      <a:pt x="315" y="51"/>
                      <a:pt x="316" y="51"/>
                      <a:pt x="317" y="51"/>
                    </a:cubicBezTo>
                    <a:cubicBezTo>
                      <a:pt x="322" y="2"/>
                      <a:pt x="322" y="2"/>
                      <a:pt x="322" y="2"/>
                    </a:cubicBezTo>
                    <a:cubicBezTo>
                      <a:pt x="322" y="2"/>
                      <a:pt x="321" y="2"/>
                      <a:pt x="320" y="2"/>
                    </a:cubicBezTo>
                    <a:cubicBezTo>
                      <a:pt x="320" y="2"/>
                      <a:pt x="320" y="2"/>
                      <a:pt x="320" y="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" name="Google Shape;1112;p24"/>
              <p:cNvSpPr/>
              <p:nvPr/>
            </p:nvSpPr>
            <p:spPr>
              <a:xfrm>
                <a:off x="5867400" y="4462463"/>
                <a:ext cx="720725" cy="722312"/>
              </a:xfrm>
              <a:custGeom>
                <a:avLst/>
                <a:gdLst/>
                <a:ahLst/>
                <a:cxnLst/>
                <a:rect l="l" t="t" r="r" b="b"/>
                <a:pathLst>
                  <a:path w="428" h="428" extrusionOk="0">
                    <a:moveTo>
                      <a:pt x="214" y="422"/>
                    </a:moveTo>
                    <a:cubicBezTo>
                      <a:pt x="214" y="419"/>
                      <a:pt x="217" y="416"/>
                      <a:pt x="220" y="416"/>
                    </a:cubicBezTo>
                    <a:cubicBezTo>
                      <a:pt x="223" y="416"/>
                      <a:pt x="226" y="418"/>
                      <a:pt x="226" y="422"/>
                    </a:cubicBezTo>
                    <a:cubicBezTo>
                      <a:pt x="226" y="425"/>
                      <a:pt x="223" y="428"/>
                      <a:pt x="220" y="428"/>
                    </a:cubicBezTo>
                    <a:cubicBezTo>
                      <a:pt x="220" y="428"/>
                      <a:pt x="220" y="428"/>
                      <a:pt x="220" y="428"/>
                    </a:cubicBezTo>
                    <a:cubicBezTo>
                      <a:pt x="217" y="428"/>
                      <a:pt x="214" y="425"/>
                      <a:pt x="214" y="422"/>
                    </a:cubicBezTo>
                    <a:close/>
                    <a:moveTo>
                      <a:pt x="187" y="426"/>
                    </a:moveTo>
                    <a:cubicBezTo>
                      <a:pt x="187" y="426"/>
                      <a:pt x="187" y="426"/>
                      <a:pt x="187" y="426"/>
                    </a:cubicBezTo>
                    <a:cubicBezTo>
                      <a:pt x="184" y="426"/>
                      <a:pt x="182" y="423"/>
                      <a:pt x="182" y="420"/>
                    </a:cubicBezTo>
                    <a:cubicBezTo>
                      <a:pt x="182" y="416"/>
                      <a:pt x="185" y="414"/>
                      <a:pt x="189" y="415"/>
                    </a:cubicBezTo>
                    <a:cubicBezTo>
                      <a:pt x="189" y="415"/>
                      <a:pt x="189" y="415"/>
                      <a:pt x="189" y="415"/>
                    </a:cubicBezTo>
                    <a:cubicBezTo>
                      <a:pt x="192" y="415"/>
                      <a:pt x="194" y="418"/>
                      <a:pt x="194" y="421"/>
                    </a:cubicBezTo>
                    <a:cubicBezTo>
                      <a:pt x="193" y="424"/>
                      <a:pt x="191" y="426"/>
                      <a:pt x="188" y="426"/>
                    </a:cubicBezTo>
                    <a:lnTo>
                      <a:pt x="187" y="426"/>
                    </a:lnTo>
                    <a:close/>
                    <a:moveTo>
                      <a:pt x="246" y="419"/>
                    </a:moveTo>
                    <a:cubicBezTo>
                      <a:pt x="245" y="416"/>
                      <a:pt x="248" y="413"/>
                      <a:pt x="251" y="413"/>
                    </a:cubicBezTo>
                    <a:cubicBezTo>
                      <a:pt x="254" y="412"/>
                      <a:pt x="257" y="414"/>
                      <a:pt x="257" y="417"/>
                    </a:cubicBezTo>
                    <a:cubicBezTo>
                      <a:pt x="258" y="420"/>
                      <a:pt x="256" y="424"/>
                      <a:pt x="253" y="424"/>
                    </a:cubicBezTo>
                    <a:cubicBezTo>
                      <a:pt x="252" y="424"/>
                      <a:pt x="252" y="424"/>
                      <a:pt x="252" y="424"/>
                    </a:cubicBezTo>
                    <a:cubicBezTo>
                      <a:pt x="249" y="424"/>
                      <a:pt x="247" y="422"/>
                      <a:pt x="246" y="419"/>
                    </a:cubicBezTo>
                    <a:close/>
                    <a:moveTo>
                      <a:pt x="155" y="420"/>
                    </a:moveTo>
                    <a:cubicBezTo>
                      <a:pt x="152" y="419"/>
                      <a:pt x="150" y="415"/>
                      <a:pt x="151" y="412"/>
                    </a:cubicBezTo>
                    <a:cubicBezTo>
                      <a:pt x="152" y="409"/>
                      <a:pt x="155" y="407"/>
                      <a:pt x="158" y="408"/>
                    </a:cubicBezTo>
                    <a:cubicBezTo>
                      <a:pt x="158" y="408"/>
                      <a:pt x="158" y="408"/>
                      <a:pt x="158" y="408"/>
                    </a:cubicBezTo>
                    <a:cubicBezTo>
                      <a:pt x="161" y="409"/>
                      <a:pt x="163" y="412"/>
                      <a:pt x="162" y="416"/>
                    </a:cubicBezTo>
                    <a:cubicBezTo>
                      <a:pt x="161" y="418"/>
                      <a:pt x="159" y="420"/>
                      <a:pt x="157" y="420"/>
                    </a:cubicBezTo>
                    <a:cubicBezTo>
                      <a:pt x="156" y="420"/>
                      <a:pt x="155" y="420"/>
                      <a:pt x="155" y="420"/>
                    </a:cubicBezTo>
                    <a:close/>
                    <a:moveTo>
                      <a:pt x="277" y="412"/>
                    </a:moveTo>
                    <a:cubicBezTo>
                      <a:pt x="276" y="409"/>
                      <a:pt x="278" y="406"/>
                      <a:pt x="281" y="405"/>
                    </a:cubicBezTo>
                    <a:cubicBezTo>
                      <a:pt x="284" y="404"/>
                      <a:pt x="287" y="405"/>
                      <a:pt x="288" y="408"/>
                    </a:cubicBezTo>
                    <a:cubicBezTo>
                      <a:pt x="289" y="411"/>
                      <a:pt x="288" y="415"/>
                      <a:pt x="285" y="416"/>
                    </a:cubicBezTo>
                    <a:cubicBezTo>
                      <a:pt x="284" y="416"/>
                      <a:pt x="283" y="416"/>
                      <a:pt x="283" y="416"/>
                    </a:cubicBezTo>
                    <a:cubicBezTo>
                      <a:pt x="280" y="416"/>
                      <a:pt x="278" y="414"/>
                      <a:pt x="277" y="412"/>
                    </a:cubicBezTo>
                    <a:close/>
                    <a:moveTo>
                      <a:pt x="124" y="408"/>
                    </a:moveTo>
                    <a:cubicBezTo>
                      <a:pt x="121" y="407"/>
                      <a:pt x="120" y="403"/>
                      <a:pt x="121" y="400"/>
                    </a:cubicBezTo>
                    <a:cubicBezTo>
                      <a:pt x="122" y="397"/>
                      <a:pt x="126" y="396"/>
                      <a:pt x="129" y="398"/>
                    </a:cubicBezTo>
                    <a:cubicBezTo>
                      <a:pt x="132" y="399"/>
                      <a:pt x="133" y="402"/>
                      <a:pt x="132" y="405"/>
                    </a:cubicBezTo>
                    <a:cubicBezTo>
                      <a:pt x="131" y="407"/>
                      <a:pt x="129" y="409"/>
                      <a:pt x="126" y="409"/>
                    </a:cubicBezTo>
                    <a:cubicBezTo>
                      <a:pt x="126" y="409"/>
                      <a:pt x="125" y="409"/>
                      <a:pt x="124" y="408"/>
                    </a:cubicBezTo>
                    <a:close/>
                    <a:moveTo>
                      <a:pt x="307" y="400"/>
                    </a:moveTo>
                    <a:cubicBezTo>
                      <a:pt x="305" y="397"/>
                      <a:pt x="306" y="394"/>
                      <a:pt x="309" y="392"/>
                    </a:cubicBezTo>
                    <a:cubicBezTo>
                      <a:pt x="312" y="391"/>
                      <a:pt x="316" y="392"/>
                      <a:pt x="317" y="394"/>
                    </a:cubicBezTo>
                    <a:cubicBezTo>
                      <a:pt x="319" y="397"/>
                      <a:pt x="318" y="401"/>
                      <a:pt x="315" y="402"/>
                    </a:cubicBezTo>
                    <a:cubicBezTo>
                      <a:pt x="314" y="403"/>
                      <a:pt x="313" y="403"/>
                      <a:pt x="312" y="403"/>
                    </a:cubicBezTo>
                    <a:cubicBezTo>
                      <a:pt x="310" y="403"/>
                      <a:pt x="308" y="402"/>
                      <a:pt x="307" y="400"/>
                    </a:cubicBezTo>
                    <a:close/>
                    <a:moveTo>
                      <a:pt x="95" y="392"/>
                    </a:moveTo>
                    <a:cubicBezTo>
                      <a:pt x="93" y="390"/>
                      <a:pt x="92" y="387"/>
                      <a:pt x="94" y="384"/>
                    </a:cubicBezTo>
                    <a:cubicBezTo>
                      <a:pt x="95" y="381"/>
                      <a:pt x="99" y="381"/>
                      <a:pt x="102" y="382"/>
                    </a:cubicBezTo>
                    <a:cubicBezTo>
                      <a:pt x="104" y="384"/>
                      <a:pt x="105" y="388"/>
                      <a:pt x="103" y="390"/>
                    </a:cubicBezTo>
                    <a:cubicBezTo>
                      <a:pt x="102" y="392"/>
                      <a:pt x="100" y="393"/>
                      <a:pt x="98" y="393"/>
                    </a:cubicBezTo>
                    <a:cubicBezTo>
                      <a:pt x="97" y="393"/>
                      <a:pt x="96" y="393"/>
                      <a:pt x="95" y="392"/>
                    </a:cubicBezTo>
                    <a:close/>
                    <a:moveTo>
                      <a:pt x="334" y="383"/>
                    </a:moveTo>
                    <a:cubicBezTo>
                      <a:pt x="332" y="381"/>
                      <a:pt x="333" y="377"/>
                      <a:pt x="335" y="375"/>
                    </a:cubicBezTo>
                    <a:cubicBezTo>
                      <a:pt x="338" y="373"/>
                      <a:pt x="342" y="374"/>
                      <a:pt x="344" y="376"/>
                    </a:cubicBezTo>
                    <a:cubicBezTo>
                      <a:pt x="346" y="379"/>
                      <a:pt x="345" y="383"/>
                      <a:pt x="342" y="385"/>
                    </a:cubicBezTo>
                    <a:cubicBezTo>
                      <a:pt x="341" y="385"/>
                      <a:pt x="340" y="386"/>
                      <a:pt x="339" y="386"/>
                    </a:cubicBezTo>
                    <a:cubicBezTo>
                      <a:pt x="337" y="386"/>
                      <a:pt x="335" y="385"/>
                      <a:pt x="334" y="383"/>
                    </a:cubicBezTo>
                    <a:close/>
                    <a:moveTo>
                      <a:pt x="69" y="372"/>
                    </a:moveTo>
                    <a:cubicBezTo>
                      <a:pt x="69" y="372"/>
                      <a:pt x="69" y="372"/>
                      <a:pt x="69" y="372"/>
                    </a:cubicBezTo>
                    <a:cubicBezTo>
                      <a:pt x="67" y="370"/>
                      <a:pt x="67" y="366"/>
                      <a:pt x="69" y="364"/>
                    </a:cubicBezTo>
                    <a:cubicBezTo>
                      <a:pt x="71" y="361"/>
                      <a:pt x="75" y="361"/>
                      <a:pt x="77" y="363"/>
                    </a:cubicBezTo>
                    <a:cubicBezTo>
                      <a:pt x="79" y="365"/>
                      <a:pt x="80" y="369"/>
                      <a:pt x="77" y="371"/>
                    </a:cubicBezTo>
                    <a:cubicBezTo>
                      <a:pt x="76" y="373"/>
                      <a:pt x="75" y="373"/>
                      <a:pt x="73" y="373"/>
                    </a:cubicBezTo>
                    <a:cubicBezTo>
                      <a:pt x="72" y="373"/>
                      <a:pt x="70" y="373"/>
                      <a:pt x="69" y="372"/>
                    </a:cubicBezTo>
                    <a:close/>
                    <a:moveTo>
                      <a:pt x="359" y="363"/>
                    </a:moveTo>
                    <a:cubicBezTo>
                      <a:pt x="357" y="361"/>
                      <a:pt x="357" y="357"/>
                      <a:pt x="359" y="355"/>
                    </a:cubicBezTo>
                    <a:cubicBezTo>
                      <a:pt x="359" y="355"/>
                      <a:pt x="359" y="355"/>
                      <a:pt x="359" y="355"/>
                    </a:cubicBezTo>
                    <a:cubicBezTo>
                      <a:pt x="361" y="352"/>
                      <a:pt x="365" y="352"/>
                      <a:pt x="367" y="354"/>
                    </a:cubicBezTo>
                    <a:cubicBezTo>
                      <a:pt x="369" y="357"/>
                      <a:pt x="369" y="360"/>
                      <a:pt x="367" y="363"/>
                    </a:cubicBezTo>
                    <a:cubicBezTo>
                      <a:pt x="366" y="364"/>
                      <a:pt x="364" y="364"/>
                      <a:pt x="363" y="364"/>
                    </a:cubicBezTo>
                    <a:cubicBezTo>
                      <a:pt x="361" y="364"/>
                      <a:pt x="360" y="364"/>
                      <a:pt x="359" y="363"/>
                    </a:cubicBezTo>
                    <a:close/>
                    <a:moveTo>
                      <a:pt x="47" y="348"/>
                    </a:moveTo>
                    <a:cubicBezTo>
                      <a:pt x="45" y="345"/>
                      <a:pt x="45" y="342"/>
                      <a:pt x="48" y="340"/>
                    </a:cubicBezTo>
                    <a:cubicBezTo>
                      <a:pt x="50" y="338"/>
                      <a:pt x="54" y="338"/>
                      <a:pt x="56" y="340"/>
                    </a:cubicBezTo>
                    <a:cubicBezTo>
                      <a:pt x="58" y="343"/>
                      <a:pt x="57" y="347"/>
                      <a:pt x="55" y="349"/>
                    </a:cubicBezTo>
                    <a:cubicBezTo>
                      <a:pt x="54" y="350"/>
                      <a:pt x="53" y="350"/>
                      <a:pt x="51" y="350"/>
                    </a:cubicBezTo>
                    <a:cubicBezTo>
                      <a:pt x="50" y="350"/>
                      <a:pt x="48" y="349"/>
                      <a:pt x="47" y="348"/>
                    </a:cubicBezTo>
                    <a:close/>
                    <a:moveTo>
                      <a:pt x="380" y="339"/>
                    </a:moveTo>
                    <a:cubicBezTo>
                      <a:pt x="377" y="337"/>
                      <a:pt x="377" y="333"/>
                      <a:pt x="379" y="331"/>
                    </a:cubicBezTo>
                    <a:cubicBezTo>
                      <a:pt x="381" y="328"/>
                      <a:pt x="384" y="327"/>
                      <a:pt x="387" y="329"/>
                    </a:cubicBezTo>
                    <a:cubicBezTo>
                      <a:pt x="389" y="331"/>
                      <a:pt x="390" y="335"/>
                      <a:pt x="388" y="337"/>
                    </a:cubicBezTo>
                    <a:cubicBezTo>
                      <a:pt x="387" y="339"/>
                      <a:pt x="385" y="340"/>
                      <a:pt x="383" y="340"/>
                    </a:cubicBezTo>
                    <a:cubicBezTo>
                      <a:pt x="382" y="340"/>
                      <a:pt x="381" y="339"/>
                      <a:pt x="380" y="339"/>
                    </a:cubicBezTo>
                    <a:close/>
                    <a:moveTo>
                      <a:pt x="28" y="321"/>
                    </a:moveTo>
                    <a:cubicBezTo>
                      <a:pt x="26" y="318"/>
                      <a:pt x="27" y="314"/>
                      <a:pt x="30" y="313"/>
                    </a:cubicBezTo>
                    <a:cubicBezTo>
                      <a:pt x="33" y="311"/>
                      <a:pt x="37" y="312"/>
                      <a:pt x="38" y="315"/>
                    </a:cubicBezTo>
                    <a:cubicBezTo>
                      <a:pt x="40" y="318"/>
                      <a:pt x="39" y="321"/>
                      <a:pt x="36" y="323"/>
                    </a:cubicBezTo>
                    <a:cubicBezTo>
                      <a:pt x="35" y="323"/>
                      <a:pt x="34" y="324"/>
                      <a:pt x="33" y="324"/>
                    </a:cubicBezTo>
                    <a:cubicBezTo>
                      <a:pt x="31" y="324"/>
                      <a:pt x="29" y="323"/>
                      <a:pt x="28" y="321"/>
                    </a:cubicBezTo>
                    <a:close/>
                    <a:moveTo>
                      <a:pt x="397" y="312"/>
                    </a:moveTo>
                    <a:cubicBezTo>
                      <a:pt x="394" y="310"/>
                      <a:pt x="393" y="307"/>
                      <a:pt x="395" y="304"/>
                    </a:cubicBezTo>
                    <a:cubicBezTo>
                      <a:pt x="396" y="301"/>
                      <a:pt x="400" y="300"/>
                      <a:pt x="403" y="301"/>
                    </a:cubicBezTo>
                    <a:cubicBezTo>
                      <a:pt x="405" y="303"/>
                      <a:pt x="407" y="306"/>
                      <a:pt x="405" y="309"/>
                    </a:cubicBezTo>
                    <a:cubicBezTo>
                      <a:pt x="404" y="311"/>
                      <a:pt x="402" y="312"/>
                      <a:pt x="400" y="312"/>
                    </a:cubicBezTo>
                    <a:cubicBezTo>
                      <a:pt x="399" y="312"/>
                      <a:pt x="398" y="312"/>
                      <a:pt x="397" y="312"/>
                    </a:cubicBezTo>
                    <a:close/>
                    <a:moveTo>
                      <a:pt x="14" y="291"/>
                    </a:moveTo>
                    <a:cubicBezTo>
                      <a:pt x="13" y="288"/>
                      <a:pt x="14" y="285"/>
                      <a:pt x="17" y="283"/>
                    </a:cubicBezTo>
                    <a:cubicBezTo>
                      <a:pt x="20" y="282"/>
                      <a:pt x="24" y="284"/>
                      <a:pt x="25" y="287"/>
                    </a:cubicBezTo>
                    <a:cubicBezTo>
                      <a:pt x="26" y="290"/>
                      <a:pt x="24" y="293"/>
                      <a:pt x="21" y="294"/>
                    </a:cubicBezTo>
                    <a:cubicBezTo>
                      <a:pt x="21" y="295"/>
                      <a:pt x="20" y="295"/>
                      <a:pt x="19" y="295"/>
                    </a:cubicBezTo>
                    <a:cubicBezTo>
                      <a:pt x="17" y="295"/>
                      <a:pt x="15" y="293"/>
                      <a:pt x="14" y="291"/>
                    </a:cubicBezTo>
                    <a:close/>
                    <a:moveTo>
                      <a:pt x="410" y="282"/>
                    </a:moveTo>
                    <a:cubicBezTo>
                      <a:pt x="407" y="281"/>
                      <a:pt x="405" y="278"/>
                      <a:pt x="406" y="275"/>
                    </a:cubicBezTo>
                    <a:cubicBezTo>
                      <a:pt x="407" y="272"/>
                      <a:pt x="411" y="270"/>
                      <a:pt x="414" y="271"/>
                    </a:cubicBezTo>
                    <a:cubicBezTo>
                      <a:pt x="417" y="272"/>
                      <a:pt x="419" y="275"/>
                      <a:pt x="418" y="279"/>
                    </a:cubicBezTo>
                    <a:cubicBezTo>
                      <a:pt x="417" y="281"/>
                      <a:pt x="414" y="283"/>
                      <a:pt x="412" y="283"/>
                    </a:cubicBezTo>
                    <a:cubicBezTo>
                      <a:pt x="411" y="283"/>
                      <a:pt x="411" y="283"/>
                      <a:pt x="410" y="282"/>
                    </a:cubicBezTo>
                    <a:close/>
                    <a:moveTo>
                      <a:pt x="4" y="259"/>
                    </a:moveTo>
                    <a:cubicBezTo>
                      <a:pt x="4" y="256"/>
                      <a:pt x="6" y="253"/>
                      <a:pt x="9" y="252"/>
                    </a:cubicBezTo>
                    <a:cubicBezTo>
                      <a:pt x="12" y="252"/>
                      <a:pt x="15" y="254"/>
                      <a:pt x="16" y="257"/>
                    </a:cubicBezTo>
                    <a:cubicBezTo>
                      <a:pt x="16" y="260"/>
                      <a:pt x="14" y="263"/>
                      <a:pt x="11" y="264"/>
                    </a:cubicBezTo>
                    <a:cubicBezTo>
                      <a:pt x="11" y="264"/>
                      <a:pt x="10" y="264"/>
                      <a:pt x="10" y="264"/>
                    </a:cubicBezTo>
                    <a:cubicBezTo>
                      <a:pt x="7" y="264"/>
                      <a:pt x="5" y="262"/>
                      <a:pt x="4" y="259"/>
                    </a:cubicBezTo>
                    <a:close/>
                    <a:moveTo>
                      <a:pt x="418" y="251"/>
                    </a:moveTo>
                    <a:cubicBezTo>
                      <a:pt x="415" y="251"/>
                      <a:pt x="413" y="248"/>
                      <a:pt x="414" y="245"/>
                    </a:cubicBezTo>
                    <a:cubicBezTo>
                      <a:pt x="414" y="242"/>
                      <a:pt x="417" y="239"/>
                      <a:pt x="420" y="240"/>
                    </a:cubicBezTo>
                    <a:cubicBezTo>
                      <a:pt x="423" y="240"/>
                      <a:pt x="426" y="243"/>
                      <a:pt x="425" y="246"/>
                    </a:cubicBezTo>
                    <a:cubicBezTo>
                      <a:pt x="425" y="249"/>
                      <a:pt x="422" y="251"/>
                      <a:pt x="419" y="251"/>
                    </a:cubicBezTo>
                    <a:lnTo>
                      <a:pt x="418" y="251"/>
                    </a:lnTo>
                    <a:close/>
                    <a:moveTo>
                      <a:pt x="0" y="227"/>
                    </a:moveTo>
                    <a:cubicBezTo>
                      <a:pt x="0" y="227"/>
                      <a:pt x="0" y="227"/>
                      <a:pt x="0" y="227"/>
                    </a:cubicBezTo>
                    <a:cubicBezTo>
                      <a:pt x="0" y="224"/>
                      <a:pt x="2" y="221"/>
                      <a:pt x="5" y="221"/>
                    </a:cubicBezTo>
                    <a:cubicBezTo>
                      <a:pt x="9" y="220"/>
                      <a:pt x="11" y="223"/>
                      <a:pt x="11" y="226"/>
                    </a:cubicBezTo>
                    <a:cubicBezTo>
                      <a:pt x="11" y="226"/>
                      <a:pt x="11" y="226"/>
                      <a:pt x="11" y="226"/>
                    </a:cubicBezTo>
                    <a:cubicBezTo>
                      <a:pt x="12" y="229"/>
                      <a:pt x="9" y="232"/>
                      <a:pt x="6" y="232"/>
                    </a:cubicBezTo>
                    <a:cubicBezTo>
                      <a:pt x="6" y="232"/>
                      <a:pt x="6" y="232"/>
                      <a:pt x="6" y="232"/>
                    </a:cubicBezTo>
                    <a:cubicBezTo>
                      <a:pt x="3" y="232"/>
                      <a:pt x="0" y="230"/>
                      <a:pt x="0" y="227"/>
                    </a:cubicBezTo>
                    <a:close/>
                    <a:moveTo>
                      <a:pt x="416" y="214"/>
                    </a:moveTo>
                    <a:cubicBezTo>
                      <a:pt x="416" y="210"/>
                      <a:pt x="419" y="208"/>
                      <a:pt x="422" y="208"/>
                    </a:cubicBezTo>
                    <a:cubicBezTo>
                      <a:pt x="425" y="208"/>
                      <a:pt x="428" y="210"/>
                      <a:pt x="428" y="214"/>
                    </a:cubicBezTo>
                    <a:cubicBezTo>
                      <a:pt x="428" y="217"/>
                      <a:pt x="425" y="219"/>
                      <a:pt x="422" y="219"/>
                    </a:cubicBezTo>
                    <a:cubicBezTo>
                      <a:pt x="419" y="219"/>
                      <a:pt x="416" y="217"/>
                      <a:pt x="416" y="214"/>
                    </a:cubicBezTo>
                    <a:close/>
                    <a:moveTo>
                      <a:pt x="6" y="200"/>
                    </a:moveTo>
                    <a:cubicBezTo>
                      <a:pt x="2" y="200"/>
                      <a:pt x="0" y="197"/>
                      <a:pt x="0" y="194"/>
                    </a:cubicBezTo>
                    <a:cubicBezTo>
                      <a:pt x="1" y="191"/>
                      <a:pt x="3" y="188"/>
                      <a:pt x="7" y="189"/>
                    </a:cubicBezTo>
                    <a:cubicBezTo>
                      <a:pt x="10" y="189"/>
                      <a:pt x="12" y="192"/>
                      <a:pt x="12" y="195"/>
                    </a:cubicBezTo>
                    <a:cubicBezTo>
                      <a:pt x="12" y="198"/>
                      <a:pt x="9" y="200"/>
                      <a:pt x="6" y="200"/>
                    </a:cubicBezTo>
                    <a:close/>
                    <a:moveTo>
                      <a:pt x="414" y="189"/>
                    </a:moveTo>
                    <a:cubicBezTo>
                      <a:pt x="414" y="189"/>
                      <a:pt x="414" y="189"/>
                      <a:pt x="414" y="189"/>
                    </a:cubicBezTo>
                    <a:cubicBezTo>
                      <a:pt x="414" y="186"/>
                      <a:pt x="416" y="183"/>
                      <a:pt x="419" y="182"/>
                    </a:cubicBezTo>
                    <a:cubicBezTo>
                      <a:pt x="423" y="182"/>
                      <a:pt x="426" y="184"/>
                      <a:pt x="426" y="187"/>
                    </a:cubicBezTo>
                    <a:cubicBezTo>
                      <a:pt x="426" y="191"/>
                      <a:pt x="424" y="194"/>
                      <a:pt x="421" y="194"/>
                    </a:cubicBezTo>
                    <a:cubicBezTo>
                      <a:pt x="420" y="194"/>
                      <a:pt x="420" y="194"/>
                      <a:pt x="420" y="194"/>
                    </a:cubicBezTo>
                    <a:cubicBezTo>
                      <a:pt x="417" y="194"/>
                      <a:pt x="415" y="192"/>
                      <a:pt x="414" y="189"/>
                    </a:cubicBezTo>
                    <a:close/>
                    <a:moveTo>
                      <a:pt x="10" y="168"/>
                    </a:moveTo>
                    <a:cubicBezTo>
                      <a:pt x="7" y="168"/>
                      <a:pt x="5" y="165"/>
                      <a:pt x="6" y="161"/>
                    </a:cubicBezTo>
                    <a:cubicBezTo>
                      <a:pt x="7" y="158"/>
                      <a:pt x="10" y="156"/>
                      <a:pt x="13" y="157"/>
                    </a:cubicBezTo>
                    <a:cubicBezTo>
                      <a:pt x="16" y="158"/>
                      <a:pt x="18" y="161"/>
                      <a:pt x="17" y="164"/>
                    </a:cubicBezTo>
                    <a:cubicBezTo>
                      <a:pt x="17" y="167"/>
                      <a:pt x="14" y="169"/>
                      <a:pt x="12" y="169"/>
                    </a:cubicBezTo>
                    <a:cubicBezTo>
                      <a:pt x="11" y="169"/>
                      <a:pt x="11" y="169"/>
                      <a:pt x="10" y="168"/>
                    </a:cubicBezTo>
                    <a:close/>
                    <a:moveTo>
                      <a:pt x="408" y="158"/>
                    </a:moveTo>
                    <a:cubicBezTo>
                      <a:pt x="408" y="158"/>
                      <a:pt x="408" y="158"/>
                      <a:pt x="408" y="158"/>
                    </a:cubicBezTo>
                    <a:cubicBezTo>
                      <a:pt x="407" y="155"/>
                      <a:pt x="409" y="152"/>
                      <a:pt x="412" y="151"/>
                    </a:cubicBezTo>
                    <a:cubicBezTo>
                      <a:pt x="415" y="150"/>
                      <a:pt x="419" y="152"/>
                      <a:pt x="419" y="155"/>
                    </a:cubicBezTo>
                    <a:cubicBezTo>
                      <a:pt x="420" y="158"/>
                      <a:pt x="419" y="162"/>
                      <a:pt x="415" y="162"/>
                    </a:cubicBezTo>
                    <a:cubicBezTo>
                      <a:pt x="415" y="163"/>
                      <a:pt x="414" y="163"/>
                      <a:pt x="414" y="163"/>
                    </a:cubicBezTo>
                    <a:cubicBezTo>
                      <a:pt x="411" y="163"/>
                      <a:pt x="409" y="161"/>
                      <a:pt x="408" y="158"/>
                    </a:cubicBezTo>
                    <a:close/>
                    <a:moveTo>
                      <a:pt x="19" y="138"/>
                    </a:moveTo>
                    <a:cubicBezTo>
                      <a:pt x="16" y="137"/>
                      <a:pt x="15" y="133"/>
                      <a:pt x="16" y="130"/>
                    </a:cubicBezTo>
                    <a:cubicBezTo>
                      <a:pt x="18" y="127"/>
                      <a:pt x="21" y="126"/>
                      <a:pt x="24" y="127"/>
                    </a:cubicBezTo>
                    <a:cubicBezTo>
                      <a:pt x="27" y="128"/>
                      <a:pt x="28" y="132"/>
                      <a:pt x="27" y="135"/>
                    </a:cubicBezTo>
                    <a:cubicBezTo>
                      <a:pt x="26" y="137"/>
                      <a:pt x="24" y="138"/>
                      <a:pt x="22" y="138"/>
                    </a:cubicBezTo>
                    <a:cubicBezTo>
                      <a:pt x="21" y="138"/>
                      <a:pt x="20" y="138"/>
                      <a:pt x="19" y="138"/>
                    </a:cubicBezTo>
                    <a:close/>
                    <a:moveTo>
                      <a:pt x="397" y="129"/>
                    </a:moveTo>
                    <a:cubicBezTo>
                      <a:pt x="396" y="126"/>
                      <a:pt x="397" y="123"/>
                      <a:pt x="400" y="121"/>
                    </a:cubicBezTo>
                    <a:cubicBezTo>
                      <a:pt x="403" y="120"/>
                      <a:pt x="407" y="121"/>
                      <a:pt x="408" y="124"/>
                    </a:cubicBezTo>
                    <a:cubicBezTo>
                      <a:pt x="408" y="124"/>
                      <a:pt x="408" y="124"/>
                      <a:pt x="408" y="124"/>
                    </a:cubicBezTo>
                    <a:cubicBezTo>
                      <a:pt x="409" y="127"/>
                      <a:pt x="408" y="131"/>
                      <a:pt x="405" y="132"/>
                    </a:cubicBezTo>
                    <a:cubicBezTo>
                      <a:pt x="404" y="132"/>
                      <a:pt x="404" y="133"/>
                      <a:pt x="403" y="133"/>
                    </a:cubicBezTo>
                    <a:cubicBezTo>
                      <a:pt x="401" y="133"/>
                      <a:pt x="398" y="131"/>
                      <a:pt x="397" y="129"/>
                    </a:cubicBezTo>
                    <a:close/>
                    <a:moveTo>
                      <a:pt x="33" y="109"/>
                    </a:moveTo>
                    <a:cubicBezTo>
                      <a:pt x="31" y="107"/>
                      <a:pt x="30" y="104"/>
                      <a:pt x="32" y="101"/>
                    </a:cubicBezTo>
                    <a:cubicBezTo>
                      <a:pt x="33" y="98"/>
                      <a:pt x="37" y="97"/>
                      <a:pt x="40" y="99"/>
                    </a:cubicBezTo>
                    <a:cubicBezTo>
                      <a:pt x="42" y="101"/>
                      <a:pt x="43" y="104"/>
                      <a:pt x="41" y="107"/>
                    </a:cubicBezTo>
                    <a:cubicBezTo>
                      <a:pt x="40" y="109"/>
                      <a:pt x="38" y="110"/>
                      <a:pt x="36" y="110"/>
                    </a:cubicBezTo>
                    <a:cubicBezTo>
                      <a:pt x="35" y="110"/>
                      <a:pt x="34" y="110"/>
                      <a:pt x="33" y="109"/>
                    </a:cubicBezTo>
                    <a:close/>
                    <a:moveTo>
                      <a:pt x="382" y="102"/>
                    </a:moveTo>
                    <a:cubicBezTo>
                      <a:pt x="381" y="99"/>
                      <a:pt x="381" y="96"/>
                      <a:pt x="384" y="94"/>
                    </a:cubicBezTo>
                    <a:cubicBezTo>
                      <a:pt x="387" y="92"/>
                      <a:pt x="390" y="93"/>
                      <a:pt x="392" y="96"/>
                    </a:cubicBezTo>
                    <a:cubicBezTo>
                      <a:pt x="394" y="98"/>
                      <a:pt x="393" y="102"/>
                      <a:pt x="390" y="104"/>
                    </a:cubicBezTo>
                    <a:cubicBezTo>
                      <a:pt x="389" y="104"/>
                      <a:pt x="388" y="105"/>
                      <a:pt x="387" y="105"/>
                    </a:cubicBezTo>
                    <a:cubicBezTo>
                      <a:pt x="385" y="105"/>
                      <a:pt x="383" y="104"/>
                      <a:pt x="382" y="102"/>
                    </a:cubicBezTo>
                    <a:close/>
                    <a:moveTo>
                      <a:pt x="52" y="83"/>
                    </a:moveTo>
                    <a:cubicBezTo>
                      <a:pt x="49" y="80"/>
                      <a:pt x="49" y="77"/>
                      <a:pt x="51" y="74"/>
                    </a:cubicBezTo>
                    <a:cubicBezTo>
                      <a:pt x="53" y="72"/>
                      <a:pt x="57" y="72"/>
                      <a:pt x="59" y="74"/>
                    </a:cubicBezTo>
                    <a:cubicBezTo>
                      <a:pt x="62" y="76"/>
                      <a:pt x="62" y="79"/>
                      <a:pt x="60" y="82"/>
                    </a:cubicBezTo>
                    <a:cubicBezTo>
                      <a:pt x="59" y="83"/>
                      <a:pt x="57" y="84"/>
                      <a:pt x="55" y="84"/>
                    </a:cubicBezTo>
                    <a:cubicBezTo>
                      <a:pt x="54" y="84"/>
                      <a:pt x="53" y="83"/>
                      <a:pt x="52" y="83"/>
                    </a:cubicBezTo>
                    <a:close/>
                    <a:moveTo>
                      <a:pt x="363" y="77"/>
                    </a:moveTo>
                    <a:cubicBezTo>
                      <a:pt x="363" y="77"/>
                      <a:pt x="363" y="77"/>
                      <a:pt x="363" y="77"/>
                    </a:cubicBezTo>
                    <a:cubicBezTo>
                      <a:pt x="361" y="75"/>
                      <a:pt x="361" y="71"/>
                      <a:pt x="364" y="69"/>
                    </a:cubicBezTo>
                    <a:cubicBezTo>
                      <a:pt x="366" y="67"/>
                      <a:pt x="370" y="67"/>
                      <a:pt x="372" y="70"/>
                    </a:cubicBezTo>
                    <a:cubicBezTo>
                      <a:pt x="374" y="72"/>
                      <a:pt x="374" y="76"/>
                      <a:pt x="371" y="78"/>
                    </a:cubicBezTo>
                    <a:cubicBezTo>
                      <a:pt x="370" y="79"/>
                      <a:pt x="369" y="79"/>
                      <a:pt x="367" y="79"/>
                    </a:cubicBezTo>
                    <a:cubicBezTo>
                      <a:pt x="366" y="79"/>
                      <a:pt x="364" y="79"/>
                      <a:pt x="363" y="77"/>
                    </a:cubicBezTo>
                    <a:close/>
                    <a:moveTo>
                      <a:pt x="74" y="59"/>
                    </a:moveTo>
                    <a:cubicBezTo>
                      <a:pt x="72" y="57"/>
                      <a:pt x="72" y="53"/>
                      <a:pt x="74" y="51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7" y="49"/>
                      <a:pt x="80" y="49"/>
                      <a:pt x="83" y="52"/>
                    </a:cubicBezTo>
                    <a:cubicBezTo>
                      <a:pt x="85" y="54"/>
                      <a:pt x="84" y="58"/>
                      <a:pt x="82" y="60"/>
                    </a:cubicBezTo>
                    <a:cubicBezTo>
                      <a:pt x="81" y="61"/>
                      <a:pt x="79" y="61"/>
                      <a:pt x="78" y="61"/>
                    </a:cubicBezTo>
                    <a:cubicBezTo>
                      <a:pt x="76" y="61"/>
                      <a:pt x="75" y="61"/>
                      <a:pt x="74" y="59"/>
                    </a:cubicBezTo>
                    <a:close/>
                    <a:moveTo>
                      <a:pt x="340" y="56"/>
                    </a:moveTo>
                    <a:cubicBezTo>
                      <a:pt x="338" y="54"/>
                      <a:pt x="338" y="50"/>
                      <a:pt x="340" y="48"/>
                    </a:cubicBezTo>
                    <a:cubicBezTo>
                      <a:pt x="342" y="45"/>
                      <a:pt x="345" y="45"/>
                      <a:pt x="348" y="47"/>
                    </a:cubicBezTo>
                    <a:cubicBezTo>
                      <a:pt x="350" y="49"/>
                      <a:pt x="351" y="53"/>
                      <a:pt x="349" y="55"/>
                    </a:cubicBezTo>
                    <a:cubicBezTo>
                      <a:pt x="348" y="57"/>
                      <a:pt x="346" y="57"/>
                      <a:pt x="344" y="57"/>
                    </a:cubicBezTo>
                    <a:cubicBezTo>
                      <a:pt x="343" y="57"/>
                      <a:pt x="342" y="57"/>
                      <a:pt x="340" y="56"/>
                    </a:cubicBezTo>
                    <a:close/>
                    <a:moveTo>
                      <a:pt x="99" y="40"/>
                    </a:moveTo>
                    <a:cubicBezTo>
                      <a:pt x="97" y="37"/>
                      <a:pt x="98" y="33"/>
                      <a:pt x="101" y="32"/>
                    </a:cubicBezTo>
                    <a:cubicBezTo>
                      <a:pt x="104" y="30"/>
                      <a:pt x="107" y="31"/>
                      <a:pt x="109" y="33"/>
                    </a:cubicBezTo>
                    <a:cubicBezTo>
                      <a:pt x="111" y="36"/>
                      <a:pt x="110" y="40"/>
                      <a:pt x="107" y="42"/>
                    </a:cubicBezTo>
                    <a:cubicBezTo>
                      <a:pt x="106" y="42"/>
                      <a:pt x="105" y="42"/>
                      <a:pt x="104" y="42"/>
                    </a:cubicBezTo>
                    <a:cubicBezTo>
                      <a:pt x="102" y="42"/>
                      <a:pt x="100" y="41"/>
                      <a:pt x="99" y="40"/>
                    </a:cubicBezTo>
                    <a:close/>
                    <a:moveTo>
                      <a:pt x="315" y="38"/>
                    </a:moveTo>
                    <a:cubicBezTo>
                      <a:pt x="312" y="37"/>
                      <a:pt x="311" y="33"/>
                      <a:pt x="313" y="30"/>
                    </a:cubicBezTo>
                    <a:cubicBezTo>
                      <a:pt x="314" y="28"/>
                      <a:pt x="318" y="27"/>
                      <a:pt x="321" y="28"/>
                    </a:cubicBezTo>
                    <a:cubicBezTo>
                      <a:pt x="323" y="30"/>
                      <a:pt x="324" y="33"/>
                      <a:pt x="323" y="36"/>
                    </a:cubicBezTo>
                    <a:cubicBezTo>
                      <a:pt x="322" y="38"/>
                      <a:pt x="320" y="39"/>
                      <a:pt x="318" y="39"/>
                    </a:cubicBezTo>
                    <a:cubicBezTo>
                      <a:pt x="317" y="39"/>
                      <a:pt x="316" y="39"/>
                      <a:pt x="315" y="38"/>
                    </a:cubicBezTo>
                    <a:close/>
                    <a:moveTo>
                      <a:pt x="127" y="24"/>
                    </a:moveTo>
                    <a:cubicBezTo>
                      <a:pt x="126" y="21"/>
                      <a:pt x="127" y="18"/>
                      <a:pt x="130" y="16"/>
                    </a:cubicBezTo>
                    <a:cubicBezTo>
                      <a:pt x="133" y="15"/>
                      <a:pt x="136" y="17"/>
                      <a:pt x="138" y="20"/>
                    </a:cubicBezTo>
                    <a:cubicBezTo>
                      <a:pt x="139" y="23"/>
                      <a:pt x="138" y="26"/>
                      <a:pt x="135" y="27"/>
                    </a:cubicBezTo>
                    <a:cubicBezTo>
                      <a:pt x="134" y="28"/>
                      <a:pt x="133" y="28"/>
                      <a:pt x="132" y="28"/>
                    </a:cubicBezTo>
                    <a:cubicBezTo>
                      <a:pt x="130" y="28"/>
                      <a:pt x="128" y="26"/>
                      <a:pt x="127" y="24"/>
                    </a:cubicBezTo>
                    <a:close/>
                    <a:moveTo>
                      <a:pt x="287" y="25"/>
                    </a:moveTo>
                    <a:cubicBezTo>
                      <a:pt x="284" y="24"/>
                      <a:pt x="282" y="20"/>
                      <a:pt x="283" y="17"/>
                    </a:cubicBezTo>
                    <a:cubicBezTo>
                      <a:pt x="285" y="14"/>
                      <a:pt x="288" y="13"/>
                      <a:pt x="291" y="14"/>
                    </a:cubicBezTo>
                    <a:cubicBezTo>
                      <a:pt x="294" y="15"/>
                      <a:pt x="295" y="19"/>
                      <a:pt x="294" y="22"/>
                    </a:cubicBezTo>
                    <a:cubicBezTo>
                      <a:pt x="293" y="24"/>
                      <a:pt x="291" y="25"/>
                      <a:pt x="289" y="25"/>
                    </a:cubicBezTo>
                    <a:cubicBezTo>
                      <a:pt x="288" y="25"/>
                      <a:pt x="287" y="25"/>
                      <a:pt x="287" y="25"/>
                    </a:cubicBezTo>
                    <a:close/>
                    <a:moveTo>
                      <a:pt x="157" y="13"/>
                    </a:moveTo>
                    <a:cubicBezTo>
                      <a:pt x="156" y="10"/>
                      <a:pt x="158" y="7"/>
                      <a:pt x="161" y="6"/>
                    </a:cubicBezTo>
                    <a:cubicBezTo>
                      <a:pt x="164" y="5"/>
                      <a:pt x="168" y="7"/>
                      <a:pt x="168" y="10"/>
                    </a:cubicBezTo>
                    <a:cubicBezTo>
                      <a:pt x="169" y="13"/>
                      <a:pt x="167" y="17"/>
                      <a:pt x="164" y="17"/>
                    </a:cubicBezTo>
                    <a:cubicBezTo>
                      <a:pt x="164" y="17"/>
                      <a:pt x="163" y="17"/>
                      <a:pt x="163" y="17"/>
                    </a:cubicBezTo>
                    <a:cubicBezTo>
                      <a:pt x="160" y="17"/>
                      <a:pt x="158" y="16"/>
                      <a:pt x="157" y="13"/>
                    </a:cubicBezTo>
                    <a:close/>
                    <a:moveTo>
                      <a:pt x="257" y="16"/>
                    </a:moveTo>
                    <a:cubicBezTo>
                      <a:pt x="254" y="15"/>
                      <a:pt x="252" y="12"/>
                      <a:pt x="252" y="9"/>
                    </a:cubicBezTo>
                    <a:cubicBezTo>
                      <a:pt x="253" y="6"/>
                      <a:pt x="256" y="4"/>
                      <a:pt x="259" y="5"/>
                    </a:cubicBezTo>
                    <a:cubicBezTo>
                      <a:pt x="263" y="5"/>
                      <a:pt x="265" y="8"/>
                      <a:pt x="264" y="11"/>
                    </a:cubicBezTo>
                    <a:cubicBezTo>
                      <a:pt x="263" y="14"/>
                      <a:pt x="261" y="16"/>
                      <a:pt x="258" y="16"/>
                    </a:cubicBezTo>
                    <a:cubicBezTo>
                      <a:pt x="258" y="16"/>
                      <a:pt x="257" y="16"/>
                      <a:pt x="257" y="16"/>
                    </a:cubicBezTo>
                    <a:close/>
                    <a:moveTo>
                      <a:pt x="189" y="7"/>
                    </a:moveTo>
                    <a:cubicBezTo>
                      <a:pt x="188" y="4"/>
                      <a:pt x="191" y="1"/>
                      <a:pt x="194" y="0"/>
                    </a:cubicBezTo>
                    <a:cubicBezTo>
                      <a:pt x="197" y="0"/>
                      <a:pt x="200" y="3"/>
                      <a:pt x="200" y="6"/>
                    </a:cubicBezTo>
                    <a:cubicBezTo>
                      <a:pt x="200" y="9"/>
                      <a:pt x="198" y="12"/>
                      <a:pt x="195" y="12"/>
                    </a:cubicBezTo>
                    <a:cubicBezTo>
                      <a:pt x="194" y="12"/>
                      <a:pt x="194" y="12"/>
                      <a:pt x="194" y="12"/>
                    </a:cubicBezTo>
                    <a:cubicBezTo>
                      <a:pt x="191" y="12"/>
                      <a:pt x="189" y="10"/>
                      <a:pt x="189" y="7"/>
                    </a:cubicBezTo>
                    <a:close/>
                    <a:moveTo>
                      <a:pt x="226" y="12"/>
                    </a:moveTo>
                    <a:cubicBezTo>
                      <a:pt x="223" y="11"/>
                      <a:pt x="220" y="9"/>
                      <a:pt x="221" y="5"/>
                    </a:cubicBezTo>
                    <a:cubicBezTo>
                      <a:pt x="221" y="2"/>
                      <a:pt x="224" y="0"/>
                      <a:pt x="227" y="0"/>
                    </a:cubicBezTo>
                    <a:cubicBezTo>
                      <a:pt x="230" y="0"/>
                      <a:pt x="232" y="3"/>
                      <a:pt x="232" y="6"/>
                    </a:cubicBezTo>
                    <a:cubicBezTo>
                      <a:pt x="232" y="9"/>
                      <a:pt x="229" y="12"/>
                      <a:pt x="226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24"/>
              <p:cNvSpPr/>
              <p:nvPr/>
            </p:nvSpPr>
            <p:spPr>
              <a:xfrm>
                <a:off x="5913438" y="4510088"/>
                <a:ext cx="625475" cy="62547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371" extrusionOk="0">
                    <a:moveTo>
                      <a:pt x="186" y="371"/>
                    </a:moveTo>
                    <a:cubicBezTo>
                      <a:pt x="83" y="371"/>
                      <a:pt x="0" y="288"/>
                      <a:pt x="0" y="186"/>
                    </a:cubicBezTo>
                    <a:cubicBezTo>
                      <a:pt x="0" y="83"/>
                      <a:pt x="83" y="0"/>
                      <a:pt x="186" y="0"/>
                    </a:cubicBezTo>
                    <a:cubicBezTo>
                      <a:pt x="288" y="0"/>
                      <a:pt x="371" y="83"/>
                      <a:pt x="371" y="186"/>
                    </a:cubicBezTo>
                    <a:cubicBezTo>
                      <a:pt x="371" y="288"/>
                      <a:pt x="288" y="371"/>
                      <a:pt x="186" y="371"/>
                    </a:cubicBezTo>
                    <a:close/>
                    <a:moveTo>
                      <a:pt x="186" y="8"/>
                    </a:moveTo>
                    <a:cubicBezTo>
                      <a:pt x="88" y="8"/>
                      <a:pt x="8" y="88"/>
                      <a:pt x="8" y="186"/>
                    </a:cubicBezTo>
                    <a:cubicBezTo>
                      <a:pt x="8" y="283"/>
                      <a:pt x="88" y="363"/>
                      <a:pt x="186" y="363"/>
                    </a:cubicBezTo>
                    <a:cubicBezTo>
                      <a:pt x="283" y="363"/>
                      <a:pt x="363" y="283"/>
                      <a:pt x="363" y="186"/>
                    </a:cubicBezTo>
                    <a:cubicBezTo>
                      <a:pt x="363" y="88"/>
                      <a:pt x="283" y="8"/>
                      <a:pt x="186" y="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24"/>
              <p:cNvSpPr/>
              <p:nvPr/>
            </p:nvSpPr>
            <p:spPr>
              <a:xfrm>
                <a:off x="5978525" y="4573588"/>
                <a:ext cx="496888" cy="498475"/>
              </a:xfrm>
              <a:custGeom>
                <a:avLst/>
                <a:gdLst/>
                <a:ahLst/>
                <a:cxnLst/>
                <a:rect l="l" t="t" r="r" b="b"/>
                <a:pathLst>
                  <a:path w="295" h="295" extrusionOk="0">
                    <a:moveTo>
                      <a:pt x="148" y="295"/>
                    </a:moveTo>
                    <a:cubicBezTo>
                      <a:pt x="66" y="295"/>
                      <a:pt x="0" y="229"/>
                      <a:pt x="0" y="148"/>
                    </a:cubicBezTo>
                    <a:cubicBezTo>
                      <a:pt x="0" y="66"/>
                      <a:pt x="66" y="0"/>
                      <a:pt x="148" y="0"/>
                    </a:cubicBezTo>
                    <a:cubicBezTo>
                      <a:pt x="229" y="0"/>
                      <a:pt x="295" y="66"/>
                      <a:pt x="295" y="148"/>
                    </a:cubicBezTo>
                    <a:cubicBezTo>
                      <a:pt x="295" y="229"/>
                      <a:pt x="229" y="295"/>
                      <a:pt x="148" y="295"/>
                    </a:cubicBezTo>
                    <a:close/>
                    <a:moveTo>
                      <a:pt x="148" y="31"/>
                    </a:moveTo>
                    <a:cubicBezTo>
                      <a:pt x="83" y="31"/>
                      <a:pt x="31" y="83"/>
                      <a:pt x="31" y="148"/>
                    </a:cubicBezTo>
                    <a:cubicBezTo>
                      <a:pt x="31" y="212"/>
                      <a:pt x="83" y="264"/>
                      <a:pt x="148" y="264"/>
                    </a:cubicBezTo>
                    <a:cubicBezTo>
                      <a:pt x="212" y="264"/>
                      <a:pt x="264" y="212"/>
                      <a:pt x="264" y="148"/>
                    </a:cubicBezTo>
                    <a:cubicBezTo>
                      <a:pt x="264" y="83"/>
                      <a:pt x="212" y="31"/>
                      <a:pt x="148" y="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●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○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■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●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○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■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●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○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Char char="■"/>
              <a:defRPr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9" r:id="rId10"/>
    <p:sldLayoutId id="214748367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  <p15:guide id="5" orient="horz" pos="1620">
          <p15:clr>
            <a:srgbClr val="E46962"/>
          </p15:clr>
        </p15:guide>
        <p15:guide id="6" pos="28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28"/>
          <p:cNvSpPr txBox="1">
            <a:spLocks noGrp="1"/>
          </p:cNvSpPr>
          <p:nvPr>
            <p:ph type="ctrTitle"/>
          </p:nvPr>
        </p:nvSpPr>
        <p:spPr>
          <a:xfrm>
            <a:off x="603945" y="255673"/>
            <a:ext cx="2058775" cy="8160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Tugas 3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126" name="Google Shape;1126;p28"/>
          <p:cNvSpPr txBox="1">
            <a:spLocks noGrp="1"/>
          </p:cNvSpPr>
          <p:nvPr>
            <p:ph type="subTitle" idx="1"/>
          </p:nvPr>
        </p:nvSpPr>
        <p:spPr>
          <a:xfrm>
            <a:off x="713341" y="1071761"/>
            <a:ext cx="4156200" cy="13906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Buat makalah tentang ISO keamananan berikut: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latin typeface="+mj-lt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" dirty="0">
                <a:latin typeface="+mj-lt"/>
              </a:rPr>
              <a:t>ISO 27001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AutoNum type="alphaUcPeriod"/>
            </a:pPr>
            <a:r>
              <a:rPr lang="en" dirty="0">
                <a:latin typeface="+mj-lt"/>
              </a:rPr>
              <a:t>ISO 27002 </a:t>
            </a:r>
            <a:endParaRPr dirty="0">
              <a:latin typeface="+mj-lt"/>
            </a:endParaRPr>
          </a:p>
        </p:txBody>
      </p:sp>
      <p:pic>
        <p:nvPicPr>
          <p:cNvPr id="1127" name="Google Shape;1127;p28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t="14445" b="14445"/>
          <a:stretch/>
        </p:blipFill>
        <p:spPr>
          <a:xfrm>
            <a:off x="5183575" y="539500"/>
            <a:ext cx="3960300" cy="4064400"/>
          </a:xfrm>
          <a:prstGeom prst="snip2DiagRect">
            <a:avLst>
              <a:gd name="adj1" fmla="val 0"/>
              <a:gd name="adj2" fmla="val 27171"/>
            </a:avLst>
          </a:prstGeom>
        </p:spPr>
      </p:pic>
      <p:grpSp>
        <p:nvGrpSpPr>
          <p:cNvPr id="1128" name="Google Shape;1128;p28"/>
          <p:cNvGrpSpPr/>
          <p:nvPr/>
        </p:nvGrpSpPr>
        <p:grpSpPr>
          <a:xfrm>
            <a:off x="4572002" y="415286"/>
            <a:ext cx="1025928" cy="248431"/>
            <a:chOff x="4287838" y="1025525"/>
            <a:chExt cx="708025" cy="171450"/>
          </a:xfrm>
        </p:grpSpPr>
        <p:sp>
          <p:nvSpPr>
            <p:cNvPr id="1129" name="Google Shape;1129;p28"/>
            <p:cNvSpPr/>
            <p:nvPr/>
          </p:nvSpPr>
          <p:spPr>
            <a:xfrm>
              <a:off x="4914900" y="1025525"/>
              <a:ext cx="80963" cy="171450"/>
            </a:xfrm>
            <a:custGeom>
              <a:avLst/>
              <a:gdLst/>
              <a:ahLst/>
              <a:cxnLst/>
              <a:rect l="l" t="t" r="r" b="b"/>
              <a:pathLst>
                <a:path w="51" h="108" extrusionOk="0">
                  <a:moveTo>
                    <a:pt x="38" y="0"/>
                  </a:moveTo>
                  <a:lnTo>
                    <a:pt x="51" y="10"/>
                  </a:lnTo>
                  <a:lnTo>
                    <a:pt x="21" y="54"/>
                  </a:lnTo>
                  <a:lnTo>
                    <a:pt x="51" y="99"/>
                  </a:lnTo>
                  <a:lnTo>
                    <a:pt x="38" y="108"/>
                  </a:lnTo>
                  <a:lnTo>
                    <a:pt x="0" y="5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28"/>
            <p:cNvSpPr/>
            <p:nvPr/>
          </p:nvSpPr>
          <p:spPr>
            <a:xfrm>
              <a:off x="4846638" y="1025525"/>
              <a:ext cx="80963" cy="171450"/>
            </a:xfrm>
            <a:custGeom>
              <a:avLst/>
              <a:gdLst/>
              <a:ahLst/>
              <a:cxnLst/>
              <a:rect l="l" t="t" r="r" b="b"/>
              <a:pathLst>
                <a:path w="51" h="108" extrusionOk="0">
                  <a:moveTo>
                    <a:pt x="37" y="0"/>
                  </a:moveTo>
                  <a:lnTo>
                    <a:pt x="51" y="10"/>
                  </a:lnTo>
                  <a:lnTo>
                    <a:pt x="20" y="54"/>
                  </a:lnTo>
                  <a:lnTo>
                    <a:pt x="51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28"/>
            <p:cNvSpPr/>
            <p:nvPr/>
          </p:nvSpPr>
          <p:spPr>
            <a:xfrm>
              <a:off x="4776788" y="1025525"/>
              <a:ext cx="79375" cy="171450"/>
            </a:xfrm>
            <a:custGeom>
              <a:avLst/>
              <a:gdLst/>
              <a:ahLst/>
              <a:cxnLst/>
              <a:rect l="l" t="t" r="r" b="b"/>
              <a:pathLst>
                <a:path w="50" h="108" extrusionOk="0">
                  <a:moveTo>
                    <a:pt x="37" y="0"/>
                  </a:moveTo>
                  <a:lnTo>
                    <a:pt x="50" y="10"/>
                  </a:lnTo>
                  <a:lnTo>
                    <a:pt x="19" y="54"/>
                  </a:lnTo>
                  <a:lnTo>
                    <a:pt x="50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28"/>
            <p:cNvSpPr/>
            <p:nvPr/>
          </p:nvSpPr>
          <p:spPr>
            <a:xfrm>
              <a:off x="4706938" y="1025525"/>
              <a:ext cx="80963" cy="171450"/>
            </a:xfrm>
            <a:custGeom>
              <a:avLst/>
              <a:gdLst/>
              <a:ahLst/>
              <a:cxnLst/>
              <a:rect l="l" t="t" r="r" b="b"/>
              <a:pathLst>
                <a:path w="51" h="108" extrusionOk="0">
                  <a:moveTo>
                    <a:pt x="37" y="0"/>
                  </a:moveTo>
                  <a:lnTo>
                    <a:pt x="51" y="10"/>
                  </a:lnTo>
                  <a:lnTo>
                    <a:pt x="20" y="54"/>
                  </a:lnTo>
                  <a:lnTo>
                    <a:pt x="51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28"/>
            <p:cNvSpPr/>
            <p:nvPr/>
          </p:nvSpPr>
          <p:spPr>
            <a:xfrm>
              <a:off x="4637088" y="1025525"/>
              <a:ext cx="79375" cy="171450"/>
            </a:xfrm>
            <a:custGeom>
              <a:avLst/>
              <a:gdLst/>
              <a:ahLst/>
              <a:cxnLst/>
              <a:rect l="l" t="t" r="r" b="b"/>
              <a:pathLst>
                <a:path w="50" h="108" extrusionOk="0">
                  <a:moveTo>
                    <a:pt x="37" y="0"/>
                  </a:moveTo>
                  <a:lnTo>
                    <a:pt x="50" y="10"/>
                  </a:lnTo>
                  <a:lnTo>
                    <a:pt x="19" y="54"/>
                  </a:lnTo>
                  <a:lnTo>
                    <a:pt x="50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28"/>
            <p:cNvSpPr/>
            <p:nvPr/>
          </p:nvSpPr>
          <p:spPr>
            <a:xfrm>
              <a:off x="4568825" y="1025525"/>
              <a:ext cx="77788" cy="171450"/>
            </a:xfrm>
            <a:custGeom>
              <a:avLst/>
              <a:gdLst/>
              <a:ahLst/>
              <a:cxnLst/>
              <a:rect l="l" t="t" r="r" b="b"/>
              <a:pathLst>
                <a:path w="49" h="108" extrusionOk="0">
                  <a:moveTo>
                    <a:pt x="37" y="0"/>
                  </a:moveTo>
                  <a:lnTo>
                    <a:pt x="49" y="10"/>
                  </a:lnTo>
                  <a:lnTo>
                    <a:pt x="19" y="54"/>
                  </a:lnTo>
                  <a:lnTo>
                    <a:pt x="49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28"/>
            <p:cNvSpPr/>
            <p:nvPr/>
          </p:nvSpPr>
          <p:spPr>
            <a:xfrm>
              <a:off x="4497388" y="1025525"/>
              <a:ext cx="80963" cy="171450"/>
            </a:xfrm>
            <a:custGeom>
              <a:avLst/>
              <a:gdLst/>
              <a:ahLst/>
              <a:cxnLst/>
              <a:rect l="l" t="t" r="r" b="b"/>
              <a:pathLst>
                <a:path w="51" h="108" extrusionOk="0">
                  <a:moveTo>
                    <a:pt x="37" y="0"/>
                  </a:moveTo>
                  <a:lnTo>
                    <a:pt x="51" y="10"/>
                  </a:lnTo>
                  <a:lnTo>
                    <a:pt x="20" y="54"/>
                  </a:lnTo>
                  <a:lnTo>
                    <a:pt x="51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28"/>
            <p:cNvSpPr/>
            <p:nvPr/>
          </p:nvSpPr>
          <p:spPr>
            <a:xfrm>
              <a:off x="4427538" y="1025525"/>
              <a:ext cx="79375" cy="171450"/>
            </a:xfrm>
            <a:custGeom>
              <a:avLst/>
              <a:gdLst/>
              <a:ahLst/>
              <a:cxnLst/>
              <a:rect l="l" t="t" r="r" b="b"/>
              <a:pathLst>
                <a:path w="50" h="108" extrusionOk="0">
                  <a:moveTo>
                    <a:pt x="38" y="0"/>
                  </a:moveTo>
                  <a:lnTo>
                    <a:pt x="50" y="10"/>
                  </a:lnTo>
                  <a:lnTo>
                    <a:pt x="20" y="54"/>
                  </a:lnTo>
                  <a:lnTo>
                    <a:pt x="50" y="99"/>
                  </a:lnTo>
                  <a:lnTo>
                    <a:pt x="38" y="108"/>
                  </a:lnTo>
                  <a:lnTo>
                    <a:pt x="0" y="5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28"/>
            <p:cNvSpPr/>
            <p:nvPr/>
          </p:nvSpPr>
          <p:spPr>
            <a:xfrm>
              <a:off x="4359275" y="1025525"/>
              <a:ext cx="79375" cy="171450"/>
            </a:xfrm>
            <a:custGeom>
              <a:avLst/>
              <a:gdLst/>
              <a:ahLst/>
              <a:cxnLst/>
              <a:rect l="l" t="t" r="r" b="b"/>
              <a:pathLst>
                <a:path w="50" h="108" extrusionOk="0">
                  <a:moveTo>
                    <a:pt x="37" y="0"/>
                  </a:moveTo>
                  <a:lnTo>
                    <a:pt x="50" y="10"/>
                  </a:lnTo>
                  <a:lnTo>
                    <a:pt x="19" y="54"/>
                  </a:lnTo>
                  <a:lnTo>
                    <a:pt x="50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28"/>
            <p:cNvSpPr/>
            <p:nvPr/>
          </p:nvSpPr>
          <p:spPr>
            <a:xfrm>
              <a:off x="4287838" y="1025525"/>
              <a:ext cx="80963" cy="171450"/>
            </a:xfrm>
            <a:custGeom>
              <a:avLst/>
              <a:gdLst/>
              <a:ahLst/>
              <a:cxnLst/>
              <a:rect l="l" t="t" r="r" b="b"/>
              <a:pathLst>
                <a:path w="51" h="108" extrusionOk="0">
                  <a:moveTo>
                    <a:pt x="37" y="0"/>
                  </a:moveTo>
                  <a:lnTo>
                    <a:pt x="51" y="10"/>
                  </a:lnTo>
                  <a:lnTo>
                    <a:pt x="20" y="54"/>
                  </a:lnTo>
                  <a:lnTo>
                    <a:pt x="51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9" name="Google Shape;1139;p28"/>
          <p:cNvGrpSpPr/>
          <p:nvPr/>
        </p:nvGrpSpPr>
        <p:grpSpPr>
          <a:xfrm>
            <a:off x="7706075" y="3880100"/>
            <a:ext cx="1449389" cy="1447800"/>
            <a:chOff x="5502275" y="4098925"/>
            <a:chExt cx="1449389" cy="1447800"/>
          </a:xfrm>
        </p:grpSpPr>
        <p:sp>
          <p:nvSpPr>
            <p:cNvPr id="1140" name="Google Shape;1140;p28"/>
            <p:cNvSpPr/>
            <p:nvPr/>
          </p:nvSpPr>
          <p:spPr>
            <a:xfrm>
              <a:off x="5502275" y="4098925"/>
              <a:ext cx="1449389" cy="1447800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30" y="858"/>
                  </a:moveTo>
                  <a:cubicBezTo>
                    <a:pt x="193" y="858"/>
                    <a:pt x="0" y="665"/>
                    <a:pt x="0" y="429"/>
                  </a:cubicBezTo>
                  <a:cubicBezTo>
                    <a:pt x="0" y="192"/>
                    <a:pt x="193" y="0"/>
                    <a:pt x="430" y="0"/>
                  </a:cubicBezTo>
                  <a:cubicBezTo>
                    <a:pt x="666" y="0"/>
                    <a:pt x="859" y="192"/>
                    <a:pt x="859" y="429"/>
                  </a:cubicBezTo>
                  <a:cubicBezTo>
                    <a:pt x="859" y="665"/>
                    <a:pt x="666" y="858"/>
                    <a:pt x="430" y="858"/>
                  </a:cubicBezTo>
                  <a:close/>
                  <a:moveTo>
                    <a:pt x="430" y="10"/>
                  </a:moveTo>
                  <a:cubicBezTo>
                    <a:pt x="199" y="10"/>
                    <a:pt x="11" y="198"/>
                    <a:pt x="11" y="429"/>
                  </a:cubicBezTo>
                  <a:cubicBezTo>
                    <a:pt x="11" y="659"/>
                    <a:pt x="199" y="847"/>
                    <a:pt x="430" y="847"/>
                  </a:cubicBezTo>
                  <a:cubicBezTo>
                    <a:pt x="660" y="847"/>
                    <a:pt x="848" y="659"/>
                    <a:pt x="848" y="429"/>
                  </a:cubicBezTo>
                  <a:cubicBezTo>
                    <a:pt x="848" y="198"/>
                    <a:pt x="660" y="10"/>
                    <a:pt x="430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28"/>
            <p:cNvSpPr/>
            <p:nvPr/>
          </p:nvSpPr>
          <p:spPr>
            <a:xfrm>
              <a:off x="5548313" y="4143375"/>
              <a:ext cx="1357313" cy="1358900"/>
            </a:xfrm>
            <a:custGeom>
              <a:avLst/>
              <a:gdLst/>
              <a:ahLst/>
              <a:cxnLst/>
              <a:rect l="l" t="t" r="r" b="b"/>
              <a:pathLst>
                <a:path w="805" h="805" extrusionOk="0">
                  <a:moveTo>
                    <a:pt x="403" y="805"/>
                  </a:moveTo>
                  <a:cubicBezTo>
                    <a:pt x="180" y="805"/>
                    <a:pt x="0" y="625"/>
                    <a:pt x="0" y="403"/>
                  </a:cubicBezTo>
                  <a:cubicBezTo>
                    <a:pt x="0" y="181"/>
                    <a:pt x="180" y="0"/>
                    <a:pt x="403" y="0"/>
                  </a:cubicBezTo>
                  <a:cubicBezTo>
                    <a:pt x="625" y="0"/>
                    <a:pt x="805" y="181"/>
                    <a:pt x="805" y="403"/>
                  </a:cubicBezTo>
                  <a:cubicBezTo>
                    <a:pt x="805" y="625"/>
                    <a:pt x="625" y="805"/>
                    <a:pt x="403" y="805"/>
                  </a:cubicBezTo>
                  <a:close/>
                  <a:moveTo>
                    <a:pt x="403" y="7"/>
                  </a:moveTo>
                  <a:cubicBezTo>
                    <a:pt x="184" y="7"/>
                    <a:pt x="7" y="185"/>
                    <a:pt x="7" y="403"/>
                  </a:cubicBezTo>
                  <a:cubicBezTo>
                    <a:pt x="7" y="621"/>
                    <a:pt x="184" y="798"/>
                    <a:pt x="403" y="798"/>
                  </a:cubicBezTo>
                  <a:cubicBezTo>
                    <a:pt x="621" y="798"/>
                    <a:pt x="798" y="621"/>
                    <a:pt x="798" y="403"/>
                  </a:cubicBezTo>
                  <a:cubicBezTo>
                    <a:pt x="798" y="185"/>
                    <a:pt x="621" y="7"/>
                    <a:pt x="403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28"/>
            <p:cNvSpPr/>
            <p:nvPr/>
          </p:nvSpPr>
          <p:spPr>
            <a:xfrm>
              <a:off x="5595938" y="4192588"/>
              <a:ext cx="1262063" cy="1262063"/>
            </a:xfrm>
            <a:custGeom>
              <a:avLst/>
              <a:gdLst/>
              <a:ahLst/>
              <a:cxnLst/>
              <a:rect l="l" t="t" r="r" b="b"/>
              <a:pathLst>
                <a:path w="749" h="748" extrusionOk="0">
                  <a:moveTo>
                    <a:pt x="375" y="748"/>
                  </a:moveTo>
                  <a:cubicBezTo>
                    <a:pt x="375" y="748"/>
                    <a:pt x="375" y="748"/>
                    <a:pt x="375" y="748"/>
                  </a:cubicBezTo>
                  <a:cubicBezTo>
                    <a:pt x="372" y="748"/>
                    <a:pt x="369" y="748"/>
                    <a:pt x="366" y="748"/>
                  </a:cubicBezTo>
                  <a:cubicBezTo>
                    <a:pt x="367" y="689"/>
                    <a:pt x="367" y="689"/>
                    <a:pt x="367" y="689"/>
                  </a:cubicBezTo>
                  <a:cubicBezTo>
                    <a:pt x="370" y="689"/>
                    <a:pt x="372" y="689"/>
                    <a:pt x="375" y="689"/>
                  </a:cubicBezTo>
                  <a:lnTo>
                    <a:pt x="375" y="748"/>
                  </a:lnTo>
                  <a:close/>
                  <a:moveTo>
                    <a:pt x="382" y="748"/>
                  </a:moveTo>
                  <a:cubicBezTo>
                    <a:pt x="381" y="689"/>
                    <a:pt x="381" y="689"/>
                    <a:pt x="381" y="689"/>
                  </a:cubicBezTo>
                  <a:cubicBezTo>
                    <a:pt x="383" y="689"/>
                    <a:pt x="386" y="689"/>
                    <a:pt x="388" y="689"/>
                  </a:cubicBezTo>
                  <a:cubicBezTo>
                    <a:pt x="390" y="747"/>
                    <a:pt x="390" y="747"/>
                    <a:pt x="390" y="747"/>
                  </a:cubicBezTo>
                  <a:cubicBezTo>
                    <a:pt x="388" y="747"/>
                    <a:pt x="385" y="748"/>
                    <a:pt x="382" y="748"/>
                  </a:cubicBezTo>
                  <a:close/>
                  <a:moveTo>
                    <a:pt x="359" y="747"/>
                  </a:moveTo>
                  <a:cubicBezTo>
                    <a:pt x="356" y="747"/>
                    <a:pt x="353" y="747"/>
                    <a:pt x="350" y="747"/>
                  </a:cubicBezTo>
                  <a:cubicBezTo>
                    <a:pt x="354" y="689"/>
                    <a:pt x="354" y="689"/>
                    <a:pt x="354" y="689"/>
                  </a:cubicBezTo>
                  <a:cubicBezTo>
                    <a:pt x="356" y="689"/>
                    <a:pt x="359" y="689"/>
                    <a:pt x="361" y="689"/>
                  </a:cubicBezTo>
                  <a:lnTo>
                    <a:pt x="359" y="747"/>
                  </a:lnTo>
                  <a:close/>
                  <a:moveTo>
                    <a:pt x="398" y="747"/>
                  </a:moveTo>
                  <a:cubicBezTo>
                    <a:pt x="394" y="689"/>
                    <a:pt x="394" y="689"/>
                    <a:pt x="394" y="689"/>
                  </a:cubicBezTo>
                  <a:cubicBezTo>
                    <a:pt x="397" y="688"/>
                    <a:pt x="399" y="688"/>
                    <a:pt x="401" y="688"/>
                  </a:cubicBezTo>
                  <a:cubicBezTo>
                    <a:pt x="406" y="746"/>
                    <a:pt x="406" y="746"/>
                    <a:pt x="406" y="746"/>
                  </a:cubicBezTo>
                  <a:cubicBezTo>
                    <a:pt x="403" y="747"/>
                    <a:pt x="401" y="747"/>
                    <a:pt x="398" y="747"/>
                  </a:cubicBezTo>
                  <a:close/>
                  <a:moveTo>
                    <a:pt x="343" y="746"/>
                  </a:moveTo>
                  <a:cubicBezTo>
                    <a:pt x="340" y="746"/>
                    <a:pt x="337" y="746"/>
                    <a:pt x="334" y="746"/>
                  </a:cubicBezTo>
                  <a:cubicBezTo>
                    <a:pt x="341" y="687"/>
                    <a:pt x="341" y="687"/>
                    <a:pt x="341" y="687"/>
                  </a:cubicBezTo>
                  <a:cubicBezTo>
                    <a:pt x="343" y="688"/>
                    <a:pt x="345" y="688"/>
                    <a:pt x="348" y="688"/>
                  </a:cubicBezTo>
                  <a:lnTo>
                    <a:pt x="343" y="746"/>
                  </a:lnTo>
                  <a:close/>
                  <a:moveTo>
                    <a:pt x="414" y="746"/>
                  </a:moveTo>
                  <a:cubicBezTo>
                    <a:pt x="407" y="688"/>
                    <a:pt x="407" y="688"/>
                    <a:pt x="407" y="688"/>
                  </a:cubicBezTo>
                  <a:cubicBezTo>
                    <a:pt x="410" y="687"/>
                    <a:pt x="412" y="687"/>
                    <a:pt x="415" y="687"/>
                  </a:cubicBezTo>
                  <a:cubicBezTo>
                    <a:pt x="422" y="745"/>
                    <a:pt x="422" y="745"/>
                    <a:pt x="422" y="745"/>
                  </a:cubicBezTo>
                  <a:cubicBezTo>
                    <a:pt x="419" y="745"/>
                    <a:pt x="416" y="745"/>
                    <a:pt x="414" y="746"/>
                  </a:cubicBezTo>
                  <a:close/>
                  <a:moveTo>
                    <a:pt x="327" y="745"/>
                  </a:moveTo>
                  <a:cubicBezTo>
                    <a:pt x="324" y="744"/>
                    <a:pt x="321" y="744"/>
                    <a:pt x="319" y="744"/>
                  </a:cubicBezTo>
                  <a:cubicBezTo>
                    <a:pt x="327" y="686"/>
                    <a:pt x="327" y="686"/>
                    <a:pt x="327" y="686"/>
                  </a:cubicBezTo>
                  <a:cubicBezTo>
                    <a:pt x="330" y="686"/>
                    <a:pt x="332" y="686"/>
                    <a:pt x="334" y="687"/>
                  </a:cubicBezTo>
                  <a:lnTo>
                    <a:pt x="327" y="745"/>
                  </a:lnTo>
                  <a:close/>
                  <a:moveTo>
                    <a:pt x="429" y="744"/>
                  </a:moveTo>
                  <a:cubicBezTo>
                    <a:pt x="421" y="686"/>
                    <a:pt x="421" y="686"/>
                    <a:pt x="421" y="686"/>
                  </a:cubicBezTo>
                  <a:cubicBezTo>
                    <a:pt x="423" y="686"/>
                    <a:pt x="426" y="685"/>
                    <a:pt x="428" y="685"/>
                  </a:cubicBezTo>
                  <a:cubicBezTo>
                    <a:pt x="438" y="742"/>
                    <a:pt x="438" y="742"/>
                    <a:pt x="438" y="742"/>
                  </a:cubicBezTo>
                  <a:cubicBezTo>
                    <a:pt x="435" y="743"/>
                    <a:pt x="432" y="743"/>
                    <a:pt x="429" y="744"/>
                  </a:cubicBezTo>
                  <a:close/>
                  <a:moveTo>
                    <a:pt x="311" y="742"/>
                  </a:moveTo>
                  <a:cubicBezTo>
                    <a:pt x="309" y="742"/>
                    <a:pt x="306" y="741"/>
                    <a:pt x="303" y="741"/>
                  </a:cubicBezTo>
                  <a:cubicBezTo>
                    <a:pt x="314" y="683"/>
                    <a:pt x="314" y="683"/>
                    <a:pt x="314" y="683"/>
                  </a:cubicBezTo>
                  <a:cubicBezTo>
                    <a:pt x="316" y="684"/>
                    <a:pt x="319" y="684"/>
                    <a:pt x="321" y="685"/>
                  </a:cubicBezTo>
                  <a:lnTo>
                    <a:pt x="311" y="742"/>
                  </a:lnTo>
                  <a:close/>
                  <a:moveTo>
                    <a:pt x="445" y="741"/>
                  </a:moveTo>
                  <a:cubicBezTo>
                    <a:pt x="434" y="684"/>
                    <a:pt x="434" y="684"/>
                    <a:pt x="434" y="684"/>
                  </a:cubicBezTo>
                  <a:cubicBezTo>
                    <a:pt x="436" y="683"/>
                    <a:pt x="439" y="683"/>
                    <a:pt x="441" y="682"/>
                  </a:cubicBezTo>
                  <a:cubicBezTo>
                    <a:pt x="453" y="739"/>
                    <a:pt x="453" y="739"/>
                    <a:pt x="453" y="739"/>
                  </a:cubicBezTo>
                  <a:cubicBezTo>
                    <a:pt x="451" y="740"/>
                    <a:pt x="448" y="741"/>
                    <a:pt x="445" y="741"/>
                  </a:cubicBezTo>
                  <a:close/>
                  <a:moveTo>
                    <a:pt x="296" y="739"/>
                  </a:moveTo>
                  <a:cubicBezTo>
                    <a:pt x="293" y="739"/>
                    <a:pt x="290" y="738"/>
                    <a:pt x="287" y="737"/>
                  </a:cubicBezTo>
                  <a:cubicBezTo>
                    <a:pt x="301" y="681"/>
                    <a:pt x="301" y="681"/>
                    <a:pt x="301" y="681"/>
                  </a:cubicBezTo>
                  <a:cubicBezTo>
                    <a:pt x="303" y="681"/>
                    <a:pt x="306" y="682"/>
                    <a:pt x="308" y="682"/>
                  </a:cubicBezTo>
                  <a:lnTo>
                    <a:pt x="296" y="739"/>
                  </a:lnTo>
                  <a:close/>
                  <a:moveTo>
                    <a:pt x="460" y="738"/>
                  </a:moveTo>
                  <a:cubicBezTo>
                    <a:pt x="447" y="681"/>
                    <a:pt x="447" y="681"/>
                    <a:pt x="447" y="681"/>
                  </a:cubicBezTo>
                  <a:cubicBezTo>
                    <a:pt x="449" y="680"/>
                    <a:pt x="452" y="680"/>
                    <a:pt x="454" y="679"/>
                  </a:cubicBezTo>
                  <a:cubicBezTo>
                    <a:pt x="469" y="736"/>
                    <a:pt x="469" y="736"/>
                    <a:pt x="469" y="736"/>
                  </a:cubicBezTo>
                  <a:cubicBezTo>
                    <a:pt x="466" y="736"/>
                    <a:pt x="463" y="737"/>
                    <a:pt x="460" y="738"/>
                  </a:cubicBezTo>
                  <a:close/>
                  <a:moveTo>
                    <a:pt x="280" y="736"/>
                  </a:moveTo>
                  <a:cubicBezTo>
                    <a:pt x="278" y="735"/>
                    <a:pt x="275" y="734"/>
                    <a:pt x="272" y="733"/>
                  </a:cubicBezTo>
                  <a:cubicBezTo>
                    <a:pt x="288" y="677"/>
                    <a:pt x="288" y="677"/>
                    <a:pt x="288" y="677"/>
                  </a:cubicBezTo>
                  <a:cubicBezTo>
                    <a:pt x="290" y="678"/>
                    <a:pt x="293" y="679"/>
                    <a:pt x="295" y="679"/>
                  </a:cubicBezTo>
                  <a:lnTo>
                    <a:pt x="280" y="736"/>
                  </a:lnTo>
                  <a:close/>
                  <a:moveTo>
                    <a:pt x="476" y="734"/>
                  </a:moveTo>
                  <a:cubicBezTo>
                    <a:pt x="460" y="678"/>
                    <a:pt x="460" y="678"/>
                    <a:pt x="460" y="678"/>
                  </a:cubicBezTo>
                  <a:cubicBezTo>
                    <a:pt x="462" y="677"/>
                    <a:pt x="465" y="676"/>
                    <a:pt x="467" y="675"/>
                  </a:cubicBezTo>
                  <a:cubicBezTo>
                    <a:pt x="484" y="731"/>
                    <a:pt x="484" y="731"/>
                    <a:pt x="484" y="731"/>
                  </a:cubicBezTo>
                  <a:cubicBezTo>
                    <a:pt x="481" y="732"/>
                    <a:pt x="479" y="733"/>
                    <a:pt x="476" y="734"/>
                  </a:cubicBezTo>
                  <a:close/>
                  <a:moveTo>
                    <a:pt x="265" y="731"/>
                  </a:moveTo>
                  <a:cubicBezTo>
                    <a:pt x="262" y="731"/>
                    <a:pt x="260" y="730"/>
                    <a:pt x="257" y="729"/>
                  </a:cubicBezTo>
                  <a:cubicBezTo>
                    <a:pt x="275" y="673"/>
                    <a:pt x="275" y="673"/>
                    <a:pt x="275" y="673"/>
                  </a:cubicBezTo>
                  <a:cubicBezTo>
                    <a:pt x="278" y="674"/>
                    <a:pt x="280" y="675"/>
                    <a:pt x="282" y="676"/>
                  </a:cubicBezTo>
                  <a:lnTo>
                    <a:pt x="265" y="731"/>
                  </a:lnTo>
                  <a:close/>
                  <a:moveTo>
                    <a:pt x="491" y="729"/>
                  </a:moveTo>
                  <a:cubicBezTo>
                    <a:pt x="473" y="674"/>
                    <a:pt x="473" y="674"/>
                    <a:pt x="473" y="674"/>
                  </a:cubicBezTo>
                  <a:cubicBezTo>
                    <a:pt x="475" y="673"/>
                    <a:pt x="477" y="672"/>
                    <a:pt x="480" y="671"/>
                  </a:cubicBezTo>
                  <a:cubicBezTo>
                    <a:pt x="499" y="726"/>
                    <a:pt x="499" y="726"/>
                    <a:pt x="499" y="726"/>
                  </a:cubicBezTo>
                  <a:cubicBezTo>
                    <a:pt x="496" y="727"/>
                    <a:pt x="494" y="728"/>
                    <a:pt x="491" y="729"/>
                  </a:cubicBezTo>
                  <a:close/>
                  <a:moveTo>
                    <a:pt x="250" y="726"/>
                  </a:moveTo>
                  <a:cubicBezTo>
                    <a:pt x="247" y="725"/>
                    <a:pt x="244" y="724"/>
                    <a:pt x="242" y="723"/>
                  </a:cubicBezTo>
                  <a:cubicBezTo>
                    <a:pt x="263" y="669"/>
                    <a:pt x="263" y="669"/>
                    <a:pt x="263" y="669"/>
                  </a:cubicBezTo>
                  <a:cubicBezTo>
                    <a:pt x="265" y="670"/>
                    <a:pt x="267" y="671"/>
                    <a:pt x="269" y="671"/>
                  </a:cubicBezTo>
                  <a:lnTo>
                    <a:pt x="250" y="726"/>
                  </a:lnTo>
                  <a:close/>
                  <a:moveTo>
                    <a:pt x="506" y="724"/>
                  </a:moveTo>
                  <a:cubicBezTo>
                    <a:pt x="485" y="669"/>
                    <a:pt x="485" y="669"/>
                    <a:pt x="485" y="669"/>
                  </a:cubicBezTo>
                  <a:cubicBezTo>
                    <a:pt x="488" y="668"/>
                    <a:pt x="490" y="667"/>
                    <a:pt x="492" y="667"/>
                  </a:cubicBezTo>
                  <a:cubicBezTo>
                    <a:pt x="514" y="721"/>
                    <a:pt x="514" y="721"/>
                    <a:pt x="514" y="721"/>
                  </a:cubicBezTo>
                  <a:cubicBezTo>
                    <a:pt x="511" y="722"/>
                    <a:pt x="509" y="723"/>
                    <a:pt x="506" y="724"/>
                  </a:cubicBezTo>
                  <a:close/>
                  <a:moveTo>
                    <a:pt x="235" y="721"/>
                  </a:moveTo>
                  <a:cubicBezTo>
                    <a:pt x="232" y="720"/>
                    <a:pt x="230" y="719"/>
                    <a:pt x="227" y="718"/>
                  </a:cubicBezTo>
                  <a:cubicBezTo>
                    <a:pt x="250" y="664"/>
                    <a:pt x="250" y="664"/>
                    <a:pt x="250" y="664"/>
                  </a:cubicBezTo>
                  <a:cubicBezTo>
                    <a:pt x="252" y="665"/>
                    <a:pt x="255" y="666"/>
                    <a:pt x="257" y="667"/>
                  </a:cubicBezTo>
                  <a:lnTo>
                    <a:pt x="235" y="721"/>
                  </a:lnTo>
                  <a:close/>
                  <a:moveTo>
                    <a:pt x="521" y="718"/>
                  </a:moveTo>
                  <a:cubicBezTo>
                    <a:pt x="498" y="664"/>
                    <a:pt x="498" y="664"/>
                    <a:pt x="498" y="664"/>
                  </a:cubicBezTo>
                  <a:cubicBezTo>
                    <a:pt x="500" y="663"/>
                    <a:pt x="502" y="662"/>
                    <a:pt x="504" y="661"/>
                  </a:cubicBezTo>
                  <a:cubicBezTo>
                    <a:pt x="529" y="715"/>
                    <a:pt x="529" y="715"/>
                    <a:pt x="529" y="715"/>
                  </a:cubicBezTo>
                  <a:cubicBezTo>
                    <a:pt x="526" y="716"/>
                    <a:pt x="523" y="717"/>
                    <a:pt x="521" y="718"/>
                  </a:cubicBezTo>
                  <a:close/>
                  <a:moveTo>
                    <a:pt x="220" y="715"/>
                  </a:moveTo>
                  <a:cubicBezTo>
                    <a:pt x="218" y="713"/>
                    <a:pt x="215" y="712"/>
                    <a:pt x="213" y="711"/>
                  </a:cubicBezTo>
                  <a:cubicBezTo>
                    <a:pt x="238" y="658"/>
                    <a:pt x="238" y="658"/>
                    <a:pt x="238" y="658"/>
                  </a:cubicBezTo>
                  <a:cubicBezTo>
                    <a:pt x="240" y="659"/>
                    <a:pt x="242" y="660"/>
                    <a:pt x="245" y="661"/>
                  </a:cubicBezTo>
                  <a:lnTo>
                    <a:pt x="220" y="715"/>
                  </a:lnTo>
                  <a:close/>
                  <a:moveTo>
                    <a:pt x="535" y="712"/>
                  </a:moveTo>
                  <a:cubicBezTo>
                    <a:pt x="510" y="659"/>
                    <a:pt x="510" y="659"/>
                    <a:pt x="510" y="659"/>
                  </a:cubicBezTo>
                  <a:cubicBezTo>
                    <a:pt x="512" y="658"/>
                    <a:pt x="514" y="657"/>
                    <a:pt x="517" y="656"/>
                  </a:cubicBezTo>
                  <a:cubicBezTo>
                    <a:pt x="543" y="708"/>
                    <a:pt x="543" y="708"/>
                    <a:pt x="543" y="708"/>
                  </a:cubicBezTo>
                  <a:cubicBezTo>
                    <a:pt x="540" y="709"/>
                    <a:pt x="538" y="710"/>
                    <a:pt x="535" y="712"/>
                  </a:cubicBezTo>
                  <a:close/>
                  <a:moveTo>
                    <a:pt x="206" y="708"/>
                  </a:moveTo>
                  <a:cubicBezTo>
                    <a:pt x="203" y="706"/>
                    <a:pt x="201" y="705"/>
                    <a:pt x="198" y="704"/>
                  </a:cubicBezTo>
                  <a:cubicBezTo>
                    <a:pt x="226" y="652"/>
                    <a:pt x="226" y="652"/>
                    <a:pt x="226" y="652"/>
                  </a:cubicBezTo>
                  <a:cubicBezTo>
                    <a:pt x="228" y="653"/>
                    <a:pt x="230" y="654"/>
                    <a:pt x="232" y="656"/>
                  </a:cubicBezTo>
                  <a:lnTo>
                    <a:pt x="206" y="708"/>
                  </a:lnTo>
                  <a:close/>
                  <a:moveTo>
                    <a:pt x="549" y="704"/>
                  </a:moveTo>
                  <a:cubicBezTo>
                    <a:pt x="522" y="653"/>
                    <a:pt x="522" y="653"/>
                    <a:pt x="522" y="653"/>
                  </a:cubicBezTo>
                  <a:cubicBezTo>
                    <a:pt x="524" y="652"/>
                    <a:pt x="526" y="650"/>
                    <a:pt x="528" y="649"/>
                  </a:cubicBezTo>
                  <a:cubicBezTo>
                    <a:pt x="557" y="700"/>
                    <a:pt x="557" y="700"/>
                    <a:pt x="557" y="700"/>
                  </a:cubicBezTo>
                  <a:cubicBezTo>
                    <a:pt x="554" y="702"/>
                    <a:pt x="552" y="703"/>
                    <a:pt x="549" y="704"/>
                  </a:cubicBezTo>
                  <a:close/>
                  <a:moveTo>
                    <a:pt x="192" y="700"/>
                  </a:moveTo>
                  <a:cubicBezTo>
                    <a:pt x="189" y="699"/>
                    <a:pt x="187" y="697"/>
                    <a:pt x="184" y="696"/>
                  </a:cubicBezTo>
                  <a:cubicBezTo>
                    <a:pt x="214" y="646"/>
                    <a:pt x="214" y="646"/>
                    <a:pt x="214" y="646"/>
                  </a:cubicBezTo>
                  <a:cubicBezTo>
                    <a:pt x="216" y="647"/>
                    <a:pt x="218" y="648"/>
                    <a:pt x="221" y="649"/>
                  </a:cubicBezTo>
                  <a:lnTo>
                    <a:pt x="192" y="700"/>
                  </a:lnTo>
                  <a:close/>
                  <a:moveTo>
                    <a:pt x="563" y="697"/>
                  </a:moveTo>
                  <a:cubicBezTo>
                    <a:pt x="534" y="646"/>
                    <a:pt x="534" y="646"/>
                    <a:pt x="534" y="646"/>
                  </a:cubicBezTo>
                  <a:cubicBezTo>
                    <a:pt x="536" y="645"/>
                    <a:pt x="538" y="644"/>
                    <a:pt x="540" y="642"/>
                  </a:cubicBezTo>
                  <a:cubicBezTo>
                    <a:pt x="571" y="692"/>
                    <a:pt x="571" y="692"/>
                    <a:pt x="571" y="692"/>
                  </a:cubicBezTo>
                  <a:cubicBezTo>
                    <a:pt x="568" y="694"/>
                    <a:pt x="566" y="695"/>
                    <a:pt x="563" y="697"/>
                  </a:cubicBezTo>
                  <a:close/>
                  <a:moveTo>
                    <a:pt x="178" y="692"/>
                  </a:moveTo>
                  <a:cubicBezTo>
                    <a:pt x="176" y="691"/>
                    <a:pt x="173" y="689"/>
                    <a:pt x="171" y="688"/>
                  </a:cubicBezTo>
                  <a:cubicBezTo>
                    <a:pt x="203" y="638"/>
                    <a:pt x="203" y="638"/>
                    <a:pt x="203" y="638"/>
                  </a:cubicBezTo>
                  <a:cubicBezTo>
                    <a:pt x="205" y="640"/>
                    <a:pt x="207" y="641"/>
                    <a:pt x="209" y="642"/>
                  </a:cubicBezTo>
                  <a:lnTo>
                    <a:pt x="178" y="692"/>
                  </a:lnTo>
                  <a:close/>
                  <a:moveTo>
                    <a:pt x="577" y="688"/>
                  </a:moveTo>
                  <a:cubicBezTo>
                    <a:pt x="545" y="639"/>
                    <a:pt x="545" y="639"/>
                    <a:pt x="545" y="639"/>
                  </a:cubicBezTo>
                  <a:cubicBezTo>
                    <a:pt x="547" y="638"/>
                    <a:pt x="549" y="637"/>
                    <a:pt x="551" y="635"/>
                  </a:cubicBezTo>
                  <a:cubicBezTo>
                    <a:pt x="584" y="684"/>
                    <a:pt x="584" y="684"/>
                    <a:pt x="584" y="684"/>
                  </a:cubicBezTo>
                  <a:cubicBezTo>
                    <a:pt x="581" y="685"/>
                    <a:pt x="579" y="687"/>
                    <a:pt x="577" y="688"/>
                  </a:cubicBezTo>
                  <a:close/>
                  <a:moveTo>
                    <a:pt x="165" y="684"/>
                  </a:moveTo>
                  <a:cubicBezTo>
                    <a:pt x="163" y="682"/>
                    <a:pt x="160" y="680"/>
                    <a:pt x="158" y="679"/>
                  </a:cubicBezTo>
                  <a:cubicBezTo>
                    <a:pt x="192" y="631"/>
                    <a:pt x="192" y="631"/>
                    <a:pt x="192" y="631"/>
                  </a:cubicBezTo>
                  <a:cubicBezTo>
                    <a:pt x="194" y="632"/>
                    <a:pt x="196" y="634"/>
                    <a:pt x="198" y="635"/>
                  </a:cubicBezTo>
                  <a:lnTo>
                    <a:pt x="165" y="684"/>
                  </a:lnTo>
                  <a:close/>
                  <a:moveTo>
                    <a:pt x="590" y="680"/>
                  </a:moveTo>
                  <a:cubicBezTo>
                    <a:pt x="556" y="632"/>
                    <a:pt x="556" y="632"/>
                    <a:pt x="556" y="632"/>
                  </a:cubicBezTo>
                  <a:cubicBezTo>
                    <a:pt x="558" y="630"/>
                    <a:pt x="560" y="629"/>
                    <a:pt x="562" y="628"/>
                  </a:cubicBezTo>
                  <a:cubicBezTo>
                    <a:pt x="597" y="675"/>
                    <a:pt x="597" y="675"/>
                    <a:pt x="597" y="675"/>
                  </a:cubicBezTo>
                  <a:cubicBezTo>
                    <a:pt x="594" y="676"/>
                    <a:pt x="592" y="678"/>
                    <a:pt x="590" y="680"/>
                  </a:cubicBezTo>
                  <a:close/>
                  <a:moveTo>
                    <a:pt x="152" y="674"/>
                  </a:moveTo>
                  <a:cubicBezTo>
                    <a:pt x="150" y="673"/>
                    <a:pt x="147" y="671"/>
                    <a:pt x="145" y="669"/>
                  </a:cubicBezTo>
                  <a:cubicBezTo>
                    <a:pt x="181" y="623"/>
                    <a:pt x="181" y="623"/>
                    <a:pt x="181" y="623"/>
                  </a:cubicBezTo>
                  <a:cubicBezTo>
                    <a:pt x="183" y="624"/>
                    <a:pt x="185" y="626"/>
                    <a:pt x="187" y="627"/>
                  </a:cubicBezTo>
                  <a:lnTo>
                    <a:pt x="152" y="674"/>
                  </a:lnTo>
                  <a:close/>
                  <a:moveTo>
                    <a:pt x="603" y="670"/>
                  </a:moveTo>
                  <a:cubicBezTo>
                    <a:pt x="567" y="624"/>
                    <a:pt x="567" y="624"/>
                    <a:pt x="567" y="624"/>
                  </a:cubicBezTo>
                  <a:cubicBezTo>
                    <a:pt x="569" y="622"/>
                    <a:pt x="571" y="621"/>
                    <a:pt x="573" y="619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7" y="667"/>
                    <a:pt x="605" y="668"/>
                    <a:pt x="603" y="670"/>
                  </a:cubicBezTo>
                  <a:close/>
                  <a:moveTo>
                    <a:pt x="139" y="665"/>
                  </a:moveTo>
                  <a:cubicBezTo>
                    <a:pt x="137" y="663"/>
                    <a:pt x="135" y="661"/>
                    <a:pt x="133" y="659"/>
                  </a:cubicBezTo>
                  <a:cubicBezTo>
                    <a:pt x="171" y="614"/>
                    <a:pt x="171" y="614"/>
                    <a:pt x="171" y="614"/>
                  </a:cubicBezTo>
                  <a:cubicBezTo>
                    <a:pt x="172" y="616"/>
                    <a:pt x="174" y="618"/>
                    <a:pt x="176" y="619"/>
                  </a:cubicBezTo>
                  <a:lnTo>
                    <a:pt x="139" y="665"/>
                  </a:lnTo>
                  <a:close/>
                  <a:moveTo>
                    <a:pt x="615" y="660"/>
                  </a:moveTo>
                  <a:cubicBezTo>
                    <a:pt x="577" y="615"/>
                    <a:pt x="577" y="615"/>
                    <a:pt x="577" y="615"/>
                  </a:cubicBezTo>
                  <a:cubicBezTo>
                    <a:pt x="579" y="614"/>
                    <a:pt x="581" y="612"/>
                    <a:pt x="583" y="611"/>
                  </a:cubicBezTo>
                  <a:cubicBezTo>
                    <a:pt x="621" y="655"/>
                    <a:pt x="621" y="655"/>
                    <a:pt x="621" y="655"/>
                  </a:cubicBezTo>
                  <a:cubicBezTo>
                    <a:pt x="619" y="656"/>
                    <a:pt x="617" y="658"/>
                    <a:pt x="615" y="660"/>
                  </a:cubicBezTo>
                  <a:close/>
                  <a:moveTo>
                    <a:pt x="127" y="654"/>
                  </a:moveTo>
                  <a:cubicBezTo>
                    <a:pt x="125" y="652"/>
                    <a:pt x="123" y="651"/>
                    <a:pt x="121" y="649"/>
                  </a:cubicBezTo>
                  <a:cubicBezTo>
                    <a:pt x="161" y="606"/>
                    <a:pt x="161" y="606"/>
                    <a:pt x="161" y="606"/>
                  </a:cubicBezTo>
                  <a:cubicBezTo>
                    <a:pt x="162" y="607"/>
                    <a:pt x="164" y="609"/>
                    <a:pt x="166" y="610"/>
                  </a:cubicBezTo>
                  <a:lnTo>
                    <a:pt x="127" y="654"/>
                  </a:lnTo>
                  <a:close/>
                  <a:moveTo>
                    <a:pt x="627" y="650"/>
                  </a:moveTo>
                  <a:cubicBezTo>
                    <a:pt x="587" y="607"/>
                    <a:pt x="587" y="607"/>
                    <a:pt x="587" y="607"/>
                  </a:cubicBezTo>
                  <a:cubicBezTo>
                    <a:pt x="589" y="605"/>
                    <a:pt x="591" y="603"/>
                    <a:pt x="593" y="602"/>
                  </a:cubicBezTo>
                  <a:cubicBezTo>
                    <a:pt x="633" y="644"/>
                    <a:pt x="633" y="644"/>
                    <a:pt x="633" y="644"/>
                  </a:cubicBezTo>
                  <a:cubicBezTo>
                    <a:pt x="631" y="646"/>
                    <a:pt x="629" y="648"/>
                    <a:pt x="627" y="650"/>
                  </a:cubicBezTo>
                  <a:close/>
                  <a:moveTo>
                    <a:pt x="116" y="644"/>
                  </a:moveTo>
                  <a:cubicBezTo>
                    <a:pt x="114" y="642"/>
                    <a:pt x="111" y="640"/>
                    <a:pt x="109" y="638"/>
                  </a:cubicBezTo>
                  <a:cubicBezTo>
                    <a:pt x="151" y="596"/>
                    <a:pt x="151" y="596"/>
                    <a:pt x="151" y="596"/>
                  </a:cubicBezTo>
                  <a:cubicBezTo>
                    <a:pt x="153" y="598"/>
                    <a:pt x="154" y="600"/>
                    <a:pt x="156" y="601"/>
                  </a:cubicBezTo>
                  <a:lnTo>
                    <a:pt x="116" y="644"/>
                  </a:lnTo>
                  <a:close/>
                  <a:moveTo>
                    <a:pt x="638" y="639"/>
                  </a:moveTo>
                  <a:cubicBezTo>
                    <a:pt x="597" y="597"/>
                    <a:pt x="597" y="597"/>
                    <a:pt x="597" y="597"/>
                  </a:cubicBezTo>
                  <a:cubicBezTo>
                    <a:pt x="599" y="596"/>
                    <a:pt x="601" y="594"/>
                    <a:pt x="602" y="592"/>
                  </a:cubicBezTo>
                  <a:cubicBezTo>
                    <a:pt x="644" y="633"/>
                    <a:pt x="644" y="633"/>
                    <a:pt x="644" y="633"/>
                  </a:cubicBezTo>
                  <a:cubicBezTo>
                    <a:pt x="642" y="635"/>
                    <a:pt x="640" y="637"/>
                    <a:pt x="638" y="639"/>
                  </a:cubicBezTo>
                  <a:close/>
                  <a:moveTo>
                    <a:pt x="104" y="632"/>
                  </a:moveTo>
                  <a:cubicBezTo>
                    <a:pt x="102" y="630"/>
                    <a:pt x="100" y="628"/>
                    <a:pt x="98" y="626"/>
                  </a:cubicBezTo>
                  <a:cubicBezTo>
                    <a:pt x="142" y="587"/>
                    <a:pt x="142" y="587"/>
                    <a:pt x="142" y="587"/>
                  </a:cubicBezTo>
                  <a:cubicBezTo>
                    <a:pt x="143" y="588"/>
                    <a:pt x="145" y="590"/>
                    <a:pt x="147" y="592"/>
                  </a:cubicBezTo>
                  <a:lnTo>
                    <a:pt x="104" y="632"/>
                  </a:lnTo>
                  <a:close/>
                  <a:moveTo>
                    <a:pt x="649" y="627"/>
                  </a:moveTo>
                  <a:cubicBezTo>
                    <a:pt x="606" y="588"/>
                    <a:pt x="606" y="588"/>
                    <a:pt x="606" y="588"/>
                  </a:cubicBezTo>
                  <a:cubicBezTo>
                    <a:pt x="608" y="586"/>
                    <a:pt x="610" y="584"/>
                    <a:pt x="611" y="582"/>
                  </a:cubicBezTo>
                  <a:cubicBezTo>
                    <a:pt x="655" y="621"/>
                    <a:pt x="655" y="621"/>
                    <a:pt x="655" y="621"/>
                  </a:cubicBezTo>
                  <a:cubicBezTo>
                    <a:pt x="653" y="623"/>
                    <a:pt x="651" y="625"/>
                    <a:pt x="649" y="627"/>
                  </a:cubicBezTo>
                  <a:close/>
                  <a:moveTo>
                    <a:pt x="94" y="621"/>
                  </a:moveTo>
                  <a:cubicBezTo>
                    <a:pt x="92" y="619"/>
                    <a:pt x="90" y="616"/>
                    <a:pt x="88" y="614"/>
                  </a:cubicBezTo>
                  <a:cubicBezTo>
                    <a:pt x="133" y="577"/>
                    <a:pt x="133" y="577"/>
                    <a:pt x="133" y="577"/>
                  </a:cubicBezTo>
                  <a:cubicBezTo>
                    <a:pt x="134" y="578"/>
                    <a:pt x="136" y="580"/>
                    <a:pt x="138" y="582"/>
                  </a:cubicBezTo>
                  <a:lnTo>
                    <a:pt x="94" y="621"/>
                  </a:lnTo>
                  <a:close/>
                  <a:moveTo>
                    <a:pt x="660" y="616"/>
                  </a:moveTo>
                  <a:cubicBezTo>
                    <a:pt x="615" y="578"/>
                    <a:pt x="615" y="578"/>
                    <a:pt x="615" y="578"/>
                  </a:cubicBezTo>
                  <a:cubicBezTo>
                    <a:pt x="617" y="576"/>
                    <a:pt x="618" y="574"/>
                    <a:pt x="620" y="572"/>
                  </a:cubicBezTo>
                  <a:cubicBezTo>
                    <a:pt x="665" y="609"/>
                    <a:pt x="665" y="609"/>
                    <a:pt x="665" y="609"/>
                  </a:cubicBezTo>
                  <a:cubicBezTo>
                    <a:pt x="664" y="611"/>
                    <a:pt x="662" y="613"/>
                    <a:pt x="660" y="616"/>
                  </a:cubicBezTo>
                  <a:close/>
                  <a:moveTo>
                    <a:pt x="83" y="609"/>
                  </a:moveTo>
                  <a:cubicBezTo>
                    <a:pt x="82" y="606"/>
                    <a:pt x="80" y="604"/>
                    <a:pt x="78" y="602"/>
                  </a:cubicBezTo>
                  <a:cubicBezTo>
                    <a:pt x="124" y="566"/>
                    <a:pt x="124" y="566"/>
                    <a:pt x="124" y="566"/>
                  </a:cubicBezTo>
                  <a:cubicBezTo>
                    <a:pt x="126" y="568"/>
                    <a:pt x="127" y="570"/>
                    <a:pt x="129" y="572"/>
                  </a:cubicBezTo>
                  <a:lnTo>
                    <a:pt x="83" y="609"/>
                  </a:lnTo>
                  <a:close/>
                  <a:moveTo>
                    <a:pt x="670" y="603"/>
                  </a:moveTo>
                  <a:cubicBezTo>
                    <a:pt x="624" y="567"/>
                    <a:pt x="624" y="567"/>
                    <a:pt x="624" y="567"/>
                  </a:cubicBezTo>
                  <a:cubicBezTo>
                    <a:pt x="625" y="565"/>
                    <a:pt x="627" y="563"/>
                    <a:pt x="628" y="561"/>
                  </a:cubicBezTo>
                  <a:cubicBezTo>
                    <a:pt x="675" y="596"/>
                    <a:pt x="675" y="596"/>
                    <a:pt x="675" y="596"/>
                  </a:cubicBezTo>
                  <a:cubicBezTo>
                    <a:pt x="673" y="599"/>
                    <a:pt x="672" y="601"/>
                    <a:pt x="670" y="603"/>
                  </a:cubicBezTo>
                  <a:close/>
                  <a:moveTo>
                    <a:pt x="74" y="596"/>
                  </a:moveTo>
                  <a:cubicBezTo>
                    <a:pt x="72" y="594"/>
                    <a:pt x="70" y="591"/>
                    <a:pt x="69" y="589"/>
                  </a:cubicBezTo>
                  <a:cubicBezTo>
                    <a:pt x="116" y="555"/>
                    <a:pt x="116" y="555"/>
                    <a:pt x="116" y="555"/>
                  </a:cubicBezTo>
                  <a:cubicBezTo>
                    <a:pt x="118" y="557"/>
                    <a:pt x="119" y="559"/>
                    <a:pt x="121" y="561"/>
                  </a:cubicBezTo>
                  <a:lnTo>
                    <a:pt x="74" y="596"/>
                  </a:lnTo>
                  <a:close/>
                  <a:moveTo>
                    <a:pt x="679" y="590"/>
                  </a:moveTo>
                  <a:cubicBezTo>
                    <a:pt x="632" y="557"/>
                    <a:pt x="632" y="557"/>
                    <a:pt x="632" y="557"/>
                  </a:cubicBezTo>
                  <a:cubicBezTo>
                    <a:pt x="633" y="555"/>
                    <a:pt x="635" y="553"/>
                    <a:pt x="636" y="551"/>
                  </a:cubicBezTo>
                  <a:cubicBezTo>
                    <a:pt x="684" y="583"/>
                    <a:pt x="684" y="583"/>
                    <a:pt x="684" y="583"/>
                  </a:cubicBezTo>
                  <a:cubicBezTo>
                    <a:pt x="683" y="586"/>
                    <a:pt x="681" y="588"/>
                    <a:pt x="679" y="590"/>
                  </a:cubicBezTo>
                  <a:close/>
                  <a:moveTo>
                    <a:pt x="65" y="583"/>
                  </a:moveTo>
                  <a:cubicBezTo>
                    <a:pt x="63" y="581"/>
                    <a:pt x="61" y="578"/>
                    <a:pt x="60" y="576"/>
                  </a:cubicBezTo>
                  <a:cubicBezTo>
                    <a:pt x="109" y="544"/>
                    <a:pt x="109" y="544"/>
                    <a:pt x="109" y="544"/>
                  </a:cubicBezTo>
                  <a:cubicBezTo>
                    <a:pt x="110" y="546"/>
                    <a:pt x="112" y="548"/>
                    <a:pt x="113" y="550"/>
                  </a:cubicBezTo>
                  <a:lnTo>
                    <a:pt x="65" y="583"/>
                  </a:lnTo>
                  <a:close/>
                  <a:moveTo>
                    <a:pt x="688" y="577"/>
                  </a:moveTo>
                  <a:cubicBezTo>
                    <a:pt x="639" y="545"/>
                    <a:pt x="639" y="545"/>
                    <a:pt x="639" y="545"/>
                  </a:cubicBezTo>
                  <a:cubicBezTo>
                    <a:pt x="641" y="543"/>
                    <a:pt x="642" y="541"/>
                    <a:pt x="643" y="539"/>
                  </a:cubicBezTo>
                  <a:cubicBezTo>
                    <a:pt x="693" y="570"/>
                    <a:pt x="693" y="570"/>
                    <a:pt x="693" y="570"/>
                  </a:cubicBezTo>
                  <a:cubicBezTo>
                    <a:pt x="691" y="572"/>
                    <a:pt x="690" y="575"/>
                    <a:pt x="688" y="577"/>
                  </a:cubicBezTo>
                  <a:close/>
                  <a:moveTo>
                    <a:pt x="56" y="570"/>
                  </a:moveTo>
                  <a:cubicBezTo>
                    <a:pt x="54" y="567"/>
                    <a:pt x="53" y="565"/>
                    <a:pt x="52" y="562"/>
                  </a:cubicBezTo>
                  <a:cubicBezTo>
                    <a:pt x="102" y="533"/>
                    <a:pt x="102" y="533"/>
                    <a:pt x="102" y="533"/>
                  </a:cubicBezTo>
                  <a:cubicBezTo>
                    <a:pt x="103" y="535"/>
                    <a:pt x="104" y="537"/>
                    <a:pt x="106" y="539"/>
                  </a:cubicBezTo>
                  <a:lnTo>
                    <a:pt x="56" y="570"/>
                  </a:lnTo>
                  <a:close/>
                  <a:moveTo>
                    <a:pt x="697" y="564"/>
                  </a:moveTo>
                  <a:cubicBezTo>
                    <a:pt x="646" y="534"/>
                    <a:pt x="646" y="534"/>
                    <a:pt x="646" y="534"/>
                  </a:cubicBezTo>
                  <a:cubicBezTo>
                    <a:pt x="648" y="532"/>
                    <a:pt x="649" y="530"/>
                    <a:pt x="650" y="528"/>
                  </a:cubicBezTo>
                  <a:cubicBezTo>
                    <a:pt x="701" y="556"/>
                    <a:pt x="701" y="556"/>
                    <a:pt x="701" y="556"/>
                  </a:cubicBezTo>
                  <a:cubicBezTo>
                    <a:pt x="700" y="559"/>
                    <a:pt x="698" y="561"/>
                    <a:pt x="697" y="564"/>
                  </a:cubicBezTo>
                  <a:close/>
                  <a:moveTo>
                    <a:pt x="48" y="556"/>
                  </a:moveTo>
                  <a:cubicBezTo>
                    <a:pt x="47" y="554"/>
                    <a:pt x="45" y="551"/>
                    <a:pt x="44" y="549"/>
                  </a:cubicBezTo>
                  <a:cubicBezTo>
                    <a:pt x="95" y="521"/>
                    <a:pt x="95" y="521"/>
                    <a:pt x="95" y="521"/>
                  </a:cubicBezTo>
                  <a:cubicBezTo>
                    <a:pt x="97" y="523"/>
                    <a:pt x="98" y="525"/>
                    <a:pt x="99" y="528"/>
                  </a:cubicBezTo>
                  <a:lnTo>
                    <a:pt x="48" y="556"/>
                  </a:lnTo>
                  <a:close/>
                  <a:moveTo>
                    <a:pt x="704" y="550"/>
                  </a:moveTo>
                  <a:cubicBezTo>
                    <a:pt x="653" y="522"/>
                    <a:pt x="653" y="522"/>
                    <a:pt x="653" y="522"/>
                  </a:cubicBezTo>
                  <a:cubicBezTo>
                    <a:pt x="654" y="520"/>
                    <a:pt x="655" y="518"/>
                    <a:pt x="656" y="516"/>
                  </a:cubicBezTo>
                  <a:cubicBezTo>
                    <a:pt x="708" y="542"/>
                    <a:pt x="708" y="542"/>
                    <a:pt x="708" y="542"/>
                  </a:cubicBezTo>
                  <a:cubicBezTo>
                    <a:pt x="707" y="545"/>
                    <a:pt x="706" y="547"/>
                    <a:pt x="704" y="550"/>
                  </a:cubicBezTo>
                  <a:close/>
                  <a:moveTo>
                    <a:pt x="40" y="542"/>
                  </a:moveTo>
                  <a:cubicBezTo>
                    <a:pt x="39" y="540"/>
                    <a:pt x="38" y="537"/>
                    <a:pt x="37" y="534"/>
                  </a:cubicBezTo>
                  <a:cubicBezTo>
                    <a:pt x="89" y="509"/>
                    <a:pt x="89" y="509"/>
                    <a:pt x="89" y="509"/>
                  </a:cubicBezTo>
                  <a:cubicBezTo>
                    <a:pt x="91" y="511"/>
                    <a:pt x="92" y="514"/>
                    <a:pt x="93" y="516"/>
                  </a:cubicBezTo>
                  <a:lnTo>
                    <a:pt x="40" y="542"/>
                  </a:lnTo>
                  <a:close/>
                  <a:moveTo>
                    <a:pt x="712" y="536"/>
                  </a:moveTo>
                  <a:cubicBezTo>
                    <a:pt x="659" y="510"/>
                    <a:pt x="659" y="510"/>
                    <a:pt x="659" y="510"/>
                  </a:cubicBezTo>
                  <a:cubicBezTo>
                    <a:pt x="660" y="508"/>
                    <a:pt x="661" y="506"/>
                    <a:pt x="662" y="504"/>
                  </a:cubicBezTo>
                  <a:cubicBezTo>
                    <a:pt x="715" y="528"/>
                    <a:pt x="715" y="528"/>
                    <a:pt x="715" y="528"/>
                  </a:cubicBezTo>
                  <a:cubicBezTo>
                    <a:pt x="714" y="531"/>
                    <a:pt x="713" y="533"/>
                    <a:pt x="712" y="536"/>
                  </a:cubicBezTo>
                  <a:close/>
                  <a:moveTo>
                    <a:pt x="34" y="528"/>
                  </a:moveTo>
                  <a:cubicBezTo>
                    <a:pt x="32" y="525"/>
                    <a:pt x="31" y="523"/>
                    <a:pt x="30" y="520"/>
                  </a:cubicBezTo>
                  <a:cubicBezTo>
                    <a:pt x="84" y="497"/>
                    <a:pt x="84" y="497"/>
                    <a:pt x="84" y="497"/>
                  </a:cubicBezTo>
                  <a:cubicBezTo>
                    <a:pt x="85" y="499"/>
                    <a:pt x="86" y="502"/>
                    <a:pt x="87" y="504"/>
                  </a:cubicBezTo>
                  <a:lnTo>
                    <a:pt x="34" y="528"/>
                  </a:lnTo>
                  <a:close/>
                  <a:moveTo>
                    <a:pt x="718" y="521"/>
                  </a:moveTo>
                  <a:cubicBezTo>
                    <a:pt x="665" y="498"/>
                    <a:pt x="665" y="498"/>
                    <a:pt x="665" y="498"/>
                  </a:cubicBezTo>
                  <a:cubicBezTo>
                    <a:pt x="666" y="496"/>
                    <a:pt x="666" y="494"/>
                    <a:pt x="667" y="491"/>
                  </a:cubicBezTo>
                  <a:cubicBezTo>
                    <a:pt x="722" y="513"/>
                    <a:pt x="722" y="513"/>
                    <a:pt x="722" y="513"/>
                  </a:cubicBezTo>
                  <a:cubicBezTo>
                    <a:pt x="721" y="516"/>
                    <a:pt x="719" y="519"/>
                    <a:pt x="718" y="521"/>
                  </a:cubicBezTo>
                  <a:close/>
                  <a:moveTo>
                    <a:pt x="27" y="513"/>
                  </a:moveTo>
                  <a:cubicBezTo>
                    <a:pt x="26" y="511"/>
                    <a:pt x="25" y="508"/>
                    <a:pt x="24" y="505"/>
                  </a:cubicBezTo>
                  <a:cubicBezTo>
                    <a:pt x="79" y="485"/>
                    <a:pt x="79" y="485"/>
                    <a:pt x="79" y="485"/>
                  </a:cubicBezTo>
                  <a:cubicBezTo>
                    <a:pt x="80" y="487"/>
                    <a:pt x="81" y="489"/>
                    <a:pt x="82" y="491"/>
                  </a:cubicBezTo>
                  <a:lnTo>
                    <a:pt x="27" y="513"/>
                  </a:lnTo>
                  <a:close/>
                  <a:moveTo>
                    <a:pt x="724" y="506"/>
                  </a:moveTo>
                  <a:cubicBezTo>
                    <a:pt x="670" y="486"/>
                    <a:pt x="670" y="486"/>
                    <a:pt x="670" y="486"/>
                  </a:cubicBezTo>
                  <a:cubicBezTo>
                    <a:pt x="670" y="483"/>
                    <a:pt x="671" y="481"/>
                    <a:pt x="672" y="479"/>
                  </a:cubicBezTo>
                  <a:cubicBezTo>
                    <a:pt x="727" y="498"/>
                    <a:pt x="727" y="498"/>
                    <a:pt x="727" y="498"/>
                  </a:cubicBezTo>
                  <a:cubicBezTo>
                    <a:pt x="726" y="501"/>
                    <a:pt x="725" y="504"/>
                    <a:pt x="724" y="506"/>
                  </a:cubicBezTo>
                  <a:close/>
                  <a:moveTo>
                    <a:pt x="22" y="498"/>
                  </a:moveTo>
                  <a:cubicBezTo>
                    <a:pt x="21" y="496"/>
                    <a:pt x="20" y="493"/>
                    <a:pt x="19" y="490"/>
                  </a:cubicBezTo>
                  <a:cubicBezTo>
                    <a:pt x="75" y="472"/>
                    <a:pt x="75" y="472"/>
                    <a:pt x="75" y="472"/>
                  </a:cubicBezTo>
                  <a:cubicBezTo>
                    <a:pt x="75" y="474"/>
                    <a:pt x="76" y="477"/>
                    <a:pt x="77" y="479"/>
                  </a:cubicBezTo>
                  <a:lnTo>
                    <a:pt x="22" y="498"/>
                  </a:lnTo>
                  <a:close/>
                  <a:moveTo>
                    <a:pt x="730" y="491"/>
                  </a:moveTo>
                  <a:cubicBezTo>
                    <a:pt x="674" y="473"/>
                    <a:pt x="674" y="473"/>
                    <a:pt x="674" y="473"/>
                  </a:cubicBezTo>
                  <a:cubicBezTo>
                    <a:pt x="675" y="471"/>
                    <a:pt x="676" y="468"/>
                    <a:pt x="676" y="466"/>
                  </a:cubicBezTo>
                  <a:cubicBezTo>
                    <a:pt x="732" y="483"/>
                    <a:pt x="732" y="483"/>
                    <a:pt x="732" y="483"/>
                  </a:cubicBezTo>
                  <a:cubicBezTo>
                    <a:pt x="731" y="486"/>
                    <a:pt x="731" y="489"/>
                    <a:pt x="730" y="491"/>
                  </a:cubicBezTo>
                  <a:close/>
                  <a:moveTo>
                    <a:pt x="17" y="483"/>
                  </a:moveTo>
                  <a:cubicBezTo>
                    <a:pt x="16" y="481"/>
                    <a:pt x="15" y="478"/>
                    <a:pt x="14" y="475"/>
                  </a:cubicBezTo>
                  <a:cubicBezTo>
                    <a:pt x="71" y="459"/>
                    <a:pt x="71" y="459"/>
                    <a:pt x="71" y="459"/>
                  </a:cubicBezTo>
                  <a:cubicBezTo>
                    <a:pt x="71" y="462"/>
                    <a:pt x="72" y="464"/>
                    <a:pt x="73" y="466"/>
                  </a:cubicBezTo>
                  <a:lnTo>
                    <a:pt x="17" y="483"/>
                  </a:lnTo>
                  <a:close/>
                  <a:moveTo>
                    <a:pt x="734" y="476"/>
                  </a:moveTo>
                  <a:cubicBezTo>
                    <a:pt x="678" y="460"/>
                    <a:pt x="678" y="460"/>
                    <a:pt x="678" y="460"/>
                  </a:cubicBezTo>
                  <a:cubicBezTo>
                    <a:pt x="679" y="458"/>
                    <a:pt x="679" y="456"/>
                    <a:pt x="680" y="453"/>
                  </a:cubicBezTo>
                  <a:cubicBezTo>
                    <a:pt x="737" y="468"/>
                    <a:pt x="737" y="468"/>
                    <a:pt x="737" y="468"/>
                  </a:cubicBezTo>
                  <a:cubicBezTo>
                    <a:pt x="736" y="471"/>
                    <a:pt x="735" y="473"/>
                    <a:pt x="734" y="476"/>
                  </a:cubicBezTo>
                  <a:close/>
                  <a:moveTo>
                    <a:pt x="12" y="468"/>
                  </a:moveTo>
                  <a:cubicBezTo>
                    <a:pt x="12" y="465"/>
                    <a:pt x="11" y="463"/>
                    <a:pt x="10" y="460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9"/>
                    <a:pt x="68" y="451"/>
                    <a:pt x="69" y="453"/>
                  </a:cubicBezTo>
                  <a:lnTo>
                    <a:pt x="12" y="468"/>
                  </a:lnTo>
                  <a:close/>
                  <a:moveTo>
                    <a:pt x="738" y="461"/>
                  </a:moveTo>
                  <a:cubicBezTo>
                    <a:pt x="681" y="447"/>
                    <a:pt x="681" y="447"/>
                    <a:pt x="681" y="447"/>
                  </a:cubicBezTo>
                  <a:cubicBezTo>
                    <a:pt x="682" y="445"/>
                    <a:pt x="683" y="443"/>
                    <a:pt x="683" y="440"/>
                  </a:cubicBezTo>
                  <a:cubicBezTo>
                    <a:pt x="740" y="452"/>
                    <a:pt x="740" y="452"/>
                    <a:pt x="740" y="452"/>
                  </a:cubicBezTo>
                  <a:cubicBezTo>
                    <a:pt x="740" y="455"/>
                    <a:pt x="739" y="458"/>
                    <a:pt x="738" y="461"/>
                  </a:cubicBezTo>
                  <a:close/>
                  <a:moveTo>
                    <a:pt x="9" y="453"/>
                  </a:moveTo>
                  <a:cubicBezTo>
                    <a:pt x="8" y="450"/>
                    <a:pt x="8" y="447"/>
                    <a:pt x="7" y="444"/>
                  </a:cubicBezTo>
                  <a:cubicBezTo>
                    <a:pt x="65" y="433"/>
                    <a:pt x="65" y="433"/>
                    <a:pt x="65" y="433"/>
                  </a:cubicBezTo>
                  <a:cubicBezTo>
                    <a:pt x="65" y="436"/>
                    <a:pt x="65" y="438"/>
                    <a:pt x="66" y="440"/>
                  </a:cubicBezTo>
                  <a:lnTo>
                    <a:pt x="9" y="453"/>
                  </a:lnTo>
                  <a:close/>
                  <a:moveTo>
                    <a:pt x="742" y="445"/>
                  </a:moveTo>
                  <a:cubicBezTo>
                    <a:pt x="684" y="434"/>
                    <a:pt x="684" y="434"/>
                    <a:pt x="684" y="434"/>
                  </a:cubicBezTo>
                  <a:cubicBezTo>
                    <a:pt x="685" y="432"/>
                    <a:pt x="685" y="429"/>
                    <a:pt x="686" y="427"/>
                  </a:cubicBezTo>
                  <a:cubicBezTo>
                    <a:pt x="743" y="437"/>
                    <a:pt x="743" y="437"/>
                    <a:pt x="743" y="437"/>
                  </a:cubicBezTo>
                  <a:cubicBezTo>
                    <a:pt x="743" y="440"/>
                    <a:pt x="742" y="443"/>
                    <a:pt x="742" y="445"/>
                  </a:cubicBezTo>
                  <a:close/>
                  <a:moveTo>
                    <a:pt x="6" y="437"/>
                  </a:moveTo>
                  <a:cubicBezTo>
                    <a:pt x="5" y="434"/>
                    <a:pt x="5" y="431"/>
                    <a:pt x="4" y="429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63" y="422"/>
                    <a:pt x="63" y="425"/>
                    <a:pt x="63" y="427"/>
                  </a:cubicBezTo>
                  <a:lnTo>
                    <a:pt x="6" y="437"/>
                  </a:lnTo>
                  <a:close/>
                  <a:moveTo>
                    <a:pt x="744" y="430"/>
                  </a:moveTo>
                  <a:cubicBezTo>
                    <a:pt x="687" y="421"/>
                    <a:pt x="687" y="421"/>
                    <a:pt x="687" y="421"/>
                  </a:cubicBezTo>
                  <a:cubicBezTo>
                    <a:pt x="687" y="419"/>
                    <a:pt x="687" y="416"/>
                    <a:pt x="688" y="414"/>
                  </a:cubicBezTo>
                  <a:cubicBezTo>
                    <a:pt x="746" y="421"/>
                    <a:pt x="746" y="421"/>
                    <a:pt x="746" y="421"/>
                  </a:cubicBezTo>
                  <a:cubicBezTo>
                    <a:pt x="745" y="424"/>
                    <a:pt x="745" y="427"/>
                    <a:pt x="744" y="430"/>
                  </a:cubicBezTo>
                  <a:close/>
                  <a:moveTo>
                    <a:pt x="3" y="421"/>
                  </a:moveTo>
                  <a:cubicBezTo>
                    <a:pt x="3" y="418"/>
                    <a:pt x="3" y="416"/>
                    <a:pt x="2" y="413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9"/>
                    <a:pt x="61" y="412"/>
                    <a:pt x="61" y="414"/>
                  </a:cubicBezTo>
                  <a:lnTo>
                    <a:pt x="3" y="421"/>
                  </a:lnTo>
                  <a:close/>
                  <a:moveTo>
                    <a:pt x="746" y="414"/>
                  </a:moveTo>
                  <a:cubicBezTo>
                    <a:pt x="688" y="408"/>
                    <a:pt x="688" y="408"/>
                    <a:pt x="688" y="408"/>
                  </a:cubicBezTo>
                  <a:cubicBezTo>
                    <a:pt x="689" y="405"/>
                    <a:pt x="689" y="403"/>
                    <a:pt x="689" y="400"/>
                  </a:cubicBezTo>
                  <a:cubicBezTo>
                    <a:pt x="747" y="405"/>
                    <a:pt x="747" y="405"/>
                    <a:pt x="747" y="405"/>
                  </a:cubicBezTo>
                  <a:cubicBezTo>
                    <a:pt x="747" y="408"/>
                    <a:pt x="747" y="411"/>
                    <a:pt x="746" y="414"/>
                  </a:cubicBezTo>
                  <a:close/>
                  <a:moveTo>
                    <a:pt x="2" y="406"/>
                  </a:moveTo>
                  <a:cubicBezTo>
                    <a:pt x="2" y="403"/>
                    <a:pt x="1" y="400"/>
                    <a:pt x="1" y="397"/>
                  </a:cubicBezTo>
                  <a:cubicBezTo>
                    <a:pt x="60" y="393"/>
                    <a:pt x="60" y="393"/>
                    <a:pt x="60" y="393"/>
                  </a:cubicBezTo>
                  <a:cubicBezTo>
                    <a:pt x="60" y="396"/>
                    <a:pt x="60" y="398"/>
                    <a:pt x="60" y="401"/>
                  </a:cubicBezTo>
                  <a:lnTo>
                    <a:pt x="2" y="406"/>
                  </a:lnTo>
                  <a:close/>
                  <a:moveTo>
                    <a:pt x="748" y="398"/>
                  </a:moveTo>
                  <a:cubicBezTo>
                    <a:pt x="689" y="394"/>
                    <a:pt x="689" y="394"/>
                    <a:pt x="689" y="394"/>
                  </a:cubicBezTo>
                  <a:cubicBezTo>
                    <a:pt x="690" y="392"/>
                    <a:pt x="690" y="390"/>
                    <a:pt x="690" y="387"/>
                  </a:cubicBezTo>
                  <a:cubicBezTo>
                    <a:pt x="748" y="390"/>
                    <a:pt x="748" y="390"/>
                    <a:pt x="748" y="390"/>
                  </a:cubicBezTo>
                  <a:cubicBezTo>
                    <a:pt x="748" y="392"/>
                    <a:pt x="748" y="395"/>
                    <a:pt x="748" y="398"/>
                  </a:cubicBezTo>
                  <a:close/>
                  <a:moveTo>
                    <a:pt x="1" y="390"/>
                  </a:moveTo>
                  <a:cubicBezTo>
                    <a:pt x="1" y="387"/>
                    <a:pt x="1" y="384"/>
                    <a:pt x="1" y="381"/>
                  </a:cubicBezTo>
                  <a:cubicBezTo>
                    <a:pt x="59" y="380"/>
                    <a:pt x="59" y="380"/>
                    <a:pt x="59" y="380"/>
                  </a:cubicBezTo>
                  <a:cubicBezTo>
                    <a:pt x="59" y="382"/>
                    <a:pt x="59" y="385"/>
                    <a:pt x="59" y="387"/>
                  </a:cubicBezTo>
                  <a:lnTo>
                    <a:pt x="1" y="390"/>
                  </a:lnTo>
                  <a:close/>
                  <a:moveTo>
                    <a:pt x="748" y="382"/>
                  </a:moveTo>
                  <a:cubicBezTo>
                    <a:pt x="690" y="381"/>
                    <a:pt x="690" y="381"/>
                    <a:pt x="690" y="381"/>
                  </a:cubicBezTo>
                  <a:cubicBezTo>
                    <a:pt x="690" y="379"/>
                    <a:pt x="690" y="376"/>
                    <a:pt x="690" y="374"/>
                  </a:cubicBezTo>
                  <a:cubicBezTo>
                    <a:pt x="690" y="373"/>
                    <a:pt x="690" y="373"/>
                    <a:pt x="690" y="373"/>
                  </a:cubicBezTo>
                  <a:cubicBezTo>
                    <a:pt x="749" y="373"/>
                    <a:pt x="749" y="373"/>
                    <a:pt x="749" y="373"/>
                  </a:cubicBezTo>
                  <a:cubicBezTo>
                    <a:pt x="749" y="374"/>
                    <a:pt x="749" y="374"/>
                    <a:pt x="749" y="374"/>
                  </a:cubicBezTo>
                  <a:cubicBezTo>
                    <a:pt x="749" y="377"/>
                    <a:pt x="749" y="379"/>
                    <a:pt x="748" y="382"/>
                  </a:cubicBezTo>
                  <a:close/>
                  <a:moveTo>
                    <a:pt x="59" y="374"/>
                  </a:moveTo>
                  <a:cubicBezTo>
                    <a:pt x="42" y="374"/>
                    <a:pt x="42" y="374"/>
                    <a:pt x="42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1"/>
                    <a:pt x="0" y="368"/>
                    <a:pt x="1" y="365"/>
                  </a:cubicBezTo>
                  <a:cubicBezTo>
                    <a:pt x="59" y="367"/>
                    <a:pt x="59" y="367"/>
                    <a:pt x="59" y="367"/>
                  </a:cubicBezTo>
                  <a:cubicBezTo>
                    <a:pt x="59" y="369"/>
                    <a:pt x="59" y="371"/>
                    <a:pt x="59" y="374"/>
                  </a:cubicBezTo>
                  <a:close/>
                  <a:moveTo>
                    <a:pt x="690" y="367"/>
                  </a:moveTo>
                  <a:cubicBezTo>
                    <a:pt x="690" y="365"/>
                    <a:pt x="690" y="362"/>
                    <a:pt x="690" y="360"/>
                  </a:cubicBezTo>
                  <a:cubicBezTo>
                    <a:pt x="748" y="357"/>
                    <a:pt x="748" y="357"/>
                    <a:pt x="748" y="357"/>
                  </a:cubicBezTo>
                  <a:cubicBezTo>
                    <a:pt x="748" y="360"/>
                    <a:pt x="748" y="363"/>
                    <a:pt x="748" y="366"/>
                  </a:cubicBezTo>
                  <a:lnTo>
                    <a:pt x="690" y="367"/>
                  </a:lnTo>
                  <a:close/>
                  <a:moveTo>
                    <a:pt x="59" y="360"/>
                  </a:moveTo>
                  <a:cubicBezTo>
                    <a:pt x="1" y="358"/>
                    <a:pt x="1" y="358"/>
                    <a:pt x="1" y="358"/>
                  </a:cubicBezTo>
                  <a:cubicBezTo>
                    <a:pt x="1" y="355"/>
                    <a:pt x="1" y="352"/>
                    <a:pt x="1" y="349"/>
                  </a:cubicBezTo>
                  <a:cubicBezTo>
                    <a:pt x="60" y="353"/>
                    <a:pt x="60" y="353"/>
                    <a:pt x="60" y="353"/>
                  </a:cubicBezTo>
                  <a:cubicBezTo>
                    <a:pt x="59" y="356"/>
                    <a:pt x="59" y="358"/>
                    <a:pt x="59" y="360"/>
                  </a:cubicBezTo>
                  <a:close/>
                  <a:moveTo>
                    <a:pt x="689" y="354"/>
                  </a:moveTo>
                  <a:cubicBezTo>
                    <a:pt x="689" y="351"/>
                    <a:pt x="689" y="349"/>
                    <a:pt x="689" y="346"/>
                  </a:cubicBezTo>
                  <a:cubicBezTo>
                    <a:pt x="747" y="342"/>
                    <a:pt x="747" y="342"/>
                    <a:pt x="747" y="342"/>
                  </a:cubicBezTo>
                  <a:cubicBezTo>
                    <a:pt x="747" y="344"/>
                    <a:pt x="748" y="347"/>
                    <a:pt x="748" y="350"/>
                  </a:cubicBezTo>
                  <a:lnTo>
                    <a:pt x="689" y="354"/>
                  </a:lnTo>
                  <a:close/>
                  <a:moveTo>
                    <a:pt x="60" y="347"/>
                  </a:moveTo>
                  <a:cubicBezTo>
                    <a:pt x="2" y="342"/>
                    <a:pt x="2" y="342"/>
                    <a:pt x="2" y="342"/>
                  </a:cubicBezTo>
                  <a:cubicBezTo>
                    <a:pt x="2" y="339"/>
                    <a:pt x="2" y="336"/>
                    <a:pt x="3" y="334"/>
                  </a:cubicBezTo>
                  <a:cubicBezTo>
                    <a:pt x="61" y="340"/>
                    <a:pt x="61" y="340"/>
                    <a:pt x="61" y="340"/>
                  </a:cubicBezTo>
                  <a:cubicBezTo>
                    <a:pt x="60" y="342"/>
                    <a:pt x="60" y="345"/>
                    <a:pt x="60" y="347"/>
                  </a:cubicBezTo>
                  <a:close/>
                  <a:moveTo>
                    <a:pt x="688" y="340"/>
                  </a:moveTo>
                  <a:cubicBezTo>
                    <a:pt x="688" y="338"/>
                    <a:pt x="688" y="336"/>
                    <a:pt x="688" y="333"/>
                  </a:cubicBezTo>
                  <a:cubicBezTo>
                    <a:pt x="746" y="326"/>
                    <a:pt x="746" y="326"/>
                    <a:pt x="746" y="326"/>
                  </a:cubicBezTo>
                  <a:cubicBezTo>
                    <a:pt x="746" y="329"/>
                    <a:pt x="746" y="331"/>
                    <a:pt x="747" y="334"/>
                  </a:cubicBezTo>
                  <a:lnTo>
                    <a:pt x="688" y="340"/>
                  </a:lnTo>
                  <a:close/>
                  <a:moveTo>
                    <a:pt x="61" y="334"/>
                  </a:moveTo>
                  <a:cubicBezTo>
                    <a:pt x="3" y="326"/>
                    <a:pt x="3" y="326"/>
                    <a:pt x="3" y="326"/>
                  </a:cubicBezTo>
                  <a:cubicBezTo>
                    <a:pt x="4" y="324"/>
                    <a:pt x="4" y="321"/>
                    <a:pt x="5" y="318"/>
                  </a:cubicBezTo>
                  <a:cubicBezTo>
                    <a:pt x="62" y="327"/>
                    <a:pt x="62" y="327"/>
                    <a:pt x="62" y="327"/>
                  </a:cubicBezTo>
                  <a:cubicBezTo>
                    <a:pt x="62" y="329"/>
                    <a:pt x="62" y="331"/>
                    <a:pt x="61" y="334"/>
                  </a:cubicBezTo>
                  <a:close/>
                  <a:moveTo>
                    <a:pt x="687" y="327"/>
                  </a:moveTo>
                  <a:cubicBezTo>
                    <a:pt x="686" y="325"/>
                    <a:pt x="686" y="322"/>
                    <a:pt x="686" y="320"/>
                  </a:cubicBezTo>
                  <a:cubicBezTo>
                    <a:pt x="743" y="310"/>
                    <a:pt x="743" y="310"/>
                    <a:pt x="743" y="310"/>
                  </a:cubicBezTo>
                  <a:cubicBezTo>
                    <a:pt x="744" y="313"/>
                    <a:pt x="744" y="316"/>
                    <a:pt x="745" y="319"/>
                  </a:cubicBezTo>
                  <a:lnTo>
                    <a:pt x="687" y="327"/>
                  </a:lnTo>
                  <a:close/>
                  <a:moveTo>
                    <a:pt x="63" y="320"/>
                  </a:moveTo>
                  <a:cubicBezTo>
                    <a:pt x="6" y="311"/>
                    <a:pt x="6" y="311"/>
                    <a:pt x="6" y="311"/>
                  </a:cubicBezTo>
                  <a:cubicBezTo>
                    <a:pt x="6" y="308"/>
                    <a:pt x="7" y="305"/>
                    <a:pt x="7" y="302"/>
                  </a:cubicBezTo>
                  <a:cubicBezTo>
                    <a:pt x="65" y="313"/>
                    <a:pt x="65" y="313"/>
                    <a:pt x="65" y="313"/>
                  </a:cubicBezTo>
                  <a:cubicBezTo>
                    <a:pt x="64" y="316"/>
                    <a:pt x="64" y="318"/>
                    <a:pt x="63" y="320"/>
                  </a:cubicBezTo>
                  <a:close/>
                  <a:moveTo>
                    <a:pt x="684" y="314"/>
                  </a:moveTo>
                  <a:cubicBezTo>
                    <a:pt x="684" y="312"/>
                    <a:pt x="683" y="309"/>
                    <a:pt x="683" y="307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741" y="297"/>
                    <a:pt x="741" y="300"/>
                    <a:pt x="742" y="303"/>
                  </a:cubicBezTo>
                  <a:lnTo>
                    <a:pt x="684" y="314"/>
                  </a:lnTo>
                  <a:close/>
                  <a:moveTo>
                    <a:pt x="66" y="307"/>
                  </a:moveTo>
                  <a:cubicBezTo>
                    <a:pt x="9" y="295"/>
                    <a:pt x="9" y="295"/>
                    <a:pt x="9" y="295"/>
                  </a:cubicBezTo>
                  <a:cubicBezTo>
                    <a:pt x="9" y="292"/>
                    <a:pt x="10" y="289"/>
                    <a:pt x="11" y="287"/>
                  </a:cubicBezTo>
                  <a:cubicBezTo>
                    <a:pt x="68" y="300"/>
                    <a:pt x="68" y="300"/>
                    <a:pt x="68" y="300"/>
                  </a:cubicBezTo>
                  <a:cubicBezTo>
                    <a:pt x="67" y="303"/>
                    <a:pt x="66" y="305"/>
                    <a:pt x="66" y="307"/>
                  </a:cubicBezTo>
                  <a:close/>
                  <a:moveTo>
                    <a:pt x="682" y="301"/>
                  </a:moveTo>
                  <a:cubicBezTo>
                    <a:pt x="681" y="298"/>
                    <a:pt x="680" y="296"/>
                    <a:pt x="680" y="294"/>
                  </a:cubicBezTo>
                  <a:cubicBezTo>
                    <a:pt x="736" y="279"/>
                    <a:pt x="736" y="279"/>
                    <a:pt x="736" y="279"/>
                  </a:cubicBezTo>
                  <a:cubicBezTo>
                    <a:pt x="737" y="282"/>
                    <a:pt x="738" y="285"/>
                    <a:pt x="739" y="287"/>
                  </a:cubicBezTo>
                  <a:lnTo>
                    <a:pt x="682" y="301"/>
                  </a:lnTo>
                  <a:close/>
                  <a:moveTo>
                    <a:pt x="69" y="294"/>
                  </a:moveTo>
                  <a:cubicBezTo>
                    <a:pt x="12" y="280"/>
                    <a:pt x="12" y="280"/>
                    <a:pt x="12" y="280"/>
                  </a:cubicBezTo>
                  <a:cubicBezTo>
                    <a:pt x="13" y="277"/>
                    <a:pt x="14" y="274"/>
                    <a:pt x="15" y="271"/>
                  </a:cubicBezTo>
                  <a:cubicBezTo>
                    <a:pt x="71" y="287"/>
                    <a:pt x="71" y="287"/>
                    <a:pt x="71" y="287"/>
                  </a:cubicBezTo>
                  <a:cubicBezTo>
                    <a:pt x="70" y="290"/>
                    <a:pt x="70" y="292"/>
                    <a:pt x="69" y="294"/>
                  </a:cubicBezTo>
                  <a:close/>
                  <a:moveTo>
                    <a:pt x="678" y="288"/>
                  </a:moveTo>
                  <a:cubicBezTo>
                    <a:pt x="678" y="286"/>
                    <a:pt x="677" y="283"/>
                    <a:pt x="676" y="281"/>
                  </a:cubicBezTo>
                  <a:cubicBezTo>
                    <a:pt x="732" y="264"/>
                    <a:pt x="732" y="264"/>
                    <a:pt x="732" y="264"/>
                  </a:cubicBezTo>
                  <a:cubicBezTo>
                    <a:pt x="733" y="266"/>
                    <a:pt x="734" y="269"/>
                    <a:pt x="735" y="272"/>
                  </a:cubicBezTo>
                  <a:lnTo>
                    <a:pt x="678" y="288"/>
                  </a:lnTo>
                  <a:close/>
                  <a:moveTo>
                    <a:pt x="73" y="281"/>
                  </a:moveTo>
                  <a:cubicBezTo>
                    <a:pt x="17" y="264"/>
                    <a:pt x="17" y="264"/>
                    <a:pt x="17" y="264"/>
                  </a:cubicBezTo>
                  <a:cubicBezTo>
                    <a:pt x="18" y="262"/>
                    <a:pt x="18" y="259"/>
                    <a:pt x="19" y="256"/>
                  </a:cubicBezTo>
                  <a:cubicBezTo>
                    <a:pt x="75" y="274"/>
                    <a:pt x="75" y="274"/>
                    <a:pt x="75" y="274"/>
                  </a:cubicBezTo>
                  <a:cubicBezTo>
                    <a:pt x="74" y="277"/>
                    <a:pt x="73" y="279"/>
                    <a:pt x="73" y="281"/>
                  </a:cubicBezTo>
                  <a:close/>
                  <a:moveTo>
                    <a:pt x="674" y="275"/>
                  </a:moveTo>
                  <a:cubicBezTo>
                    <a:pt x="674" y="273"/>
                    <a:pt x="673" y="270"/>
                    <a:pt x="672" y="268"/>
                  </a:cubicBezTo>
                  <a:cubicBezTo>
                    <a:pt x="727" y="249"/>
                    <a:pt x="727" y="249"/>
                    <a:pt x="727" y="249"/>
                  </a:cubicBezTo>
                  <a:cubicBezTo>
                    <a:pt x="728" y="251"/>
                    <a:pt x="729" y="254"/>
                    <a:pt x="730" y="257"/>
                  </a:cubicBezTo>
                  <a:lnTo>
                    <a:pt x="674" y="275"/>
                  </a:lnTo>
                  <a:close/>
                  <a:moveTo>
                    <a:pt x="77" y="269"/>
                  </a:moveTo>
                  <a:cubicBezTo>
                    <a:pt x="22" y="249"/>
                    <a:pt x="22" y="249"/>
                    <a:pt x="22" y="249"/>
                  </a:cubicBezTo>
                  <a:cubicBezTo>
                    <a:pt x="23" y="246"/>
                    <a:pt x="24" y="244"/>
                    <a:pt x="25" y="241"/>
                  </a:cubicBezTo>
                  <a:cubicBezTo>
                    <a:pt x="79" y="262"/>
                    <a:pt x="79" y="262"/>
                    <a:pt x="79" y="262"/>
                  </a:cubicBezTo>
                  <a:cubicBezTo>
                    <a:pt x="78" y="264"/>
                    <a:pt x="78" y="266"/>
                    <a:pt x="77" y="269"/>
                  </a:cubicBezTo>
                  <a:close/>
                  <a:moveTo>
                    <a:pt x="670" y="262"/>
                  </a:moveTo>
                  <a:cubicBezTo>
                    <a:pt x="669" y="260"/>
                    <a:pt x="668" y="258"/>
                    <a:pt x="667" y="256"/>
                  </a:cubicBezTo>
                  <a:cubicBezTo>
                    <a:pt x="722" y="234"/>
                    <a:pt x="722" y="234"/>
                    <a:pt x="722" y="234"/>
                  </a:cubicBezTo>
                  <a:cubicBezTo>
                    <a:pt x="723" y="236"/>
                    <a:pt x="724" y="239"/>
                    <a:pt x="725" y="242"/>
                  </a:cubicBezTo>
                  <a:lnTo>
                    <a:pt x="670" y="262"/>
                  </a:lnTo>
                  <a:close/>
                  <a:moveTo>
                    <a:pt x="82" y="256"/>
                  </a:moveTo>
                  <a:cubicBezTo>
                    <a:pt x="27" y="234"/>
                    <a:pt x="27" y="234"/>
                    <a:pt x="27" y="234"/>
                  </a:cubicBezTo>
                  <a:cubicBezTo>
                    <a:pt x="28" y="232"/>
                    <a:pt x="29" y="229"/>
                    <a:pt x="31" y="226"/>
                  </a:cubicBezTo>
                  <a:cubicBezTo>
                    <a:pt x="84" y="249"/>
                    <a:pt x="84" y="249"/>
                    <a:pt x="84" y="249"/>
                  </a:cubicBezTo>
                  <a:cubicBezTo>
                    <a:pt x="83" y="252"/>
                    <a:pt x="82" y="254"/>
                    <a:pt x="82" y="256"/>
                  </a:cubicBezTo>
                  <a:close/>
                  <a:moveTo>
                    <a:pt x="665" y="250"/>
                  </a:moveTo>
                  <a:cubicBezTo>
                    <a:pt x="664" y="248"/>
                    <a:pt x="663" y="246"/>
                    <a:pt x="662" y="243"/>
                  </a:cubicBezTo>
                  <a:cubicBezTo>
                    <a:pt x="715" y="219"/>
                    <a:pt x="715" y="219"/>
                    <a:pt x="715" y="219"/>
                  </a:cubicBezTo>
                  <a:cubicBezTo>
                    <a:pt x="716" y="222"/>
                    <a:pt x="718" y="224"/>
                    <a:pt x="719" y="227"/>
                  </a:cubicBezTo>
                  <a:lnTo>
                    <a:pt x="665" y="250"/>
                  </a:lnTo>
                  <a:close/>
                  <a:moveTo>
                    <a:pt x="87" y="244"/>
                  </a:moveTo>
                  <a:cubicBezTo>
                    <a:pt x="34" y="220"/>
                    <a:pt x="34" y="220"/>
                    <a:pt x="34" y="220"/>
                  </a:cubicBezTo>
                  <a:cubicBezTo>
                    <a:pt x="35" y="217"/>
                    <a:pt x="36" y="214"/>
                    <a:pt x="37" y="212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89" y="239"/>
                    <a:pt x="88" y="242"/>
                    <a:pt x="87" y="244"/>
                  </a:cubicBezTo>
                  <a:close/>
                  <a:moveTo>
                    <a:pt x="659" y="238"/>
                  </a:moveTo>
                  <a:cubicBezTo>
                    <a:pt x="658" y="236"/>
                    <a:pt x="657" y="234"/>
                    <a:pt x="656" y="231"/>
                  </a:cubicBezTo>
                  <a:cubicBezTo>
                    <a:pt x="708" y="205"/>
                    <a:pt x="708" y="205"/>
                    <a:pt x="708" y="205"/>
                  </a:cubicBezTo>
                  <a:cubicBezTo>
                    <a:pt x="710" y="208"/>
                    <a:pt x="711" y="210"/>
                    <a:pt x="712" y="213"/>
                  </a:cubicBezTo>
                  <a:lnTo>
                    <a:pt x="659" y="238"/>
                  </a:lnTo>
                  <a:close/>
                  <a:moveTo>
                    <a:pt x="93" y="232"/>
                  </a:moveTo>
                  <a:cubicBezTo>
                    <a:pt x="40" y="205"/>
                    <a:pt x="40" y="205"/>
                    <a:pt x="40" y="205"/>
                  </a:cubicBezTo>
                  <a:cubicBezTo>
                    <a:pt x="42" y="203"/>
                    <a:pt x="43" y="200"/>
                    <a:pt x="44" y="198"/>
                  </a:cubicBezTo>
                  <a:cubicBezTo>
                    <a:pt x="96" y="225"/>
                    <a:pt x="96" y="225"/>
                    <a:pt x="96" y="225"/>
                  </a:cubicBezTo>
                  <a:cubicBezTo>
                    <a:pt x="95" y="227"/>
                    <a:pt x="94" y="229"/>
                    <a:pt x="93" y="232"/>
                  </a:cubicBezTo>
                  <a:close/>
                  <a:moveTo>
                    <a:pt x="653" y="226"/>
                  </a:moveTo>
                  <a:cubicBezTo>
                    <a:pt x="652" y="224"/>
                    <a:pt x="651" y="222"/>
                    <a:pt x="650" y="220"/>
                  </a:cubicBezTo>
                  <a:cubicBezTo>
                    <a:pt x="701" y="191"/>
                    <a:pt x="701" y="191"/>
                    <a:pt x="701" y="191"/>
                  </a:cubicBezTo>
                  <a:cubicBezTo>
                    <a:pt x="702" y="193"/>
                    <a:pt x="704" y="196"/>
                    <a:pt x="705" y="199"/>
                  </a:cubicBezTo>
                  <a:lnTo>
                    <a:pt x="653" y="226"/>
                  </a:lnTo>
                  <a:close/>
                  <a:moveTo>
                    <a:pt x="99" y="220"/>
                  </a:moveTo>
                  <a:cubicBezTo>
                    <a:pt x="48" y="191"/>
                    <a:pt x="48" y="191"/>
                    <a:pt x="48" y="191"/>
                  </a:cubicBezTo>
                  <a:cubicBezTo>
                    <a:pt x="49" y="189"/>
                    <a:pt x="51" y="186"/>
                    <a:pt x="52" y="184"/>
                  </a:cubicBezTo>
                  <a:cubicBezTo>
                    <a:pt x="103" y="213"/>
                    <a:pt x="103" y="213"/>
                    <a:pt x="103" y="213"/>
                  </a:cubicBezTo>
                  <a:cubicBezTo>
                    <a:pt x="101" y="216"/>
                    <a:pt x="100" y="218"/>
                    <a:pt x="99" y="220"/>
                  </a:cubicBezTo>
                  <a:close/>
                  <a:moveTo>
                    <a:pt x="647" y="214"/>
                  </a:moveTo>
                  <a:cubicBezTo>
                    <a:pt x="646" y="212"/>
                    <a:pt x="644" y="210"/>
                    <a:pt x="643" y="208"/>
                  </a:cubicBezTo>
                  <a:cubicBezTo>
                    <a:pt x="693" y="177"/>
                    <a:pt x="693" y="177"/>
                    <a:pt x="693" y="177"/>
                  </a:cubicBezTo>
                  <a:cubicBezTo>
                    <a:pt x="694" y="180"/>
                    <a:pt x="696" y="182"/>
                    <a:pt x="697" y="185"/>
                  </a:cubicBezTo>
                  <a:lnTo>
                    <a:pt x="647" y="214"/>
                  </a:lnTo>
                  <a:close/>
                  <a:moveTo>
                    <a:pt x="106" y="208"/>
                  </a:moveTo>
                  <a:cubicBezTo>
                    <a:pt x="56" y="178"/>
                    <a:pt x="56" y="178"/>
                    <a:pt x="56" y="178"/>
                  </a:cubicBezTo>
                  <a:cubicBezTo>
                    <a:pt x="57" y="175"/>
                    <a:pt x="59" y="173"/>
                    <a:pt x="61" y="170"/>
                  </a:cubicBezTo>
                  <a:cubicBezTo>
                    <a:pt x="110" y="202"/>
                    <a:pt x="110" y="202"/>
                    <a:pt x="110" y="202"/>
                  </a:cubicBezTo>
                  <a:cubicBezTo>
                    <a:pt x="108" y="204"/>
                    <a:pt x="107" y="206"/>
                    <a:pt x="106" y="208"/>
                  </a:cubicBezTo>
                  <a:close/>
                  <a:moveTo>
                    <a:pt x="640" y="203"/>
                  </a:moveTo>
                  <a:cubicBezTo>
                    <a:pt x="639" y="201"/>
                    <a:pt x="637" y="199"/>
                    <a:pt x="636" y="197"/>
                  </a:cubicBezTo>
                  <a:cubicBezTo>
                    <a:pt x="684" y="164"/>
                    <a:pt x="684" y="164"/>
                    <a:pt x="684" y="164"/>
                  </a:cubicBezTo>
                  <a:cubicBezTo>
                    <a:pt x="686" y="166"/>
                    <a:pt x="688" y="169"/>
                    <a:pt x="689" y="171"/>
                  </a:cubicBezTo>
                  <a:lnTo>
                    <a:pt x="640" y="203"/>
                  </a:lnTo>
                  <a:close/>
                  <a:moveTo>
                    <a:pt x="113" y="197"/>
                  </a:moveTo>
                  <a:cubicBezTo>
                    <a:pt x="65" y="164"/>
                    <a:pt x="65" y="164"/>
                    <a:pt x="65" y="164"/>
                  </a:cubicBezTo>
                  <a:cubicBezTo>
                    <a:pt x="66" y="162"/>
                    <a:pt x="68" y="159"/>
                    <a:pt x="70" y="157"/>
                  </a:cubicBezTo>
                  <a:cubicBezTo>
                    <a:pt x="117" y="191"/>
                    <a:pt x="117" y="191"/>
                    <a:pt x="117" y="191"/>
                  </a:cubicBezTo>
                  <a:cubicBezTo>
                    <a:pt x="116" y="193"/>
                    <a:pt x="114" y="195"/>
                    <a:pt x="113" y="197"/>
                  </a:cubicBezTo>
                  <a:close/>
                  <a:moveTo>
                    <a:pt x="632" y="192"/>
                  </a:moveTo>
                  <a:cubicBezTo>
                    <a:pt x="631" y="190"/>
                    <a:pt x="630" y="188"/>
                    <a:pt x="628" y="186"/>
                  </a:cubicBezTo>
                  <a:cubicBezTo>
                    <a:pt x="675" y="151"/>
                    <a:pt x="675" y="151"/>
                    <a:pt x="675" y="151"/>
                  </a:cubicBezTo>
                  <a:cubicBezTo>
                    <a:pt x="677" y="153"/>
                    <a:pt x="679" y="156"/>
                    <a:pt x="680" y="158"/>
                  </a:cubicBezTo>
                  <a:lnTo>
                    <a:pt x="632" y="192"/>
                  </a:lnTo>
                  <a:close/>
                  <a:moveTo>
                    <a:pt x="121" y="186"/>
                  </a:moveTo>
                  <a:cubicBezTo>
                    <a:pt x="74" y="151"/>
                    <a:pt x="74" y="151"/>
                    <a:pt x="74" y="151"/>
                  </a:cubicBezTo>
                  <a:cubicBezTo>
                    <a:pt x="75" y="149"/>
                    <a:pt x="77" y="147"/>
                    <a:pt x="79" y="144"/>
                  </a:cubicBezTo>
                  <a:cubicBezTo>
                    <a:pt x="125" y="180"/>
                    <a:pt x="125" y="180"/>
                    <a:pt x="125" y="180"/>
                  </a:cubicBezTo>
                  <a:cubicBezTo>
                    <a:pt x="124" y="182"/>
                    <a:pt x="122" y="184"/>
                    <a:pt x="121" y="186"/>
                  </a:cubicBezTo>
                  <a:close/>
                  <a:moveTo>
                    <a:pt x="624" y="181"/>
                  </a:moveTo>
                  <a:cubicBezTo>
                    <a:pt x="623" y="179"/>
                    <a:pt x="622" y="177"/>
                    <a:pt x="620" y="175"/>
                  </a:cubicBezTo>
                  <a:cubicBezTo>
                    <a:pt x="665" y="139"/>
                    <a:pt x="665" y="139"/>
                    <a:pt x="665" y="139"/>
                  </a:cubicBezTo>
                  <a:cubicBezTo>
                    <a:pt x="667" y="141"/>
                    <a:pt x="669" y="143"/>
                    <a:pt x="671" y="145"/>
                  </a:cubicBezTo>
                  <a:lnTo>
                    <a:pt x="624" y="181"/>
                  </a:lnTo>
                  <a:close/>
                  <a:moveTo>
                    <a:pt x="129" y="175"/>
                  </a:moveTo>
                  <a:cubicBezTo>
                    <a:pt x="83" y="139"/>
                    <a:pt x="83" y="139"/>
                    <a:pt x="83" y="139"/>
                  </a:cubicBezTo>
                  <a:cubicBezTo>
                    <a:pt x="85" y="136"/>
                    <a:pt x="87" y="134"/>
                    <a:pt x="89" y="132"/>
                  </a:cubicBezTo>
                  <a:cubicBezTo>
                    <a:pt x="134" y="170"/>
                    <a:pt x="134" y="170"/>
                    <a:pt x="134" y="170"/>
                  </a:cubicBezTo>
                  <a:cubicBezTo>
                    <a:pt x="132" y="172"/>
                    <a:pt x="130" y="174"/>
                    <a:pt x="129" y="175"/>
                  </a:cubicBezTo>
                  <a:close/>
                  <a:moveTo>
                    <a:pt x="616" y="171"/>
                  </a:moveTo>
                  <a:cubicBezTo>
                    <a:pt x="615" y="169"/>
                    <a:pt x="613" y="167"/>
                    <a:pt x="611" y="165"/>
                  </a:cubicBezTo>
                  <a:cubicBezTo>
                    <a:pt x="655" y="126"/>
                    <a:pt x="655" y="126"/>
                    <a:pt x="655" y="126"/>
                  </a:cubicBezTo>
                  <a:cubicBezTo>
                    <a:pt x="657" y="129"/>
                    <a:pt x="659" y="131"/>
                    <a:pt x="661" y="133"/>
                  </a:cubicBezTo>
                  <a:lnTo>
                    <a:pt x="616" y="171"/>
                  </a:lnTo>
                  <a:close/>
                  <a:moveTo>
                    <a:pt x="138" y="165"/>
                  </a:moveTo>
                  <a:cubicBezTo>
                    <a:pt x="94" y="127"/>
                    <a:pt x="94" y="127"/>
                    <a:pt x="94" y="127"/>
                  </a:cubicBezTo>
                  <a:cubicBezTo>
                    <a:pt x="96" y="124"/>
                    <a:pt x="98" y="122"/>
                    <a:pt x="100" y="12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1" y="162"/>
                    <a:pt x="139" y="163"/>
                    <a:pt x="138" y="165"/>
                  </a:cubicBezTo>
                  <a:close/>
                  <a:moveTo>
                    <a:pt x="607" y="161"/>
                  </a:moveTo>
                  <a:cubicBezTo>
                    <a:pt x="606" y="159"/>
                    <a:pt x="604" y="157"/>
                    <a:pt x="602" y="155"/>
                  </a:cubicBezTo>
                  <a:cubicBezTo>
                    <a:pt x="644" y="115"/>
                    <a:pt x="644" y="115"/>
                    <a:pt x="644" y="115"/>
                  </a:cubicBezTo>
                  <a:cubicBezTo>
                    <a:pt x="646" y="117"/>
                    <a:pt x="648" y="119"/>
                    <a:pt x="650" y="121"/>
                  </a:cubicBezTo>
                  <a:lnTo>
                    <a:pt x="607" y="161"/>
                  </a:lnTo>
                  <a:close/>
                  <a:moveTo>
                    <a:pt x="147" y="155"/>
                  </a:moveTo>
                  <a:cubicBezTo>
                    <a:pt x="104" y="115"/>
                    <a:pt x="104" y="115"/>
                    <a:pt x="104" y="115"/>
                  </a:cubicBezTo>
                  <a:cubicBezTo>
                    <a:pt x="106" y="113"/>
                    <a:pt x="108" y="111"/>
                    <a:pt x="111" y="109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0" y="152"/>
                    <a:pt x="148" y="154"/>
                    <a:pt x="147" y="155"/>
                  </a:cubicBezTo>
                  <a:close/>
                  <a:moveTo>
                    <a:pt x="598" y="151"/>
                  </a:moveTo>
                  <a:cubicBezTo>
                    <a:pt x="596" y="149"/>
                    <a:pt x="595" y="147"/>
                    <a:pt x="593" y="146"/>
                  </a:cubicBezTo>
                  <a:cubicBezTo>
                    <a:pt x="633" y="104"/>
                    <a:pt x="633" y="104"/>
                    <a:pt x="633" y="104"/>
                  </a:cubicBezTo>
                  <a:cubicBezTo>
                    <a:pt x="635" y="106"/>
                    <a:pt x="637" y="108"/>
                    <a:pt x="639" y="110"/>
                  </a:cubicBezTo>
                  <a:lnTo>
                    <a:pt x="598" y="151"/>
                  </a:lnTo>
                  <a:close/>
                  <a:moveTo>
                    <a:pt x="156" y="146"/>
                  </a:moveTo>
                  <a:cubicBezTo>
                    <a:pt x="116" y="104"/>
                    <a:pt x="116" y="104"/>
                    <a:pt x="116" y="104"/>
                  </a:cubicBezTo>
                  <a:cubicBezTo>
                    <a:pt x="118" y="102"/>
                    <a:pt x="120" y="100"/>
                    <a:pt x="122" y="98"/>
                  </a:cubicBezTo>
                  <a:cubicBezTo>
                    <a:pt x="161" y="141"/>
                    <a:pt x="161" y="141"/>
                    <a:pt x="161" y="141"/>
                  </a:cubicBezTo>
                  <a:cubicBezTo>
                    <a:pt x="160" y="142"/>
                    <a:pt x="158" y="144"/>
                    <a:pt x="156" y="146"/>
                  </a:cubicBezTo>
                  <a:close/>
                  <a:moveTo>
                    <a:pt x="588" y="142"/>
                  </a:moveTo>
                  <a:cubicBezTo>
                    <a:pt x="587" y="140"/>
                    <a:pt x="585" y="138"/>
                    <a:pt x="583" y="137"/>
                  </a:cubicBezTo>
                  <a:cubicBezTo>
                    <a:pt x="622" y="93"/>
                    <a:pt x="622" y="93"/>
                    <a:pt x="622" y="93"/>
                  </a:cubicBezTo>
                  <a:cubicBezTo>
                    <a:pt x="624" y="95"/>
                    <a:pt x="626" y="97"/>
                    <a:pt x="628" y="99"/>
                  </a:cubicBezTo>
                  <a:lnTo>
                    <a:pt x="588" y="142"/>
                  </a:lnTo>
                  <a:close/>
                  <a:moveTo>
                    <a:pt x="166" y="137"/>
                  </a:moveTo>
                  <a:cubicBezTo>
                    <a:pt x="127" y="93"/>
                    <a:pt x="127" y="93"/>
                    <a:pt x="127" y="93"/>
                  </a:cubicBezTo>
                  <a:cubicBezTo>
                    <a:pt x="130" y="91"/>
                    <a:pt x="132" y="89"/>
                    <a:pt x="134" y="87"/>
                  </a:cubicBezTo>
                  <a:cubicBezTo>
                    <a:pt x="172" y="132"/>
                    <a:pt x="172" y="132"/>
                    <a:pt x="172" y="132"/>
                  </a:cubicBezTo>
                  <a:cubicBezTo>
                    <a:pt x="170" y="134"/>
                    <a:pt x="168" y="135"/>
                    <a:pt x="166" y="137"/>
                  </a:cubicBezTo>
                  <a:close/>
                  <a:moveTo>
                    <a:pt x="578" y="133"/>
                  </a:moveTo>
                  <a:cubicBezTo>
                    <a:pt x="576" y="131"/>
                    <a:pt x="575" y="130"/>
                    <a:pt x="573" y="128"/>
                  </a:cubicBezTo>
                  <a:cubicBezTo>
                    <a:pt x="609" y="83"/>
                    <a:pt x="609" y="83"/>
                    <a:pt x="609" y="83"/>
                  </a:cubicBezTo>
                  <a:cubicBezTo>
                    <a:pt x="612" y="84"/>
                    <a:pt x="614" y="86"/>
                    <a:pt x="616" y="88"/>
                  </a:cubicBezTo>
                  <a:lnTo>
                    <a:pt x="578" y="133"/>
                  </a:lnTo>
                  <a:close/>
                  <a:moveTo>
                    <a:pt x="176" y="128"/>
                  </a:moveTo>
                  <a:cubicBezTo>
                    <a:pt x="139" y="83"/>
                    <a:pt x="139" y="83"/>
                    <a:pt x="139" y="83"/>
                  </a:cubicBezTo>
                  <a:cubicBezTo>
                    <a:pt x="142" y="81"/>
                    <a:pt x="144" y="79"/>
                    <a:pt x="146" y="77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0" y="125"/>
                    <a:pt x="178" y="127"/>
                    <a:pt x="176" y="128"/>
                  </a:cubicBezTo>
                  <a:close/>
                  <a:moveTo>
                    <a:pt x="568" y="124"/>
                  </a:moveTo>
                  <a:cubicBezTo>
                    <a:pt x="566" y="123"/>
                    <a:pt x="564" y="121"/>
                    <a:pt x="562" y="120"/>
                  </a:cubicBezTo>
                  <a:cubicBezTo>
                    <a:pt x="597" y="73"/>
                    <a:pt x="597" y="73"/>
                    <a:pt x="597" y="73"/>
                  </a:cubicBezTo>
                  <a:cubicBezTo>
                    <a:pt x="599" y="75"/>
                    <a:pt x="601" y="76"/>
                    <a:pt x="604" y="78"/>
                  </a:cubicBezTo>
                  <a:lnTo>
                    <a:pt x="568" y="124"/>
                  </a:lnTo>
                  <a:close/>
                  <a:moveTo>
                    <a:pt x="187" y="120"/>
                  </a:moveTo>
                  <a:cubicBezTo>
                    <a:pt x="152" y="73"/>
                    <a:pt x="152" y="73"/>
                    <a:pt x="152" y="73"/>
                  </a:cubicBezTo>
                  <a:cubicBezTo>
                    <a:pt x="154" y="71"/>
                    <a:pt x="157" y="70"/>
                    <a:pt x="159" y="68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1" y="117"/>
                    <a:pt x="189" y="118"/>
                    <a:pt x="187" y="120"/>
                  </a:cubicBezTo>
                  <a:close/>
                  <a:moveTo>
                    <a:pt x="557" y="116"/>
                  </a:moveTo>
                  <a:cubicBezTo>
                    <a:pt x="555" y="115"/>
                    <a:pt x="553" y="113"/>
                    <a:pt x="551" y="112"/>
                  </a:cubicBezTo>
                  <a:cubicBezTo>
                    <a:pt x="584" y="64"/>
                    <a:pt x="584" y="64"/>
                    <a:pt x="584" y="64"/>
                  </a:cubicBezTo>
                  <a:cubicBezTo>
                    <a:pt x="586" y="65"/>
                    <a:pt x="589" y="67"/>
                    <a:pt x="591" y="69"/>
                  </a:cubicBezTo>
                  <a:lnTo>
                    <a:pt x="557" y="116"/>
                  </a:lnTo>
                  <a:close/>
                  <a:moveTo>
                    <a:pt x="198" y="112"/>
                  </a:moveTo>
                  <a:cubicBezTo>
                    <a:pt x="165" y="64"/>
                    <a:pt x="165" y="64"/>
                    <a:pt x="165" y="64"/>
                  </a:cubicBezTo>
                  <a:cubicBezTo>
                    <a:pt x="167" y="62"/>
                    <a:pt x="170" y="61"/>
                    <a:pt x="172" y="5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2" y="109"/>
                    <a:pt x="200" y="111"/>
                    <a:pt x="198" y="112"/>
                  </a:cubicBezTo>
                  <a:close/>
                  <a:moveTo>
                    <a:pt x="546" y="109"/>
                  </a:moveTo>
                  <a:cubicBezTo>
                    <a:pt x="544" y="107"/>
                    <a:pt x="542" y="106"/>
                    <a:pt x="540" y="105"/>
                  </a:cubicBezTo>
                  <a:cubicBezTo>
                    <a:pt x="571" y="55"/>
                    <a:pt x="571" y="55"/>
                    <a:pt x="571" y="55"/>
                  </a:cubicBezTo>
                  <a:cubicBezTo>
                    <a:pt x="573" y="57"/>
                    <a:pt x="575" y="58"/>
                    <a:pt x="578" y="60"/>
                  </a:cubicBezTo>
                  <a:lnTo>
                    <a:pt x="546" y="109"/>
                  </a:lnTo>
                  <a:close/>
                  <a:moveTo>
                    <a:pt x="209" y="105"/>
                  </a:moveTo>
                  <a:cubicBezTo>
                    <a:pt x="178" y="55"/>
                    <a:pt x="178" y="55"/>
                    <a:pt x="178" y="55"/>
                  </a:cubicBezTo>
                  <a:cubicBezTo>
                    <a:pt x="181" y="54"/>
                    <a:pt x="183" y="52"/>
                    <a:pt x="186" y="51"/>
                  </a:cubicBezTo>
                  <a:cubicBezTo>
                    <a:pt x="215" y="101"/>
                    <a:pt x="215" y="101"/>
                    <a:pt x="215" y="101"/>
                  </a:cubicBezTo>
                  <a:cubicBezTo>
                    <a:pt x="213" y="102"/>
                    <a:pt x="211" y="104"/>
                    <a:pt x="209" y="105"/>
                  </a:cubicBezTo>
                  <a:close/>
                  <a:moveTo>
                    <a:pt x="535" y="102"/>
                  </a:moveTo>
                  <a:cubicBezTo>
                    <a:pt x="533" y="100"/>
                    <a:pt x="530" y="99"/>
                    <a:pt x="528" y="98"/>
                  </a:cubicBezTo>
                  <a:cubicBezTo>
                    <a:pt x="557" y="47"/>
                    <a:pt x="557" y="47"/>
                    <a:pt x="557" y="47"/>
                  </a:cubicBezTo>
                  <a:cubicBezTo>
                    <a:pt x="559" y="48"/>
                    <a:pt x="562" y="50"/>
                    <a:pt x="564" y="51"/>
                  </a:cubicBezTo>
                  <a:lnTo>
                    <a:pt x="535" y="102"/>
                  </a:lnTo>
                  <a:close/>
                  <a:moveTo>
                    <a:pt x="220" y="98"/>
                  </a:moveTo>
                  <a:cubicBezTo>
                    <a:pt x="192" y="47"/>
                    <a:pt x="192" y="47"/>
                    <a:pt x="192" y="47"/>
                  </a:cubicBezTo>
                  <a:cubicBezTo>
                    <a:pt x="194" y="46"/>
                    <a:pt x="197" y="44"/>
                    <a:pt x="199" y="43"/>
                  </a:cubicBezTo>
                  <a:cubicBezTo>
                    <a:pt x="227" y="95"/>
                    <a:pt x="227" y="95"/>
                    <a:pt x="227" y="95"/>
                  </a:cubicBezTo>
                  <a:cubicBezTo>
                    <a:pt x="225" y="96"/>
                    <a:pt x="223" y="97"/>
                    <a:pt x="220" y="98"/>
                  </a:cubicBezTo>
                  <a:close/>
                  <a:moveTo>
                    <a:pt x="523" y="95"/>
                  </a:moveTo>
                  <a:cubicBezTo>
                    <a:pt x="521" y="94"/>
                    <a:pt x="519" y="93"/>
                    <a:pt x="516" y="92"/>
                  </a:cubicBezTo>
                  <a:cubicBezTo>
                    <a:pt x="543" y="40"/>
                    <a:pt x="543" y="40"/>
                    <a:pt x="543" y="40"/>
                  </a:cubicBezTo>
                  <a:cubicBezTo>
                    <a:pt x="545" y="41"/>
                    <a:pt x="548" y="42"/>
                    <a:pt x="550" y="44"/>
                  </a:cubicBezTo>
                  <a:lnTo>
                    <a:pt x="523" y="95"/>
                  </a:lnTo>
                  <a:close/>
                  <a:moveTo>
                    <a:pt x="232" y="92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08" y="38"/>
                    <a:pt x="211" y="37"/>
                    <a:pt x="214" y="36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7" y="90"/>
                    <a:pt x="234" y="91"/>
                    <a:pt x="232" y="92"/>
                  </a:cubicBezTo>
                  <a:close/>
                  <a:moveTo>
                    <a:pt x="511" y="89"/>
                  </a:moveTo>
                  <a:cubicBezTo>
                    <a:pt x="509" y="88"/>
                    <a:pt x="507" y="87"/>
                    <a:pt x="504" y="86"/>
                  </a:cubicBezTo>
                  <a:cubicBezTo>
                    <a:pt x="528" y="33"/>
                    <a:pt x="528" y="33"/>
                    <a:pt x="528" y="33"/>
                  </a:cubicBezTo>
                  <a:cubicBezTo>
                    <a:pt x="531" y="34"/>
                    <a:pt x="534" y="35"/>
                    <a:pt x="536" y="36"/>
                  </a:cubicBezTo>
                  <a:lnTo>
                    <a:pt x="511" y="89"/>
                  </a:lnTo>
                  <a:close/>
                  <a:moveTo>
                    <a:pt x="244" y="86"/>
                  </a:moveTo>
                  <a:cubicBezTo>
                    <a:pt x="220" y="33"/>
                    <a:pt x="220" y="33"/>
                    <a:pt x="220" y="33"/>
                  </a:cubicBezTo>
                  <a:cubicBezTo>
                    <a:pt x="223" y="32"/>
                    <a:pt x="225" y="31"/>
                    <a:pt x="228" y="29"/>
                  </a:cubicBezTo>
                  <a:cubicBezTo>
                    <a:pt x="251" y="83"/>
                    <a:pt x="251" y="83"/>
                    <a:pt x="251" y="83"/>
                  </a:cubicBezTo>
                  <a:cubicBezTo>
                    <a:pt x="249" y="84"/>
                    <a:pt x="247" y="85"/>
                    <a:pt x="244" y="86"/>
                  </a:cubicBezTo>
                  <a:close/>
                  <a:moveTo>
                    <a:pt x="499" y="83"/>
                  </a:moveTo>
                  <a:cubicBezTo>
                    <a:pt x="496" y="83"/>
                    <a:pt x="494" y="82"/>
                    <a:pt x="492" y="81"/>
                  </a:cubicBezTo>
                  <a:cubicBezTo>
                    <a:pt x="514" y="26"/>
                    <a:pt x="514" y="26"/>
                    <a:pt x="514" y="26"/>
                  </a:cubicBezTo>
                  <a:cubicBezTo>
                    <a:pt x="516" y="27"/>
                    <a:pt x="519" y="29"/>
                    <a:pt x="522" y="30"/>
                  </a:cubicBezTo>
                  <a:lnTo>
                    <a:pt x="499" y="83"/>
                  </a:lnTo>
                  <a:close/>
                  <a:moveTo>
                    <a:pt x="257" y="81"/>
                  </a:moveTo>
                  <a:cubicBezTo>
                    <a:pt x="235" y="27"/>
                    <a:pt x="235" y="27"/>
                    <a:pt x="235" y="27"/>
                  </a:cubicBezTo>
                  <a:cubicBezTo>
                    <a:pt x="237" y="26"/>
                    <a:pt x="240" y="24"/>
                    <a:pt x="243" y="23"/>
                  </a:cubicBezTo>
                  <a:cubicBezTo>
                    <a:pt x="263" y="78"/>
                    <a:pt x="263" y="78"/>
                    <a:pt x="263" y="78"/>
                  </a:cubicBezTo>
                  <a:cubicBezTo>
                    <a:pt x="261" y="79"/>
                    <a:pt x="259" y="80"/>
                    <a:pt x="257" y="81"/>
                  </a:cubicBezTo>
                  <a:close/>
                  <a:moveTo>
                    <a:pt x="486" y="78"/>
                  </a:moveTo>
                  <a:cubicBezTo>
                    <a:pt x="484" y="78"/>
                    <a:pt x="482" y="77"/>
                    <a:pt x="479" y="76"/>
                  </a:cubicBezTo>
                  <a:cubicBezTo>
                    <a:pt x="499" y="21"/>
                    <a:pt x="499" y="21"/>
                    <a:pt x="499" y="21"/>
                  </a:cubicBezTo>
                  <a:cubicBezTo>
                    <a:pt x="502" y="22"/>
                    <a:pt x="504" y="23"/>
                    <a:pt x="507" y="24"/>
                  </a:cubicBezTo>
                  <a:lnTo>
                    <a:pt x="486" y="78"/>
                  </a:lnTo>
                  <a:close/>
                  <a:moveTo>
                    <a:pt x="269" y="76"/>
                  </a:moveTo>
                  <a:cubicBezTo>
                    <a:pt x="250" y="21"/>
                    <a:pt x="250" y="21"/>
                    <a:pt x="250" y="21"/>
                  </a:cubicBezTo>
                  <a:cubicBezTo>
                    <a:pt x="252" y="20"/>
                    <a:pt x="255" y="19"/>
                    <a:pt x="258" y="18"/>
                  </a:cubicBezTo>
                  <a:cubicBezTo>
                    <a:pt x="276" y="74"/>
                    <a:pt x="276" y="74"/>
                    <a:pt x="276" y="74"/>
                  </a:cubicBezTo>
                  <a:cubicBezTo>
                    <a:pt x="274" y="75"/>
                    <a:pt x="271" y="75"/>
                    <a:pt x="269" y="76"/>
                  </a:cubicBezTo>
                  <a:close/>
                  <a:moveTo>
                    <a:pt x="474" y="74"/>
                  </a:moveTo>
                  <a:cubicBezTo>
                    <a:pt x="471" y="73"/>
                    <a:pt x="469" y="72"/>
                    <a:pt x="467" y="72"/>
                  </a:cubicBezTo>
                  <a:cubicBezTo>
                    <a:pt x="484" y="16"/>
                    <a:pt x="484" y="16"/>
                    <a:pt x="484" y="16"/>
                  </a:cubicBezTo>
                  <a:cubicBezTo>
                    <a:pt x="486" y="17"/>
                    <a:pt x="489" y="18"/>
                    <a:pt x="492" y="18"/>
                  </a:cubicBezTo>
                  <a:lnTo>
                    <a:pt x="474" y="74"/>
                  </a:lnTo>
                  <a:close/>
                  <a:moveTo>
                    <a:pt x="282" y="72"/>
                  </a:moveTo>
                  <a:cubicBezTo>
                    <a:pt x="265" y="16"/>
                    <a:pt x="265" y="16"/>
                    <a:pt x="265" y="16"/>
                  </a:cubicBezTo>
                  <a:cubicBezTo>
                    <a:pt x="267" y="15"/>
                    <a:pt x="270" y="14"/>
                    <a:pt x="273" y="14"/>
                  </a:cubicBezTo>
                  <a:cubicBezTo>
                    <a:pt x="289" y="70"/>
                    <a:pt x="289" y="70"/>
                    <a:pt x="289" y="70"/>
                  </a:cubicBezTo>
                  <a:cubicBezTo>
                    <a:pt x="286" y="71"/>
                    <a:pt x="284" y="71"/>
                    <a:pt x="282" y="72"/>
                  </a:cubicBezTo>
                  <a:close/>
                  <a:moveTo>
                    <a:pt x="461" y="70"/>
                  </a:moveTo>
                  <a:cubicBezTo>
                    <a:pt x="458" y="69"/>
                    <a:pt x="456" y="69"/>
                    <a:pt x="454" y="68"/>
                  </a:cubicBezTo>
                  <a:cubicBezTo>
                    <a:pt x="468" y="12"/>
                    <a:pt x="468" y="12"/>
                    <a:pt x="468" y="12"/>
                  </a:cubicBezTo>
                  <a:cubicBezTo>
                    <a:pt x="471" y="12"/>
                    <a:pt x="474" y="13"/>
                    <a:pt x="477" y="14"/>
                  </a:cubicBezTo>
                  <a:lnTo>
                    <a:pt x="461" y="70"/>
                  </a:lnTo>
                  <a:close/>
                  <a:moveTo>
                    <a:pt x="295" y="68"/>
                  </a:moveTo>
                  <a:cubicBezTo>
                    <a:pt x="280" y="12"/>
                    <a:pt x="280" y="12"/>
                    <a:pt x="280" y="12"/>
                  </a:cubicBezTo>
                  <a:cubicBezTo>
                    <a:pt x="283" y="11"/>
                    <a:pt x="286" y="10"/>
                    <a:pt x="288" y="10"/>
                  </a:cubicBezTo>
                  <a:cubicBezTo>
                    <a:pt x="302" y="67"/>
                    <a:pt x="302" y="67"/>
                    <a:pt x="302" y="67"/>
                  </a:cubicBezTo>
                  <a:cubicBezTo>
                    <a:pt x="299" y="67"/>
                    <a:pt x="297" y="68"/>
                    <a:pt x="295" y="68"/>
                  </a:cubicBezTo>
                  <a:close/>
                  <a:moveTo>
                    <a:pt x="448" y="67"/>
                  </a:moveTo>
                  <a:cubicBezTo>
                    <a:pt x="445" y="66"/>
                    <a:pt x="443" y="66"/>
                    <a:pt x="441" y="65"/>
                  </a:cubicBezTo>
                  <a:cubicBezTo>
                    <a:pt x="453" y="8"/>
                    <a:pt x="453" y="8"/>
                    <a:pt x="453" y="8"/>
                  </a:cubicBezTo>
                  <a:cubicBezTo>
                    <a:pt x="456" y="8"/>
                    <a:pt x="459" y="9"/>
                    <a:pt x="461" y="10"/>
                  </a:cubicBezTo>
                  <a:lnTo>
                    <a:pt x="448" y="67"/>
                  </a:lnTo>
                  <a:close/>
                  <a:moveTo>
                    <a:pt x="308" y="65"/>
                  </a:moveTo>
                  <a:cubicBezTo>
                    <a:pt x="295" y="8"/>
                    <a:pt x="295" y="8"/>
                    <a:pt x="295" y="8"/>
                  </a:cubicBezTo>
                  <a:cubicBezTo>
                    <a:pt x="298" y="7"/>
                    <a:pt x="301" y="7"/>
                    <a:pt x="304" y="6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2" y="64"/>
                    <a:pt x="310" y="65"/>
                    <a:pt x="308" y="65"/>
                  </a:cubicBezTo>
                  <a:close/>
                  <a:moveTo>
                    <a:pt x="435" y="64"/>
                  </a:moveTo>
                  <a:cubicBezTo>
                    <a:pt x="432" y="63"/>
                    <a:pt x="430" y="63"/>
                    <a:pt x="428" y="63"/>
                  </a:cubicBezTo>
                  <a:cubicBezTo>
                    <a:pt x="437" y="5"/>
                    <a:pt x="437" y="5"/>
                    <a:pt x="437" y="5"/>
                  </a:cubicBezTo>
                  <a:cubicBezTo>
                    <a:pt x="440" y="5"/>
                    <a:pt x="443" y="6"/>
                    <a:pt x="446" y="6"/>
                  </a:cubicBezTo>
                  <a:lnTo>
                    <a:pt x="435" y="64"/>
                  </a:lnTo>
                  <a:close/>
                  <a:moveTo>
                    <a:pt x="321" y="63"/>
                  </a:moveTo>
                  <a:cubicBezTo>
                    <a:pt x="311" y="5"/>
                    <a:pt x="311" y="5"/>
                    <a:pt x="311" y="5"/>
                  </a:cubicBezTo>
                  <a:cubicBezTo>
                    <a:pt x="314" y="5"/>
                    <a:pt x="317" y="4"/>
                    <a:pt x="320" y="4"/>
                  </a:cubicBezTo>
                  <a:cubicBezTo>
                    <a:pt x="328" y="61"/>
                    <a:pt x="328" y="61"/>
                    <a:pt x="328" y="61"/>
                  </a:cubicBezTo>
                  <a:cubicBezTo>
                    <a:pt x="326" y="62"/>
                    <a:pt x="323" y="62"/>
                    <a:pt x="321" y="63"/>
                  </a:cubicBezTo>
                  <a:close/>
                  <a:moveTo>
                    <a:pt x="422" y="62"/>
                  </a:moveTo>
                  <a:cubicBezTo>
                    <a:pt x="419" y="61"/>
                    <a:pt x="417" y="61"/>
                    <a:pt x="414" y="61"/>
                  </a:cubicBezTo>
                  <a:cubicBezTo>
                    <a:pt x="422" y="3"/>
                    <a:pt x="422" y="3"/>
                    <a:pt x="422" y="3"/>
                  </a:cubicBezTo>
                  <a:cubicBezTo>
                    <a:pt x="424" y="3"/>
                    <a:pt x="427" y="3"/>
                    <a:pt x="430" y="4"/>
                  </a:cubicBezTo>
                  <a:lnTo>
                    <a:pt x="422" y="62"/>
                  </a:lnTo>
                  <a:close/>
                  <a:moveTo>
                    <a:pt x="334" y="61"/>
                  </a:moveTo>
                  <a:cubicBezTo>
                    <a:pt x="327" y="3"/>
                    <a:pt x="327" y="3"/>
                    <a:pt x="327" y="3"/>
                  </a:cubicBezTo>
                  <a:cubicBezTo>
                    <a:pt x="330" y="2"/>
                    <a:pt x="332" y="2"/>
                    <a:pt x="335" y="2"/>
                  </a:cubicBezTo>
                  <a:cubicBezTo>
                    <a:pt x="341" y="60"/>
                    <a:pt x="341" y="60"/>
                    <a:pt x="341" y="60"/>
                  </a:cubicBezTo>
                  <a:cubicBezTo>
                    <a:pt x="339" y="60"/>
                    <a:pt x="337" y="60"/>
                    <a:pt x="334" y="61"/>
                  </a:cubicBezTo>
                  <a:close/>
                  <a:moveTo>
                    <a:pt x="408" y="60"/>
                  </a:moveTo>
                  <a:cubicBezTo>
                    <a:pt x="406" y="60"/>
                    <a:pt x="403" y="59"/>
                    <a:pt x="401" y="59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9" y="1"/>
                    <a:pt x="412" y="1"/>
                    <a:pt x="414" y="2"/>
                  </a:cubicBezTo>
                  <a:lnTo>
                    <a:pt x="408" y="60"/>
                  </a:lnTo>
                  <a:close/>
                  <a:moveTo>
                    <a:pt x="347" y="59"/>
                  </a:moveTo>
                  <a:cubicBezTo>
                    <a:pt x="342" y="1"/>
                    <a:pt x="342" y="1"/>
                    <a:pt x="342" y="1"/>
                  </a:cubicBezTo>
                  <a:cubicBezTo>
                    <a:pt x="345" y="1"/>
                    <a:pt x="348" y="1"/>
                    <a:pt x="351" y="0"/>
                  </a:cubicBezTo>
                  <a:cubicBezTo>
                    <a:pt x="355" y="59"/>
                    <a:pt x="355" y="59"/>
                    <a:pt x="355" y="59"/>
                  </a:cubicBezTo>
                  <a:cubicBezTo>
                    <a:pt x="352" y="59"/>
                    <a:pt x="350" y="59"/>
                    <a:pt x="347" y="59"/>
                  </a:cubicBezTo>
                  <a:close/>
                  <a:moveTo>
                    <a:pt x="395" y="59"/>
                  </a:moveTo>
                  <a:cubicBezTo>
                    <a:pt x="392" y="59"/>
                    <a:pt x="390" y="58"/>
                    <a:pt x="388" y="58"/>
                  </a:cubicBezTo>
                  <a:cubicBezTo>
                    <a:pt x="390" y="0"/>
                    <a:pt x="390" y="0"/>
                    <a:pt x="390" y="0"/>
                  </a:cubicBezTo>
                  <a:cubicBezTo>
                    <a:pt x="393" y="0"/>
                    <a:pt x="396" y="0"/>
                    <a:pt x="399" y="0"/>
                  </a:cubicBezTo>
                  <a:lnTo>
                    <a:pt x="395" y="59"/>
                  </a:lnTo>
                  <a:close/>
                  <a:moveTo>
                    <a:pt x="361" y="58"/>
                  </a:moveTo>
                  <a:cubicBezTo>
                    <a:pt x="358" y="0"/>
                    <a:pt x="358" y="0"/>
                    <a:pt x="358" y="0"/>
                  </a:cubicBezTo>
                  <a:cubicBezTo>
                    <a:pt x="361" y="0"/>
                    <a:pt x="364" y="0"/>
                    <a:pt x="367" y="0"/>
                  </a:cubicBezTo>
                  <a:cubicBezTo>
                    <a:pt x="368" y="58"/>
                    <a:pt x="368" y="58"/>
                    <a:pt x="368" y="58"/>
                  </a:cubicBezTo>
                  <a:cubicBezTo>
                    <a:pt x="366" y="58"/>
                    <a:pt x="363" y="58"/>
                    <a:pt x="361" y="58"/>
                  </a:cubicBezTo>
                  <a:close/>
                  <a:moveTo>
                    <a:pt x="382" y="58"/>
                  </a:moveTo>
                  <a:cubicBezTo>
                    <a:pt x="379" y="58"/>
                    <a:pt x="377" y="58"/>
                    <a:pt x="375" y="58"/>
                  </a:cubicBezTo>
                  <a:cubicBezTo>
                    <a:pt x="374" y="58"/>
                    <a:pt x="374" y="58"/>
                    <a:pt x="374" y="58"/>
                  </a:cubicBezTo>
                  <a:cubicBezTo>
                    <a:pt x="374" y="23"/>
                    <a:pt x="374" y="23"/>
                    <a:pt x="374" y="23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7" y="0"/>
                    <a:pt x="380" y="0"/>
                    <a:pt x="383" y="0"/>
                  </a:cubicBezTo>
                  <a:lnTo>
                    <a:pt x="382" y="58"/>
                  </a:lnTo>
                  <a:close/>
                  <a:moveTo>
                    <a:pt x="374" y="23"/>
                  </a:moveTo>
                  <a:cubicBezTo>
                    <a:pt x="374" y="29"/>
                    <a:pt x="374" y="29"/>
                    <a:pt x="374" y="29"/>
                  </a:cubicBezTo>
                  <a:cubicBezTo>
                    <a:pt x="374" y="24"/>
                    <a:pt x="374" y="24"/>
                    <a:pt x="374" y="24"/>
                  </a:cubicBezTo>
                  <a:lnTo>
                    <a:pt x="374" y="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28"/>
            <p:cNvSpPr/>
            <p:nvPr/>
          </p:nvSpPr>
          <p:spPr>
            <a:xfrm>
              <a:off x="5734050" y="4329113"/>
              <a:ext cx="985838" cy="987424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293" y="585"/>
                  </a:moveTo>
                  <a:cubicBezTo>
                    <a:pt x="131" y="585"/>
                    <a:pt x="0" y="454"/>
                    <a:pt x="0" y="293"/>
                  </a:cubicBezTo>
                  <a:cubicBezTo>
                    <a:pt x="0" y="131"/>
                    <a:pt x="131" y="0"/>
                    <a:pt x="293" y="0"/>
                  </a:cubicBezTo>
                  <a:cubicBezTo>
                    <a:pt x="454" y="0"/>
                    <a:pt x="585" y="131"/>
                    <a:pt x="585" y="293"/>
                  </a:cubicBezTo>
                  <a:cubicBezTo>
                    <a:pt x="585" y="454"/>
                    <a:pt x="454" y="585"/>
                    <a:pt x="293" y="585"/>
                  </a:cubicBezTo>
                  <a:close/>
                  <a:moveTo>
                    <a:pt x="293" y="5"/>
                  </a:moveTo>
                  <a:cubicBezTo>
                    <a:pt x="134" y="5"/>
                    <a:pt x="5" y="134"/>
                    <a:pt x="5" y="293"/>
                  </a:cubicBezTo>
                  <a:cubicBezTo>
                    <a:pt x="5" y="451"/>
                    <a:pt x="134" y="580"/>
                    <a:pt x="293" y="580"/>
                  </a:cubicBezTo>
                  <a:cubicBezTo>
                    <a:pt x="451" y="580"/>
                    <a:pt x="580" y="451"/>
                    <a:pt x="580" y="293"/>
                  </a:cubicBezTo>
                  <a:cubicBezTo>
                    <a:pt x="580" y="134"/>
                    <a:pt x="451" y="5"/>
                    <a:pt x="29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28"/>
            <p:cNvSpPr/>
            <p:nvPr/>
          </p:nvSpPr>
          <p:spPr>
            <a:xfrm>
              <a:off x="5738813" y="4333875"/>
              <a:ext cx="974725" cy="976313"/>
            </a:xfrm>
            <a:custGeom>
              <a:avLst/>
              <a:gdLst/>
              <a:ahLst/>
              <a:cxnLst/>
              <a:rect l="l" t="t" r="r" b="b"/>
              <a:pathLst>
                <a:path w="578" h="579" extrusionOk="0">
                  <a:moveTo>
                    <a:pt x="290" y="0"/>
                  </a:move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8" y="0"/>
                    <a:pt x="287" y="0"/>
                    <a:pt x="287" y="0"/>
                  </a:cubicBezTo>
                  <a:cubicBezTo>
                    <a:pt x="287" y="49"/>
                    <a:pt x="287" y="49"/>
                    <a:pt x="287" y="49"/>
                  </a:cubicBezTo>
                  <a:cubicBezTo>
                    <a:pt x="288" y="49"/>
                    <a:pt x="289" y="49"/>
                    <a:pt x="290" y="49"/>
                  </a:cubicBezTo>
                  <a:lnTo>
                    <a:pt x="290" y="0"/>
                  </a:lnTo>
                  <a:close/>
                  <a:moveTo>
                    <a:pt x="234" y="5"/>
                  </a:moveTo>
                  <a:cubicBezTo>
                    <a:pt x="233" y="6"/>
                    <a:pt x="233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1" y="6"/>
                    <a:pt x="231" y="6"/>
                    <a:pt x="231" y="6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2" y="54"/>
                    <a:pt x="243" y="54"/>
                    <a:pt x="243" y="54"/>
                  </a:cubicBezTo>
                  <a:lnTo>
                    <a:pt x="234" y="5"/>
                  </a:lnTo>
                  <a:close/>
                  <a:moveTo>
                    <a:pt x="181" y="21"/>
                  </a:moveTo>
                  <a:cubicBezTo>
                    <a:pt x="180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8" y="22"/>
                    <a:pt x="178" y="22"/>
                    <a:pt x="178" y="22"/>
                  </a:cubicBezTo>
                  <a:cubicBezTo>
                    <a:pt x="197" y="68"/>
                    <a:pt x="197" y="68"/>
                    <a:pt x="197" y="68"/>
                  </a:cubicBezTo>
                  <a:cubicBezTo>
                    <a:pt x="198" y="67"/>
                    <a:pt x="198" y="67"/>
                    <a:pt x="199" y="67"/>
                  </a:cubicBezTo>
                  <a:lnTo>
                    <a:pt x="181" y="21"/>
                  </a:lnTo>
                  <a:close/>
                  <a:moveTo>
                    <a:pt x="131" y="47"/>
                  </a:moveTo>
                  <a:cubicBezTo>
                    <a:pt x="131" y="47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57" y="89"/>
                    <a:pt x="157" y="89"/>
                    <a:pt x="158" y="88"/>
                  </a:cubicBezTo>
                  <a:lnTo>
                    <a:pt x="131" y="47"/>
                  </a:lnTo>
                  <a:close/>
                  <a:moveTo>
                    <a:pt x="88" y="82"/>
                  </a:moveTo>
                  <a:cubicBezTo>
                    <a:pt x="87" y="82"/>
                    <a:pt x="87" y="83"/>
                    <a:pt x="87" y="83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120" y="119"/>
                    <a:pt x="120" y="119"/>
                    <a:pt x="120" y="119"/>
                  </a:cubicBezTo>
                  <a:cubicBezTo>
                    <a:pt x="121" y="118"/>
                    <a:pt x="121" y="118"/>
                    <a:pt x="122" y="117"/>
                  </a:cubicBezTo>
                  <a:lnTo>
                    <a:pt x="88" y="82"/>
                  </a:lnTo>
                  <a:close/>
                  <a:moveTo>
                    <a:pt x="52" y="125"/>
                  </a:move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4"/>
                    <a:pt x="92" y="153"/>
                    <a:pt x="92" y="153"/>
                  </a:cubicBezTo>
                  <a:lnTo>
                    <a:pt x="52" y="125"/>
                  </a:lnTo>
                  <a:close/>
                  <a:moveTo>
                    <a:pt x="24" y="173"/>
                  </a:move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4"/>
                    <a:pt x="24" y="175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69" y="194"/>
                    <a:pt x="69" y="194"/>
                    <a:pt x="69" y="193"/>
                  </a:cubicBezTo>
                  <a:lnTo>
                    <a:pt x="24" y="173"/>
                  </a:lnTo>
                  <a:close/>
                  <a:moveTo>
                    <a:pt x="7" y="226"/>
                  </a:moveTo>
                  <a:cubicBezTo>
                    <a:pt x="7" y="227"/>
                    <a:pt x="7" y="227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54" y="239"/>
                    <a:pt x="54" y="239"/>
                    <a:pt x="54" y="239"/>
                  </a:cubicBezTo>
                  <a:cubicBezTo>
                    <a:pt x="55" y="238"/>
                    <a:pt x="55" y="238"/>
                    <a:pt x="55" y="237"/>
                  </a:cubicBezTo>
                  <a:cubicBezTo>
                    <a:pt x="7" y="226"/>
                    <a:pt x="7" y="226"/>
                    <a:pt x="7" y="226"/>
                  </a:cubicBezTo>
                  <a:close/>
                  <a:moveTo>
                    <a:pt x="0" y="28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49" y="285"/>
                    <a:pt x="49" y="285"/>
                    <a:pt x="49" y="285"/>
                  </a:cubicBezTo>
                  <a:cubicBezTo>
                    <a:pt x="49" y="284"/>
                    <a:pt x="49" y="284"/>
                    <a:pt x="49" y="283"/>
                  </a:cubicBezTo>
                  <a:lnTo>
                    <a:pt x="0" y="281"/>
                  </a:lnTo>
                  <a:close/>
                  <a:moveTo>
                    <a:pt x="52" y="329"/>
                  </a:moveTo>
                  <a:cubicBezTo>
                    <a:pt x="4" y="337"/>
                    <a:pt x="4" y="337"/>
                    <a:pt x="4" y="337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9"/>
                    <a:pt x="4" y="339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53" y="331"/>
                    <a:pt x="53" y="331"/>
                    <a:pt x="53" y="331"/>
                  </a:cubicBezTo>
                  <a:cubicBezTo>
                    <a:pt x="53" y="331"/>
                    <a:pt x="52" y="330"/>
                    <a:pt x="52" y="329"/>
                  </a:cubicBezTo>
                  <a:close/>
                  <a:moveTo>
                    <a:pt x="64" y="374"/>
                  </a:moveTo>
                  <a:cubicBezTo>
                    <a:pt x="18" y="391"/>
                    <a:pt x="18" y="391"/>
                    <a:pt x="18" y="391"/>
                  </a:cubicBezTo>
                  <a:cubicBezTo>
                    <a:pt x="19" y="392"/>
                    <a:pt x="19" y="393"/>
                    <a:pt x="19" y="394"/>
                  </a:cubicBezTo>
                  <a:cubicBezTo>
                    <a:pt x="65" y="376"/>
                    <a:pt x="65" y="376"/>
                    <a:pt x="65" y="376"/>
                  </a:cubicBezTo>
                  <a:cubicBezTo>
                    <a:pt x="65" y="375"/>
                    <a:pt x="64" y="374"/>
                    <a:pt x="64" y="374"/>
                  </a:cubicBezTo>
                  <a:close/>
                  <a:moveTo>
                    <a:pt x="84" y="415"/>
                  </a:moveTo>
                  <a:cubicBezTo>
                    <a:pt x="43" y="441"/>
                    <a:pt x="43" y="441"/>
                    <a:pt x="43" y="441"/>
                  </a:cubicBezTo>
                  <a:cubicBezTo>
                    <a:pt x="43" y="441"/>
                    <a:pt x="43" y="442"/>
                    <a:pt x="44" y="442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86" y="417"/>
                    <a:pt x="86" y="417"/>
                    <a:pt x="86" y="417"/>
                  </a:cubicBezTo>
                  <a:cubicBezTo>
                    <a:pt x="85" y="417"/>
                    <a:pt x="85" y="416"/>
                    <a:pt x="84" y="415"/>
                  </a:cubicBezTo>
                  <a:close/>
                  <a:moveTo>
                    <a:pt x="112" y="452"/>
                  </a:moveTo>
                  <a:cubicBezTo>
                    <a:pt x="76" y="485"/>
                    <a:pt x="76" y="485"/>
                    <a:pt x="76" y="485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114" y="454"/>
                    <a:pt x="114" y="454"/>
                    <a:pt x="114" y="454"/>
                  </a:cubicBezTo>
                  <a:cubicBezTo>
                    <a:pt x="113" y="453"/>
                    <a:pt x="113" y="453"/>
                    <a:pt x="112" y="452"/>
                  </a:cubicBezTo>
                  <a:close/>
                  <a:moveTo>
                    <a:pt x="147" y="483"/>
                  </a:moveTo>
                  <a:cubicBezTo>
                    <a:pt x="118" y="523"/>
                    <a:pt x="118" y="523"/>
                    <a:pt x="118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48" y="484"/>
                    <a:pt x="147" y="484"/>
                    <a:pt x="147" y="483"/>
                  </a:cubicBezTo>
                  <a:close/>
                  <a:moveTo>
                    <a:pt x="187" y="507"/>
                  </a:moveTo>
                  <a:cubicBezTo>
                    <a:pt x="165" y="551"/>
                    <a:pt x="165" y="551"/>
                    <a:pt x="165" y="551"/>
                  </a:cubicBezTo>
                  <a:cubicBezTo>
                    <a:pt x="166" y="552"/>
                    <a:pt x="167" y="552"/>
                    <a:pt x="167" y="552"/>
                  </a:cubicBezTo>
                  <a:cubicBezTo>
                    <a:pt x="167" y="552"/>
                    <a:pt x="167" y="552"/>
                    <a:pt x="167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3"/>
                    <a:pt x="168" y="553"/>
                    <a:pt x="168" y="553"/>
                  </a:cubicBezTo>
                  <a:cubicBezTo>
                    <a:pt x="189" y="508"/>
                    <a:pt x="189" y="508"/>
                    <a:pt x="189" y="508"/>
                  </a:cubicBezTo>
                  <a:cubicBezTo>
                    <a:pt x="188" y="508"/>
                    <a:pt x="187" y="507"/>
                    <a:pt x="187" y="507"/>
                  </a:cubicBezTo>
                  <a:close/>
                  <a:moveTo>
                    <a:pt x="230" y="523"/>
                  </a:move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20" y="571"/>
                    <a:pt x="220" y="571"/>
                    <a:pt x="221" y="571"/>
                  </a:cubicBezTo>
                  <a:cubicBezTo>
                    <a:pt x="232" y="523"/>
                    <a:pt x="232" y="523"/>
                    <a:pt x="232" y="523"/>
                  </a:cubicBezTo>
                  <a:cubicBezTo>
                    <a:pt x="232" y="523"/>
                    <a:pt x="231" y="523"/>
                    <a:pt x="230" y="523"/>
                  </a:cubicBezTo>
                  <a:close/>
                  <a:moveTo>
                    <a:pt x="276" y="530"/>
                  </a:move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5" y="579"/>
                    <a:pt x="276" y="579"/>
                  </a:cubicBezTo>
                  <a:cubicBezTo>
                    <a:pt x="278" y="530"/>
                    <a:pt x="278" y="530"/>
                    <a:pt x="278" y="530"/>
                  </a:cubicBezTo>
                  <a:cubicBezTo>
                    <a:pt x="277" y="530"/>
                    <a:pt x="277" y="530"/>
                    <a:pt x="276" y="530"/>
                  </a:cubicBezTo>
                  <a:close/>
                  <a:moveTo>
                    <a:pt x="325" y="528"/>
                  </a:moveTo>
                  <a:cubicBezTo>
                    <a:pt x="324" y="528"/>
                    <a:pt x="323" y="528"/>
                    <a:pt x="322" y="528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0" y="576"/>
                    <a:pt x="331" y="576"/>
                    <a:pt x="332" y="576"/>
                  </a:cubicBezTo>
                  <a:lnTo>
                    <a:pt x="325" y="528"/>
                  </a:lnTo>
                  <a:close/>
                  <a:moveTo>
                    <a:pt x="369" y="516"/>
                  </a:moveTo>
                  <a:cubicBezTo>
                    <a:pt x="369" y="517"/>
                    <a:pt x="368" y="517"/>
                    <a:pt x="367" y="517"/>
                  </a:cubicBezTo>
                  <a:cubicBezTo>
                    <a:pt x="383" y="564"/>
                    <a:pt x="383" y="564"/>
                    <a:pt x="383" y="564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5" y="563"/>
                    <a:pt x="385" y="563"/>
                    <a:pt x="386" y="563"/>
                  </a:cubicBezTo>
                  <a:lnTo>
                    <a:pt x="369" y="516"/>
                  </a:lnTo>
                  <a:close/>
                  <a:moveTo>
                    <a:pt x="411" y="497"/>
                  </a:moveTo>
                  <a:cubicBezTo>
                    <a:pt x="411" y="497"/>
                    <a:pt x="410" y="498"/>
                    <a:pt x="409" y="498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5" y="540"/>
                    <a:pt x="436" y="540"/>
                    <a:pt x="436" y="539"/>
                  </a:cubicBezTo>
                  <a:lnTo>
                    <a:pt x="411" y="497"/>
                  </a:lnTo>
                  <a:close/>
                  <a:moveTo>
                    <a:pt x="449" y="470"/>
                  </a:moveTo>
                  <a:cubicBezTo>
                    <a:pt x="448" y="470"/>
                    <a:pt x="448" y="471"/>
                    <a:pt x="447" y="471"/>
                  </a:cubicBezTo>
                  <a:cubicBezTo>
                    <a:pt x="479" y="508"/>
                    <a:pt x="479" y="508"/>
                    <a:pt x="479" y="508"/>
                  </a:cubicBezTo>
                  <a:cubicBezTo>
                    <a:pt x="480" y="508"/>
                    <a:pt x="480" y="508"/>
                    <a:pt x="480" y="508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1" y="507"/>
                    <a:pt x="481" y="507"/>
                    <a:pt x="481" y="507"/>
                  </a:cubicBezTo>
                  <a:lnTo>
                    <a:pt x="449" y="470"/>
                  </a:lnTo>
                  <a:close/>
                  <a:moveTo>
                    <a:pt x="480" y="436"/>
                  </a:moveTo>
                  <a:cubicBezTo>
                    <a:pt x="480" y="437"/>
                    <a:pt x="479" y="437"/>
                    <a:pt x="479" y="438"/>
                  </a:cubicBezTo>
                  <a:cubicBezTo>
                    <a:pt x="518" y="468"/>
                    <a:pt x="518" y="468"/>
                    <a:pt x="518" y="468"/>
                  </a:cubicBezTo>
                  <a:cubicBezTo>
                    <a:pt x="518" y="467"/>
                    <a:pt x="519" y="467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lnTo>
                    <a:pt x="480" y="436"/>
                  </a:lnTo>
                  <a:close/>
                  <a:moveTo>
                    <a:pt x="505" y="397"/>
                  </a:moveTo>
                  <a:cubicBezTo>
                    <a:pt x="505" y="397"/>
                    <a:pt x="504" y="398"/>
                    <a:pt x="504" y="399"/>
                  </a:cubicBezTo>
                  <a:cubicBezTo>
                    <a:pt x="548" y="421"/>
                    <a:pt x="548" y="421"/>
                    <a:pt x="548" y="421"/>
                  </a:cubicBezTo>
                  <a:cubicBezTo>
                    <a:pt x="548" y="421"/>
                    <a:pt x="548" y="420"/>
                    <a:pt x="548" y="420"/>
                  </a:cubicBezTo>
                  <a:cubicBezTo>
                    <a:pt x="548" y="420"/>
                    <a:pt x="548" y="420"/>
                    <a:pt x="548" y="420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9" y="418"/>
                    <a:pt x="549" y="418"/>
                    <a:pt x="549" y="418"/>
                  </a:cubicBezTo>
                  <a:lnTo>
                    <a:pt x="505" y="397"/>
                  </a:lnTo>
                  <a:close/>
                  <a:moveTo>
                    <a:pt x="521" y="353"/>
                  </a:moveTo>
                  <a:cubicBezTo>
                    <a:pt x="521" y="354"/>
                    <a:pt x="521" y="355"/>
                    <a:pt x="521" y="356"/>
                  </a:cubicBezTo>
                  <a:cubicBezTo>
                    <a:pt x="568" y="369"/>
                    <a:pt x="568" y="369"/>
                    <a:pt x="568" y="369"/>
                  </a:cubicBezTo>
                  <a:cubicBezTo>
                    <a:pt x="568" y="368"/>
                    <a:pt x="568" y="367"/>
                    <a:pt x="569" y="366"/>
                  </a:cubicBezTo>
                  <a:lnTo>
                    <a:pt x="521" y="353"/>
                  </a:lnTo>
                  <a:close/>
                  <a:moveTo>
                    <a:pt x="529" y="308"/>
                  </a:moveTo>
                  <a:cubicBezTo>
                    <a:pt x="529" y="309"/>
                    <a:pt x="529" y="309"/>
                    <a:pt x="529" y="310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3"/>
                    <a:pt x="578" y="312"/>
                    <a:pt x="578" y="311"/>
                  </a:cubicBezTo>
                  <a:lnTo>
                    <a:pt x="529" y="308"/>
                  </a:lnTo>
                  <a:close/>
                  <a:moveTo>
                    <a:pt x="577" y="256"/>
                  </a:moveTo>
                  <a:cubicBezTo>
                    <a:pt x="528" y="261"/>
                    <a:pt x="528" y="261"/>
                    <a:pt x="528" y="261"/>
                  </a:cubicBezTo>
                  <a:cubicBezTo>
                    <a:pt x="528" y="262"/>
                    <a:pt x="528" y="263"/>
                    <a:pt x="529" y="264"/>
                  </a:cubicBezTo>
                  <a:cubicBezTo>
                    <a:pt x="577" y="259"/>
                    <a:pt x="577" y="259"/>
                    <a:pt x="577" y="259"/>
                  </a:cubicBezTo>
                  <a:cubicBezTo>
                    <a:pt x="577" y="258"/>
                    <a:pt x="577" y="257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lose/>
                  <a:moveTo>
                    <a:pt x="565" y="201"/>
                  </a:moveTo>
                  <a:cubicBezTo>
                    <a:pt x="519" y="216"/>
                    <a:pt x="519" y="216"/>
                    <a:pt x="519" y="216"/>
                  </a:cubicBezTo>
                  <a:cubicBezTo>
                    <a:pt x="519" y="217"/>
                    <a:pt x="519" y="218"/>
                    <a:pt x="519" y="219"/>
                  </a:cubicBezTo>
                  <a:cubicBezTo>
                    <a:pt x="566" y="204"/>
                    <a:pt x="566" y="204"/>
                    <a:pt x="566" y="204"/>
                  </a:cubicBezTo>
                  <a:cubicBezTo>
                    <a:pt x="566" y="203"/>
                    <a:pt x="566" y="202"/>
                    <a:pt x="565" y="201"/>
                  </a:cubicBezTo>
                  <a:close/>
                  <a:moveTo>
                    <a:pt x="543" y="150"/>
                  </a:moveTo>
                  <a:cubicBezTo>
                    <a:pt x="500" y="174"/>
                    <a:pt x="500" y="174"/>
                    <a:pt x="500" y="174"/>
                  </a:cubicBezTo>
                  <a:cubicBezTo>
                    <a:pt x="501" y="175"/>
                    <a:pt x="501" y="175"/>
                    <a:pt x="501" y="176"/>
                  </a:cubicBezTo>
                  <a:cubicBezTo>
                    <a:pt x="545" y="153"/>
                    <a:pt x="545" y="153"/>
                    <a:pt x="545" y="153"/>
                  </a:cubicBezTo>
                  <a:cubicBezTo>
                    <a:pt x="544" y="152"/>
                    <a:pt x="544" y="151"/>
                    <a:pt x="543" y="150"/>
                  </a:cubicBezTo>
                  <a:close/>
                  <a:moveTo>
                    <a:pt x="512" y="104"/>
                  </a:moveTo>
                  <a:cubicBezTo>
                    <a:pt x="474" y="136"/>
                    <a:pt x="474" y="136"/>
                    <a:pt x="474" y="136"/>
                  </a:cubicBezTo>
                  <a:cubicBezTo>
                    <a:pt x="475" y="136"/>
                    <a:pt x="475" y="137"/>
                    <a:pt x="476" y="137"/>
                  </a:cubicBezTo>
                  <a:cubicBezTo>
                    <a:pt x="514" y="106"/>
                    <a:pt x="514" y="106"/>
                    <a:pt x="514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5"/>
                    <a:pt x="512" y="105"/>
                    <a:pt x="512" y="104"/>
                  </a:cubicBezTo>
                  <a:close/>
                  <a:moveTo>
                    <a:pt x="472" y="65"/>
                  </a:moveTo>
                  <a:cubicBezTo>
                    <a:pt x="441" y="103"/>
                    <a:pt x="441" y="103"/>
                    <a:pt x="441" y="103"/>
                  </a:cubicBezTo>
                  <a:cubicBezTo>
                    <a:pt x="442" y="104"/>
                    <a:pt x="442" y="104"/>
                    <a:pt x="443" y="105"/>
                  </a:cubicBezTo>
                  <a:cubicBezTo>
                    <a:pt x="474" y="67"/>
                    <a:pt x="474" y="67"/>
                    <a:pt x="474" y="67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5"/>
                    <a:pt x="473" y="65"/>
                    <a:pt x="473" y="65"/>
                  </a:cubicBezTo>
                  <a:cubicBezTo>
                    <a:pt x="473" y="65"/>
                    <a:pt x="473" y="65"/>
                    <a:pt x="473" y="65"/>
                  </a:cubicBezTo>
                  <a:lnTo>
                    <a:pt x="472" y="65"/>
                  </a:lnTo>
                  <a:close/>
                  <a:moveTo>
                    <a:pt x="426" y="34"/>
                  </a:moveTo>
                  <a:cubicBezTo>
                    <a:pt x="403" y="77"/>
                    <a:pt x="403" y="77"/>
                    <a:pt x="403" y="77"/>
                  </a:cubicBezTo>
                  <a:cubicBezTo>
                    <a:pt x="403" y="78"/>
                    <a:pt x="404" y="78"/>
                    <a:pt x="405" y="79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7" y="35"/>
                    <a:pt x="426" y="35"/>
                    <a:pt x="426" y="34"/>
                  </a:cubicBezTo>
                  <a:close/>
                  <a:moveTo>
                    <a:pt x="374" y="13"/>
                  </a:moveTo>
                  <a:cubicBezTo>
                    <a:pt x="360" y="60"/>
                    <a:pt x="360" y="60"/>
                    <a:pt x="360" y="60"/>
                  </a:cubicBezTo>
                  <a:cubicBezTo>
                    <a:pt x="361" y="60"/>
                    <a:pt x="361" y="60"/>
                    <a:pt x="362" y="60"/>
                  </a:cubicBezTo>
                  <a:cubicBezTo>
                    <a:pt x="377" y="14"/>
                    <a:pt x="377" y="14"/>
                    <a:pt x="377" y="14"/>
                  </a:cubicBezTo>
                  <a:cubicBezTo>
                    <a:pt x="376" y="13"/>
                    <a:pt x="376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lnTo>
                    <a:pt x="374" y="13"/>
                  </a:lnTo>
                  <a:close/>
                  <a:moveTo>
                    <a:pt x="320" y="2"/>
                  </a:moveTo>
                  <a:cubicBezTo>
                    <a:pt x="315" y="51"/>
                    <a:pt x="315" y="51"/>
                    <a:pt x="315" y="51"/>
                  </a:cubicBezTo>
                  <a:cubicBezTo>
                    <a:pt x="315" y="51"/>
                    <a:pt x="316" y="51"/>
                    <a:pt x="317" y="51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322" y="2"/>
                    <a:pt x="321" y="2"/>
                    <a:pt x="320" y="2"/>
                  </a:cubicBezTo>
                  <a:cubicBezTo>
                    <a:pt x="320" y="2"/>
                    <a:pt x="320" y="2"/>
                    <a:pt x="32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28"/>
            <p:cNvSpPr/>
            <p:nvPr/>
          </p:nvSpPr>
          <p:spPr>
            <a:xfrm>
              <a:off x="5867400" y="4462463"/>
              <a:ext cx="720725" cy="722312"/>
            </a:xfrm>
            <a:custGeom>
              <a:avLst/>
              <a:gdLst/>
              <a:ahLst/>
              <a:cxnLst/>
              <a:rect l="l" t="t" r="r" b="b"/>
              <a:pathLst>
                <a:path w="428" h="428" extrusionOk="0">
                  <a:moveTo>
                    <a:pt x="214" y="422"/>
                  </a:moveTo>
                  <a:cubicBezTo>
                    <a:pt x="214" y="419"/>
                    <a:pt x="217" y="416"/>
                    <a:pt x="220" y="416"/>
                  </a:cubicBezTo>
                  <a:cubicBezTo>
                    <a:pt x="223" y="416"/>
                    <a:pt x="226" y="418"/>
                    <a:pt x="226" y="422"/>
                  </a:cubicBezTo>
                  <a:cubicBezTo>
                    <a:pt x="226" y="425"/>
                    <a:pt x="223" y="428"/>
                    <a:pt x="220" y="428"/>
                  </a:cubicBezTo>
                  <a:cubicBezTo>
                    <a:pt x="220" y="428"/>
                    <a:pt x="220" y="428"/>
                    <a:pt x="220" y="428"/>
                  </a:cubicBezTo>
                  <a:cubicBezTo>
                    <a:pt x="217" y="428"/>
                    <a:pt x="214" y="425"/>
                    <a:pt x="214" y="422"/>
                  </a:cubicBezTo>
                  <a:close/>
                  <a:moveTo>
                    <a:pt x="187" y="426"/>
                  </a:moveTo>
                  <a:cubicBezTo>
                    <a:pt x="187" y="426"/>
                    <a:pt x="187" y="426"/>
                    <a:pt x="187" y="426"/>
                  </a:cubicBezTo>
                  <a:cubicBezTo>
                    <a:pt x="184" y="426"/>
                    <a:pt x="182" y="423"/>
                    <a:pt x="182" y="420"/>
                  </a:cubicBezTo>
                  <a:cubicBezTo>
                    <a:pt x="182" y="416"/>
                    <a:pt x="185" y="414"/>
                    <a:pt x="189" y="415"/>
                  </a:cubicBezTo>
                  <a:cubicBezTo>
                    <a:pt x="189" y="415"/>
                    <a:pt x="189" y="415"/>
                    <a:pt x="189" y="415"/>
                  </a:cubicBezTo>
                  <a:cubicBezTo>
                    <a:pt x="192" y="415"/>
                    <a:pt x="194" y="418"/>
                    <a:pt x="194" y="421"/>
                  </a:cubicBezTo>
                  <a:cubicBezTo>
                    <a:pt x="193" y="424"/>
                    <a:pt x="191" y="426"/>
                    <a:pt x="188" y="426"/>
                  </a:cubicBezTo>
                  <a:lnTo>
                    <a:pt x="187" y="426"/>
                  </a:lnTo>
                  <a:close/>
                  <a:moveTo>
                    <a:pt x="246" y="419"/>
                  </a:moveTo>
                  <a:cubicBezTo>
                    <a:pt x="245" y="416"/>
                    <a:pt x="248" y="413"/>
                    <a:pt x="251" y="413"/>
                  </a:cubicBezTo>
                  <a:cubicBezTo>
                    <a:pt x="254" y="412"/>
                    <a:pt x="257" y="414"/>
                    <a:pt x="257" y="417"/>
                  </a:cubicBezTo>
                  <a:cubicBezTo>
                    <a:pt x="258" y="420"/>
                    <a:pt x="256" y="424"/>
                    <a:pt x="253" y="424"/>
                  </a:cubicBezTo>
                  <a:cubicBezTo>
                    <a:pt x="252" y="424"/>
                    <a:pt x="252" y="424"/>
                    <a:pt x="252" y="424"/>
                  </a:cubicBezTo>
                  <a:cubicBezTo>
                    <a:pt x="249" y="424"/>
                    <a:pt x="247" y="422"/>
                    <a:pt x="246" y="419"/>
                  </a:cubicBezTo>
                  <a:close/>
                  <a:moveTo>
                    <a:pt x="155" y="420"/>
                  </a:moveTo>
                  <a:cubicBezTo>
                    <a:pt x="152" y="419"/>
                    <a:pt x="150" y="415"/>
                    <a:pt x="151" y="412"/>
                  </a:cubicBezTo>
                  <a:cubicBezTo>
                    <a:pt x="152" y="409"/>
                    <a:pt x="155" y="407"/>
                    <a:pt x="158" y="408"/>
                  </a:cubicBezTo>
                  <a:cubicBezTo>
                    <a:pt x="158" y="408"/>
                    <a:pt x="158" y="408"/>
                    <a:pt x="158" y="408"/>
                  </a:cubicBezTo>
                  <a:cubicBezTo>
                    <a:pt x="161" y="409"/>
                    <a:pt x="163" y="412"/>
                    <a:pt x="162" y="416"/>
                  </a:cubicBezTo>
                  <a:cubicBezTo>
                    <a:pt x="161" y="418"/>
                    <a:pt x="159" y="420"/>
                    <a:pt x="157" y="420"/>
                  </a:cubicBezTo>
                  <a:cubicBezTo>
                    <a:pt x="156" y="420"/>
                    <a:pt x="155" y="420"/>
                    <a:pt x="155" y="420"/>
                  </a:cubicBezTo>
                  <a:close/>
                  <a:moveTo>
                    <a:pt x="277" y="412"/>
                  </a:moveTo>
                  <a:cubicBezTo>
                    <a:pt x="276" y="409"/>
                    <a:pt x="278" y="406"/>
                    <a:pt x="281" y="405"/>
                  </a:cubicBezTo>
                  <a:cubicBezTo>
                    <a:pt x="284" y="404"/>
                    <a:pt x="287" y="405"/>
                    <a:pt x="288" y="408"/>
                  </a:cubicBezTo>
                  <a:cubicBezTo>
                    <a:pt x="289" y="411"/>
                    <a:pt x="288" y="415"/>
                    <a:pt x="285" y="416"/>
                  </a:cubicBezTo>
                  <a:cubicBezTo>
                    <a:pt x="284" y="416"/>
                    <a:pt x="283" y="416"/>
                    <a:pt x="283" y="416"/>
                  </a:cubicBezTo>
                  <a:cubicBezTo>
                    <a:pt x="280" y="416"/>
                    <a:pt x="278" y="414"/>
                    <a:pt x="277" y="412"/>
                  </a:cubicBezTo>
                  <a:close/>
                  <a:moveTo>
                    <a:pt x="124" y="408"/>
                  </a:moveTo>
                  <a:cubicBezTo>
                    <a:pt x="121" y="407"/>
                    <a:pt x="120" y="403"/>
                    <a:pt x="121" y="400"/>
                  </a:cubicBezTo>
                  <a:cubicBezTo>
                    <a:pt x="122" y="397"/>
                    <a:pt x="126" y="396"/>
                    <a:pt x="129" y="398"/>
                  </a:cubicBezTo>
                  <a:cubicBezTo>
                    <a:pt x="132" y="399"/>
                    <a:pt x="133" y="402"/>
                    <a:pt x="132" y="405"/>
                  </a:cubicBezTo>
                  <a:cubicBezTo>
                    <a:pt x="131" y="407"/>
                    <a:pt x="129" y="409"/>
                    <a:pt x="126" y="409"/>
                  </a:cubicBezTo>
                  <a:cubicBezTo>
                    <a:pt x="126" y="409"/>
                    <a:pt x="125" y="409"/>
                    <a:pt x="124" y="408"/>
                  </a:cubicBezTo>
                  <a:close/>
                  <a:moveTo>
                    <a:pt x="307" y="400"/>
                  </a:moveTo>
                  <a:cubicBezTo>
                    <a:pt x="305" y="397"/>
                    <a:pt x="306" y="394"/>
                    <a:pt x="309" y="392"/>
                  </a:cubicBezTo>
                  <a:cubicBezTo>
                    <a:pt x="312" y="391"/>
                    <a:pt x="316" y="392"/>
                    <a:pt x="317" y="394"/>
                  </a:cubicBezTo>
                  <a:cubicBezTo>
                    <a:pt x="319" y="397"/>
                    <a:pt x="318" y="401"/>
                    <a:pt x="315" y="402"/>
                  </a:cubicBezTo>
                  <a:cubicBezTo>
                    <a:pt x="314" y="403"/>
                    <a:pt x="313" y="403"/>
                    <a:pt x="312" y="403"/>
                  </a:cubicBezTo>
                  <a:cubicBezTo>
                    <a:pt x="310" y="403"/>
                    <a:pt x="308" y="402"/>
                    <a:pt x="307" y="400"/>
                  </a:cubicBezTo>
                  <a:close/>
                  <a:moveTo>
                    <a:pt x="95" y="392"/>
                  </a:moveTo>
                  <a:cubicBezTo>
                    <a:pt x="93" y="390"/>
                    <a:pt x="92" y="387"/>
                    <a:pt x="94" y="384"/>
                  </a:cubicBezTo>
                  <a:cubicBezTo>
                    <a:pt x="95" y="381"/>
                    <a:pt x="99" y="381"/>
                    <a:pt x="102" y="382"/>
                  </a:cubicBezTo>
                  <a:cubicBezTo>
                    <a:pt x="104" y="384"/>
                    <a:pt x="105" y="388"/>
                    <a:pt x="103" y="390"/>
                  </a:cubicBezTo>
                  <a:cubicBezTo>
                    <a:pt x="102" y="392"/>
                    <a:pt x="100" y="393"/>
                    <a:pt x="98" y="393"/>
                  </a:cubicBezTo>
                  <a:cubicBezTo>
                    <a:pt x="97" y="393"/>
                    <a:pt x="96" y="393"/>
                    <a:pt x="95" y="392"/>
                  </a:cubicBezTo>
                  <a:close/>
                  <a:moveTo>
                    <a:pt x="334" y="383"/>
                  </a:moveTo>
                  <a:cubicBezTo>
                    <a:pt x="332" y="381"/>
                    <a:pt x="333" y="377"/>
                    <a:pt x="335" y="375"/>
                  </a:cubicBezTo>
                  <a:cubicBezTo>
                    <a:pt x="338" y="373"/>
                    <a:pt x="342" y="374"/>
                    <a:pt x="344" y="376"/>
                  </a:cubicBezTo>
                  <a:cubicBezTo>
                    <a:pt x="346" y="379"/>
                    <a:pt x="345" y="383"/>
                    <a:pt x="342" y="385"/>
                  </a:cubicBezTo>
                  <a:cubicBezTo>
                    <a:pt x="341" y="385"/>
                    <a:pt x="340" y="386"/>
                    <a:pt x="339" y="386"/>
                  </a:cubicBezTo>
                  <a:cubicBezTo>
                    <a:pt x="337" y="386"/>
                    <a:pt x="335" y="385"/>
                    <a:pt x="334" y="383"/>
                  </a:cubicBezTo>
                  <a:close/>
                  <a:moveTo>
                    <a:pt x="69" y="372"/>
                  </a:moveTo>
                  <a:cubicBezTo>
                    <a:pt x="69" y="372"/>
                    <a:pt x="69" y="372"/>
                    <a:pt x="69" y="372"/>
                  </a:cubicBezTo>
                  <a:cubicBezTo>
                    <a:pt x="67" y="370"/>
                    <a:pt x="67" y="366"/>
                    <a:pt x="69" y="364"/>
                  </a:cubicBezTo>
                  <a:cubicBezTo>
                    <a:pt x="71" y="361"/>
                    <a:pt x="75" y="361"/>
                    <a:pt x="77" y="363"/>
                  </a:cubicBezTo>
                  <a:cubicBezTo>
                    <a:pt x="79" y="365"/>
                    <a:pt x="80" y="369"/>
                    <a:pt x="77" y="371"/>
                  </a:cubicBezTo>
                  <a:cubicBezTo>
                    <a:pt x="76" y="373"/>
                    <a:pt x="75" y="373"/>
                    <a:pt x="73" y="373"/>
                  </a:cubicBezTo>
                  <a:cubicBezTo>
                    <a:pt x="72" y="373"/>
                    <a:pt x="70" y="373"/>
                    <a:pt x="69" y="372"/>
                  </a:cubicBezTo>
                  <a:close/>
                  <a:moveTo>
                    <a:pt x="359" y="363"/>
                  </a:moveTo>
                  <a:cubicBezTo>
                    <a:pt x="357" y="361"/>
                    <a:pt x="357" y="357"/>
                    <a:pt x="359" y="355"/>
                  </a:cubicBezTo>
                  <a:cubicBezTo>
                    <a:pt x="359" y="355"/>
                    <a:pt x="359" y="355"/>
                    <a:pt x="359" y="355"/>
                  </a:cubicBezTo>
                  <a:cubicBezTo>
                    <a:pt x="361" y="352"/>
                    <a:pt x="365" y="352"/>
                    <a:pt x="367" y="354"/>
                  </a:cubicBezTo>
                  <a:cubicBezTo>
                    <a:pt x="369" y="357"/>
                    <a:pt x="369" y="360"/>
                    <a:pt x="367" y="363"/>
                  </a:cubicBezTo>
                  <a:cubicBezTo>
                    <a:pt x="366" y="364"/>
                    <a:pt x="364" y="364"/>
                    <a:pt x="363" y="364"/>
                  </a:cubicBezTo>
                  <a:cubicBezTo>
                    <a:pt x="361" y="364"/>
                    <a:pt x="360" y="364"/>
                    <a:pt x="359" y="363"/>
                  </a:cubicBezTo>
                  <a:close/>
                  <a:moveTo>
                    <a:pt x="47" y="348"/>
                  </a:moveTo>
                  <a:cubicBezTo>
                    <a:pt x="45" y="345"/>
                    <a:pt x="45" y="342"/>
                    <a:pt x="48" y="340"/>
                  </a:cubicBezTo>
                  <a:cubicBezTo>
                    <a:pt x="50" y="338"/>
                    <a:pt x="54" y="338"/>
                    <a:pt x="56" y="340"/>
                  </a:cubicBezTo>
                  <a:cubicBezTo>
                    <a:pt x="58" y="343"/>
                    <a:pt x="57" y="347"/>
                    <a:pt x="55" y="349"/>
                  </a:cubicBezTo>
                  <a:cubicBezTo>
                    <a:pt x="54" y="350"/>
                    <a:pt x="53" y="350"/>
                    <a:pt x="51" y="350"/>
                  </a:cubicBezTo>
                  <a:cubicBezTo>
                    <a:pt x="50" y="350"/>
                    <a:pt x="48" y="349"/>
                    <a:pt x="47" y="348"/>
                  </a:cubicBezTo>
                  <a:close/>
                  <a:moveTo>
                    <a:pt x="380" y="339"/>
                  </a:moveTo>
                  <a:cubicBezTo>
                    <a:pt x="377" y="337"/>
                    <a:pt x="377" y="333"/>
                    <a:pt x="379" y="331"/>
                  </a:cubicBezTo>
                  <a:cubicBezTo>
                    <a:pt x="381" y="328"/>
                    <a:pt x="384" y="327"/>
                    <a:pt x="387" y="329"/>
                  </a:cubicBezTo>
                  <a:cubicBezTo>
                    <a:pt x="389" y="331"/>
                    <a:pt x="390" y="335"/>
                    <a:pt x="388" y="337"/>
                  </a:cubicBezTo>
                  <a:cubicBezTo>
                    <a:pt x="387" y="339"/>
                    <a:pt x="385" y="340"/>
                    <a:pt x="383" y="340"/>
                  </a:cubicBezTo>
                  <a:cubicBezTo>
                    <a:pt x="382" y="340"/>
                    <a:pt x="381" y="339"/>
                    <a:pt x="380" y="339"/>
                  </a:cubicBezTo>
                  <a:close/>
                  <a:moveTo>
                    <a:pt x="28" y="321"/>
                  </a:moveTo>
                  <a:cubicBezTo>
                    <a:pt x="26" y="318"/>
                    <a:pt x="27" y="314"/>
                    <a:pt x="30" y="313"/>
                  </a:cubicBezTo>
                  <a:cubicBezTo>
                    <a:pt x="33" y="311"/>
                    <a:pt x="37" y="312"/>
                    <a:pt x="38" y="315"/>
                  </a:cubicBezTo>
                  <a:cubicBezTo>
                    <a:pt x="40" y="318"/>
                    <a:pt x="39" y="321"/>
                    <a:pt x="36" y="323"/>
                  </a:cubicBezTo>
                  <a:cubicBezTo>
                    <a:pt x="35" y="323"/>
                    <a:pt x="34" y="324"/>
                    <a:pt x="33" y="324"/>
                  </a:cubicBezTo>
                  <a:cubicBezTo>
                    <a:pt x="31" y="324"/>
                    <a:pt x="29" y="323"/>
                    <a:pt x="28" y="321"/>
                  </a:cubicBezTo>
                  <a:close/>
                  <a:moveTo>
                    <a:pt x="397" y="312"/>
                  </a:moveTo>
                  <a:cubicBezTo>
                    <a:pt x="394" y="310"/>
                    <a:pt x="393" y="307"/>
                    <a:pt x="395" y="304"/>
                  </a:cubicBezTo>
                  <a:cubicBezTo>
                    <a:pt x="396" y="301"/>
                    <a:pt x="400" y="300"/>
                    <a:pt x="403" y="301"/>
                  </a:cubicBezTo>
                  <a:cubicBezTo>
                    <a:pt x="405" y="303"/>
                    <a:pt x="407" y="306"/>
                    <a:pt x="405" y="309"/>
                  </a:cubicBezTo>
                  <a:cubicBezTo>
                    <a:pt x="404" y="311"/>
                    <a:pt x="402" y="312"/>
                    <a:pt x="400" y="312"/>
                  </a:cubicBezTo>
                  <a:cubicBezTo>
                    <a:pt x="399" y="312"/>
                    <a:pt x="398" y="312"/>
                    <a:pt x="397" y="312"/>
                  </a:cubicBezTo>
                  <a:close/>
                  <a:moveTo>
                    <a:pt x="14" y="291"/>
                  </a:moveTo>
                  <a:cubicBezTo>
                    <a:pt x="13" y="288"/>
                    <a:pt x="14" y="285"/>
                    <a:pt x="17" y="283"/>
                  </a:cubicBezTo>
                  <a:cubicBezTo>
                    <a:pt x="20" y="282"/>
                    <a:pt x="24" y="284"/>
                    <a:pt x="25" y="287"/>
                  </a:cubicBezTo>
                  <a:cubicBezTo>
                    <a:pt x="26" y="290"/>
                    <a:pt x="24" y="293"/>
                    <a:pt x="21" y="294"/>
                  </a:cubicBezTo>
                  <a:cubicBezTo>
                    <a:pt x="21" y="295"/>
                    <a:pt x="20" y="295"/>
                    <a:pt x="19" y="295"/>
                  </a:cubicBezTo>
                  <a:cubicBezTo>
                    <a:pt x="17" y="295"/>
                    <a:pt x="15" y="293"/>
                    <a:pt x="14" y="291"/>
                  </a:cubicBezTo>
                  <a:close/>
                  <a:moveTo>
                    <a:pt x="410" y="282"/>
                  </a:moveTo>
                  <a:cubicBezTo>
                    <a:pt x="407" y="281"/>
                    <a:pt x="405" y="278"/>
                    <a:pt x="406" y="275"/>
                  </a:cubicBezTo>
                  <a:cubicBezTo>
                    <a:pt x="407" y="272"/>
                    <a:pt x="411" y="270"/>
                    <a:pt x="414" y="271"/>
                  </a:cubicBezTo>
                  <a:cubicBezTo>
                    <a:pt x="417" y="272"/>
                    <a:pt x="419" y="275"/>
                    <a:pt x="418" y="279"/>
                  </a:cubicBezTo>
                  <a:cubicBezTo>
                    <a:pt x="417" y="281"/>
                    <a:pt x="414" y="283"/>
                    <a:pt x="412" y="283"/>
                  </a:cubicBezTo>
                  <a:cubicBezTo>
                    <a:pt x="411" y="283"/>
                    <a:pt x="411" y="283"/>
                    <a:pt x="410" y="282"/>
                  </a:cubicBezTo>
                  <a:close/>
                  <a:moveTo>
                    <a:pt x="4" y="259"/>
                  </a:moveTo>
                  <a:cubicBezTo>
                    <a:pt x="4" y="256"/>
                    <a:pt x="6" y="253"/>
                    <a:pt x="9" y="252"/>
                  </a:cubicBezTo>
                  <a:cubicBezTo>
                    <a:pt x="12" y="252"/>
                    <a:pt x="15" y="254"/>
                    <a:pt x="16" y="257"/>
                  </a:cubicBezTo>
                  <a:cubicBezTo>
                    <a:pt x="16" y="260"/>
                    <a:pt x="14" y="263"/>
                    <a:pt x="11" y="264"/>
                  </a:cubicBezTo>
                  <a:cubicBezTo>
                    <a:pt x="11" y="264"/>
                    <a:pt x="10" y="264"/>
                    <a:pt x="10" y="264"/>
                  </a:cubicBezTo>
                  <a:cubicBezTo>
                    <a:pt x="7" y="264"/>
                    <a:pt x="5" y="262"/>
                    <a:pt x="4" y="259"/>
                  </a:cubicBezTo>
                  <a:close/>
                  <a:moveTo>
                    <a:pt x="418" y="251"/>
                  </a:moveTo>
                  <a:cubicBezTo>
                    <a:pt x="415" y="251"/>
                    <a:pt x="413" y="248"/>
                    <a:pt x="414" y="245"/>
                  </a:cubicBezTo>
                  <a:cubicBezTo>
                    <a:pt x="414" y="242"/>
                    <a:pt x="417" y="239"/>
                    <a:pt x="420" y="240"/>
                  </a:cubicBezTo>
                  <a:cubicBezTo>
                    <a:pt x="423" y="240"/>
                    <a:pt x="426" y="243"/>
                    <a:pt x="425" y="246"/>
                  </a:cubicBezTo>
                  <a:cubicBezTo>
                    <a:pt x="425" y="249"/>
                    <a:pt x="422" y="251"/>
                    <a:pt x="419" y="251"/>
                  </a:cubicBezTo>
                  <a:lnTo>
                    <a:pt x="418" y="251"/>
                  </a:lnTo>
                  <a:close/>
                  <a:moveTo>
                    <a:pt x="0" y="227"/>
                  </a:moveTo>
                  <a:cubicBezTo>
                    <a:pt x="0" y="227"/>
                    <a:pt x="0" y="227"/>
                    <a:pt x="0" y="227"/>
                  </a:cubicBezTo>
                  <a:cubicBezTo>
                    <a:pt x="0" y="224"/>
                    <a:pt x="2" y="221"/>
                    <a:pt x="5" y="221"/>
                  </a:cubicBezTo>
                  <a:cubicBezTo>
                    <a:pt x="9" y="220"/>
                    <a:pt x="11" y="223"/>
                    <a:pt x="11" y="226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12" y="229"/>
                    <a:pt x="9" y="232"/>
                    <a:pt x="6" y="232"/>
                  </a:cubicBezTo>
                  <a:cubicBezTo>
                    <a:pt x="6" y="232"/>
                    <a:pt x="6" y="232"/>
                    <a:pt x="6" y="232"/>
                  </a:cubicBezTo>
                  <a:cubicBezTo>
                    <a:pt x="3" y="232"/>
                    <a:pt x="0" y="230"/>
                    <a:pt x="0" y="227"/>
                  </a:cubicBezTo>
                  <a:close/>
                  <a:moveTo>
                    <a:pt x="416" y="214"/>
                  </a:moveTo>
                  <a:cubicBezTo>
                    <a:pt x="416" y="210"/>
                    <a:pt x="419" y="208"/>
                    <a:pt x="422" y="208"/>
                  </a:cubicBezTo>
                  <a:cubicBezTo>
                    <a:pt x="425" y="208"/>
                    <a:pt x="428" y="210"/>
                    <a:pt x="428" y="214"/>
                  </a:cubicBezTo>
                  <a:cubicBezTo>
                    <a:pt x="428" y="217"/>
                    <a:pt x="425" y="219"/>
                    <a:pt x="422" y="219"/>
                  </a:cubicBezTo>
                  <a:cubicBezTo>
                    <a:pt x="419" y="219"/>
                    <a:pt x="416" y="217"/>
                    <a:pt x="416" y="214"/>
                  </a:cubicBezTo>
                  <a:close/>
                  <a:moveTo>
                    <a:pt x="6" y="200"/>
                  </a:moveTo>
                  <a:cubicBezTo>
                    <a:pt x="2" y="200"/>
                    <a:pt x="0" y="197"/>
                    <a:pt x="0" y="194"/>
                  </a:cubicBezTo>
                  <a:cubicBezTo>
                    <a:pt x="1" y="191"/>
                    <a:pt x="3" y="188"/>
                    <a:pt x="7" y="189"/>
                  </a:cubicBezTo>
                  <a:cubicBezTo>
                    <a:pt x="10" y="189"/>
                    <a:pt x="12" y="192"/>
                    <a:pt x="12" y="195"/>
                  </a:cubicBezTo>
                  <a:cubicBezTo>
                    <a:pt x="12" y="198"/>
                    <a:pt x="9" y="200"/>
                    <a:pt x="6" y="200"/>
                  </a:cubicBezTo>
                  <a:close/>
                  <a:moveTo>
                    <a:pt x="414" y="189"/>
                  </a:moveTo>
                  <a:cubicBezTo>
                    <a:pt x="414" y="189"/>
                    <a:pt x="414" y="189"/>
                    <a:pt x="414" y="189"/>
                  </a:cubicBezTo>
                  <a:cubicBezTo>
                    <a:pt x="414" y="186"/>
                    <a:pt x="416" y="183"/>
                    <a:pt x="419" y="182"/>
                  </a:cubicBezTo>
                  <a:cubicBezTo>
                    <a:pt x="423" y="182"/>
                    <a:pt x="426" y="184"/>
                    <a:pt x="426" y="187"/>
                  </a:cubicBezTo>
                  <a:cubicBezTo>
                    <a:pt x="426" y="191"/>
                    <a:pt x="424" y="194"/>
                    <a:pt x="421" y="194"/>
                  </a:cubicBezTo>
                  <a:cubicBezTo>
                    <a:pt x="420" y="194"/>
                    <a:pt x="420" y="194"/>
                    <a:pt x="420" y="194"/>
                  </a:cubicBezTo>
                  <a:cubicBezTo>
                    <a:pt x="417" y="194"/>
                    <a:pt x="415" y="192"/>
                    <a:pt x="414" y="189"/>
                  </a:cubicBezTo>
                  <a:close/>
                  <a:moveTo>
                    <a:pt x="10" y="168"/>
                  </a:moveTo>
                  <a:cubicBezTo>
                    <a:pt x="7" y="168"/>
                    <a:pt x="5" y="165"/>
                    <a:pt x="6" y="161"/>
                  </a:cubicBezTo>
                  <a:cubicBezTo>
                    <a:pt x="7" y="158"/>
                    <a:pt x="10" y="156"/>
                    <a:pt x="13" y="157"/>
                  </a:cubicBezTo>
                  <a:cubicBezTo>
                    <a:pt x="16" y="158"/>
                    <a:pt x="18" y="161"/>
                    <a:pt x="17" y="164"/>
                  </a:cubicBezTo>
                  <a:cubicBezTo>
                    <a:pt x="17" y="167"/>
                    <a:pt x="14" y="169"/>
                    <a:pt x="12" y="169"/>
                  </a:cubicBezTo>
                  <a:cubicBezTo>
                    <a:pt x="11" y="169"/>
                    <a:pt x="11" y="169"/>
                    <a:pt x="10" y="168"/>
                  </a:cubicBezTo>
                  <a:close/>
                  <a:moveTo>
                    <a:pt x="408" y="158"/>
                  </a:moveTo>
                  <a:cubicBezTo>
                    <a:pt x="408" y="158"/>
                    <a:pt x="408" y="158"/>
                    <a:pt x="408" y="158"/>
                  </a:cubicBezTo>
                  <a:cubicBezTo>
                    <a:pt x="407" y="155"/>
                    <a:pt x="409" y="152"/>
                    <a:pt x="412" y="151"/>
                  </a:cubicBezTo>
                  <a:cubicBezTo>
                    <a:pt x="415" y="150"/>
                    <a:pt x="419" y="152"/>
                    <a:pt x="419" y="155"/>
                  </a:cubicBezTo>
                  <a:cubicBezTo>
                    <a:pt x="420" y="158"/>
                    <a:pt x="419" y="162"/>
                    <a:pt x="415" y="162"/>
                  </a:cubicBezTo>
                  <a:cubicBezTo>
                    <a:pt x="415" y="163"/>
                    <a:pt x="414" y="163"/>
                    <a:pt x="414" y="163"/>
                  </a:cubicBezTo>
                  <a:cubicBezTo>
                    <a:pt x="411" y="163"/>
                    <a:pt x="409" y="161"/>
                    <a:pt x="408" y="158"/>
                  </a:cubicBezTo>
                  <a:close/>
                  <a:moveTo>
                    <a:pt x="19" y="138"/>
                  </a:moveTo>
                  <a:cubicBezTo>
                    <a:pt x="16" y="137"/>
                    <a:pt x="15" y="133"/>
                    <a:pt x="16" y="130"/>
                  </a:cubicBezTo>
                  <a:cubicBezTo>
                    <a:pt x="18" y="127"/>
                    <a:pt x="21" y="126"/>
                    <a:pt x="24" y="127"/>
                  </a:cubicBezTo>
                  <a:cubicBezTo>
                    <a:pt x="27" y="128"/>
                    <a:pt x="28" y="132"/>
                    <a:pt x="27" y="135"/>
                  </a:cubicBezTo>
                  <a:cubicBezTo>
                    <a:pt x="26" y="137"/>
                    <a:pt x="24" y="138"/>
                    <a:pt x="22" y="138"/>
                  </a:cubicBezTo>
                  <a:cubicBezTo>
                    <a:pt x="21" y="138"/>
                    <a:pt x="20" y="138"/>
                    <a:pt x="19" y="138"/>
                  </a:cubicBezTo>
                  <a:close/>
                  <a:moveTo>
                    <a:pt x="397" y="129"/>
                  </a:moveTo>
                  <a:cubicBezTo>
                    <a:pt x="396" y="126"/>
                    <a:pt x="397" y="123"/>
                    <a:pt x="400" y="121"/>
                  </a:cubicBezTo>
                  <a:cubicBezTo>
                    <a:pt x="403" y="120"/>
                    <a:pt x="407" y="121"/>
                    <a:pt x="408" y="124"/>
                  </a:cubicBezTo>
                  <a:cubicBezTo>
                    <a:pt x="408" y="124"/>
                    <a:pt x="408" y="124"/>
                    <a:pt x="408" y="124"/>
                  </a:cubicBezTo>
                  <a:cubicBezTo>
                    <a:pt x="409" y="127"/>
                    <a:pt x="408" y="131"/>
                    <a:pt x="405" y="132"/>
                  </a:cubicBezTo>
                  <a:cubicBezTo>
                    <a:pt x="404" y="132"/>
                    <a:pt x="404" y="133"/>
                    <a:pt x="403" y="133"/>
                  </a:cubicBezTo>
                  <a:cubicBezTo>
                    <a:pt x="401" y="133"/>
                    <a:pt x="398" y="131"/>
                    <a:pt x="397" y="129"/>
                  </a:cubicBezTo>
                  <a:close/>
                  <a:moveTo>
                    <a:pt x="33" y="109"/>
                  </a:moveTo>
                  <a:cubicBezTo>
                    <a:pt x="31" y="107"/>
                    <a:pt x="30" y="104"/>
                    <a:pt x="32" y="101"/>
                  </a:cubicBezTo>
                  <a:cubicBezTo>
                    <a:pt x="33" y="98"/>
                    <a:pt x="37" y="97"/>
                    <a:pt x="40" y="99"/>
                  </a:cubicBezTo>
                  <a:cubicBezTo>
                    <a:pt x="42" y="101"/>
                    <a:pt x="43" y="104"/>
                    <a:pt x="41" y="107"/>
                  </a:cubicBezTo>
                  <a:cubicBezTo>
                    <a:pt x="40" y="109"/>
                    <a:pt x="38" y="110"/>
                    <a:pt x="36" y="110"/>
                  </a:cubicBezTo>
                  <a:cubicBezTo>
                    <a:pt x="35" y="110"/>
                    <a:pt x="34" y="110"/>
                    <a:pt x="33" y="109"/>
                  </a:cubicBezTo>
                  <a:close/>
                  <a:moveTo>
                    <a:pt x="382" y="102"/>
                  </a:moveTo>
                  <a:cubicBezTo>
                    <a:pt x="381" y="99"/>
                    <a:pt x="381" y="96"/>
                    <a:pt x="384" y="94"/>
                  </a:cubicBezTo>
                  <a:cubicBezTo>
                    <a:pt x="387" y="92"/>
                    <a:pt x="390" y="93"/>
                    <a:pt x="392" y="96"/>
                  </a:cubicBezTo>
                  <a:cubicBezTo>
                    <a:pt x="394" y="98"/>
                    <a:pt x="393" y="102"/>
                    <a:pt x="390" y="104"/>
                  </a:cubicBezTo>
                  <a:cubicBezTo>
                    <a:pt x="389" y="104"/>
                    <a:pt x="388" y="105"/>
                    <a:pt x="387" y="105"/>
                  </a:cubicBezTo>
                  <a:cubicBezTo>
                    <a:pt x="385" y="105"/>
                    <a:pt x="383" y="104"/>
                    <a:pt x="382" y="102"/>
                  </a:cubicBezTo>
                  <a:close/>
                  <a:moveTo>
                    <a:pt x="52" y="83"/>
                  </a:moveTo>
                  <a:cubicBezTo>
                    <a:pt x="49" y="80"/>
                    <a:pt x="49" y="77"/>
                    <a:pt x="51" y="74"/>
                  </a:cubicBezTo>
                  <a:cubicBezTo>
                    <a:pt x="53" y="72"/>
                    <a:pt x="57" y="72"/>
                    <a:pt x="59" y="74"/>
                  </a:cubicBezTo>
                  <a:cubicBezTo>
                    <a:pt x="62" y="76"/>
                    <a:pt x="62" y="79"/>
                    <a:pt x="60" y="82"/>
                  </a:cubicBezTo>
                  <a:cubicBezTo>
                    <a:pt x="59" y="83"/>
                    <a:pt x="57" y="84"/>
                    <a:pt x="55" y="84"/>
                  </a:cubicBezTo>
                  <a:cubicBezTo>
                    <a:pt x="54" y="84"/>
                    <a:pt x="53" y="83"/>
                    <a:pt x="52" y="83"/>
                  </a:cubicBezTo>
                  <a:close/>
                  <a:moveTo>
                    <a:pt x="363" y="77"/>
                  </a:moveTo>
                  <a:cubicBezTo>
                    <a:pt x="363" y="77"/>
                    <a:pt x="363" y="77"/>
                    <a:pt x="363" y="77"/>
                  </a:cubicBezTo>
                  <a:cubicBezTo>
                    <a:pt x="361" y="75"/>
                    <a:pt x="361" y="71"/>
                    <a:pt x="364" y="69"/>
                  </a:cubicBezTo>
                  <a:cubicBezTo>
                    <a:pt x="366" y="67"/>
                    <a:pt x="370" y="67"/>
                    <a:pt x="372" y="70"/>
                  </a:cubicBezTo>
                  <a:cubicBezTo>
                    <a:pt x="374" y="72"/>
                    <a:pt x="374" y="76"/>
                    <a:pt x="371" y="78"/>
                  </a:cubicBezTo>
                  <a:cubicBezTo>
                    <a:pt x="370" y="79"/>
                    <a:pt x="369" y="79"/>
                    <a:pt x="367" y="79"/>
                  </a:cubicBezTo>
                  <a:cubicBezTo>
                    <a:pt x="366" y="79"/>
                    <a:pt x="364" y="79"/>
                    <a:pt x="363" y="77"/>
                  </a:cubicBezTo>
                  <a:close/>
                  <a:moveTo>
                    <a:pt x="74" y="59"/>
                  </a:moveTo>
                  <a:cubicBezTo>
                    <a:pt x="72" y="57"/>
                    <a:pt x="72" y="53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7" y="49"/>
                    <a:pt x="80" y="49"/>
                    <a:pt x="83" y="52"/>
                  </a:cubicBezTo>
                  <a:cubicBezTo>
                    <a:pt x="85" y="54"/>
                    <a:pt x="84" y="58"/>
                    <a:pt x="82" y="60"/>
                  </a:cubicBezTo>
                  <a:cubicBezTo>
                    <a:pt x="81" y="61"/>
                    <a:pt x="79" y="61"/>
                    <a:pt x="78" y="61"/>
                  </a:cubicBezTo>
                  <a:cubicBezTo>
                    <a:pt x="76" y="61"/>
                    <a:pt x="75" y="61"/>
                    <a:pt x="74" y="59"/>
                  </a:cubicBezTo>
                  <a:close/>
                  <a:moveTo>
                    <a:pt x="340" y="56"/>
                  </a:moveTo>
                  <a:cubicBezTo>
                    <a:pt x="338" y="54"/>
                    <a:pt x="338" y="50"/>
                    <a:pt x="340" y="48"/>
                  </a:cubicBezTo>
                  <a:cubicBezTo>
                    <a:pt x="342" y="45"/>
                    <a:pt x="345" y="45"/>
                    <a:pt x="348" y="47"/>
                  </a:cubicBezTo>
                  <a:cubicBezTo>
                    <a:pt x="350" y="49"/>
                    <a:pt x="351" y="53"/>
                    <a:pt x="349" y="55"/>
                  </a:cubicBezTo>
                  <a:cubicBezTo>
                    <a:pt x="348" y="57"/>
                    <a:pt x="346" y="57"/>
                    <a:pt x="344" y="57"/>
                  </a:cubicBezTo>
                  <a:cubicBezTo>
                    <a:pt x="343" y="57"/>
                    <a:pt x="342" y="57"/>
                    <a:pt x="340" y="56"/>
                  </a:cubicBezTo>
                  <a:close/>
                  <a:moveTo>
                    <a:pt x="99" y="40"/>
                  </a:moveTo>
                  <a:cubicBezTo>
                    <a:pt x="97" y="37"/>
                    <a:pt x="98" y="33"/>
                    <a:pt x="101" y="32"/>
                  </a:cubicBezTo>
                  <a:cubicBezTo>
                    <a:pt x="104" y="30"/>
                    <a:pt x="107" y="31"/>
                    <a:pt x="109" y="33"/>
                  </a:cubicBezTo>
                  <a:cubicBezTo>
                    <a:pt x="111" y="36"/>
                    <a:pt x="110" y="40"/>
                    <a:pt x="107" y="42"/>
                  </a:cubicBezTo>
                  <a:cubicBezTo>
                    <a:pt x="106" y="42"/>
                    <a:pt x="105" y="42"/>
                    <a:pt x="104" y="42"/>
                  </a:cubicBezTo>
                  <a:cubicBezTo>
                    <a:pt x="102" y="42"/>
                    <a:pt x="100" y="41"/>
                    <a:pt x="99" y="40"/>
                  </a:cubicBezTo>
                  <a:close/>
                  <a:moveTo>
                    <a:pt x="315" y="38"/>
                  </a:moveTo>
                  <a:cubicBezTo>
                    <a:pt x="312" y="37"/>
                    <a:pt x="311" y="33"/>
                    <a:pt x="313" y="30"/>
                  </a:cubicBezTo>
                  <a:cubicBezTo>
                    <a:pt x="314" y="28"/>
                    <a:pt x="318" y="27"/>
                    <a:pt x="321" y="28"/>
                  </a:cubicBezTo>
                  <a:cubicBezTo>
                    <a:pt x="323" y="30"/>
                    <a:pt x="324" y="33"/>
                    <a:pt x="323" y="36"/>
                  </a:cubicBezTo>
                  <a:cubicBezTo>
                    <a:pt x="322" y="38"/>
                    <a:pt x="320" y="39"/>
                    <a:pt x="318" y="39"/>
                  </a:cubicBezTo>
                  <a:cubicBezTo>
                    <a:pt x="317" y="39"/>
                    <a:pt x="316" y="39"/>
                    <a:pt x="315" y="38"/>
                  </a:cubicBezTo>
                  <a:close/>
                  <a:moveTo>
                    <a:pt x="127" y="24"/>
                  </a:moveTo>
                  <a:cubicBezTo>
                    <a:pt x="126" y="21"/>
                    <a:pt x="127" y="18"/>
                    <a:pt x="130" y="16"/>
                  </a:cubicBezTo>
                  <a:cubicBezTo>
                    <a:pt x="133" y="15"/>
                    <a:pt x="136" y="17"/>
                    <a:pt x="138" y="20"/>
                  </a:cubicBezTo>
                  <a:cubicBezTo>
                    <a:pt x="139" y="23"/>
                    <a:pt x="138" y="26"/>
                    <a:pt x="135" y="27"/>
                  </a:cubicBezTo>
                  <a:cubicBezTo>
                    <a:pt x="134" y="28"/>
                    <a:pt x="133" y="28"/>
                    <a:pt x="132" y="28"/>
                  </a:cubicBezTo>
                  <a:cubicBezTo>
                    <a:pt x="130" y="28"/>
                    <a:pt x="128" y="26"/>
                    <a:pt x="127" y="24"/>
                  </a:cubicBezTo>
                  <a:close/>
                  <a:moveTo>
                    <a:pt x="287" y="25"/>
                  </a:moveTo>
                  <a:cubicBezTo>
                    <a:pt x="284" y="24"/>
                    <a:pt x="282" y="20"/>
                    <a:pt x="283" y="17"/>
                  </a:cubicBezTo>
                  <a:cubicBezTo>
                    <a:pt x="285" y="14"/>
                    <a:pt x="288" y="13"/>
                    <a:pt x="291" y="14"/>
                  </a:cubicBezTo>
                  <a:cubicBezTo>
                    <a:pt x="294" y="15"/>
                    <a:pt x="295" y="19"/>
                    <a:pt x="294" y="22"/>
                  </a:cubicBezTo>
                  <a:cubicBezTo>
                    <a:pt x="293" y="24"/>
                    <a:pt x="291" y="25"/>
                    <a:pt x="289" y="25"/>
                  </a:cubicBezTo>
                  <a:cubicBezTo>
                    <a:pt x="288" y="25"/>
                    <a:pt x="287" y="25"/>
                    <a:pt x="287" y="25"/>
                  </a:cubicBezTo>
                  <a:close/>
                  <a:moveTo>
                    <a:pt x="157" y="13"/>
                  </a:moveTo>
                  <a:cubicBezTo>
                    <a:pt x="156" y="10"/>
                    <a:pt x="158" y="7"/>
                    <a:pt x="161" y="6"/>
                  </a:cubicBezTo>
                  <a:cubicBezTo>
                    <a:pt x="164" y="5"/>
                    <a:pt x="168" y="7"/>
                    <a:pt x="168" y="10"/>
                  </a:cubicBezTo>
                  <a:cubicBezTo>
                    <a:pt x="169" y="13"/>
                    <a:pt x="167" y="17"/>
                    <a:pt x="164" y="17"/>
                  </a:cubicBezTo>
                  <a:cubicBezTo>
                    <a:pt x="164" y="17"/>
                    <a:pt x="163" y="17"/>
                    <a:pt x="163" y="17"/>
                  </a:cubicBezTo>
                  <a:cubicBezTo>
                    <a:pt x="160" y="17"/>
                    <a:pt x="158" y="16"/>
                    <a:pt x="157" y="13"/>
                  </a:cubicBezTo>
                  <a:close/>
                  <a:moveTo>
                    <a:pt x="257" y="16"/>
                  </a:moveTo>
                  <a:cubicBezTo>
                    <a:pt x="254" y="15"/>
                    <a:pt x="252" y="12"/>
                    <a:pt x="252" y="9"/>
                  </a:cubicBezTo>
                  <a:cubicBezTo>
                    <a:pt x="253" y="6"/>
                    <a:pt x="256" y="4"/>
                    <a:pt x="259" y="5"/>
                  </a:cubicBezTo>
                  <a:cubicBezTo>
                    <a:pt x="263" y="5"/>
                    <a:pt x="265" y="8"/>
                    <a:pt x="264" y="11"/>
                  </a:cubicBezTo>
                  <a:cubicBezTo>
                    <a:pt x="263" y="14"/>
                    <a:pt x="261" y="16"/>
                    <a:pt x="258" y="16"/>
                  </a:cubicBezTo>
                  <a:cubicBezTo>
                    <a:pt x="258" y="16"/>
                    <a:pt x="257" y="16"/>
                    <a:pt x="257" y="16"/>
                  </a:cubicBezTo>
                  <a:close/>
                  <a:moveTo>
                    <a:pt x="189" y="7"/>
                  </a:moveTo>
                  <a:cubicBezTo>
                    <a:pt x="188" y="4"/>
                    <a:pt x="191" y="1"/>
                    <a:pt x="194" y="0"/>
                  </a:cubicBezTo>
                  <a:cubicBezTo>
                    <a:pt x="197" y="0"/>
                    <a:pt x="200" y="3"/>
                    <a:pt x="200" y="6"/>
                  </a:cubicBezTo>
                  <a:cubicBezTo>
                    <a:pt x="200" y="9"/>
                    <a:pt x="198" y="12"/>
                    <a:pt x="195" y="12"/>
                  </a:cubicBezTo>
                  <a:cubicBezTo>
                    <a:pt x="194" y="12"/>
                    <a:pt x="194" y="12"/>
                    <a:pt x="194" y="12"/>
                  </a:cubicBezTo>
                  <a:cubicBezTo>
                    <a:pt x="191" y="12"/>
                    <a:pt x="189" y="10"/>
                    <a:pt x="189" y="7"/>
                  </a:cubicBezTo>
                  <a:close/>
                  <a:moveTo>
                    <a:pt x="226" y="12"/>
                  </a:moveTo>
                  <a:cubicBezTo>
                    <a:pt x="223" y="11"/>
                    <a:pt x="220" y="9"/>
                    <a:pt x="221" y="5"/>
                  </a:cubicBezTo>
                  <a:cubicBezTo>
                    <a:pt x="221" y="2"/>
                    <a:pt x="224" y="0"/>
                    <a:pt x="227" y="0"/>
                  </a:cubicBezTo>
                  <a:cubicBezTo>
                    <a:pt x="230" y="0"/>
                    <a:pt x="232" y="3"/>
                    <a:pt x="232" y="6"/>
                  </a:cubicBezTo>
                  <a:cubicBezTo>
                    <a:pt x="232" y="9"/>
                    <a:pt x="229" y="12"/>
                    <a:pt x="226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28"/>
            <p:cNvSpPr/>
            <p:nvPr/>
          </p:nvSpPr>
          <p:spPr>
            <a:xfrm>
              <a:off x="5913438" y="4510088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371" h="371" extrusionOk="0">
                  <a:moveTo>
                    <a:pt x="186" y="371"/>
                  </a:moveTo>
                  <a:cubicBezTo>
                    <a:pt x="83" y="371"/>
                    <a:pt x="0" y="288"/>
                    <a:pt x="0" y="186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6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"/>
                  </a:moveTo>
                  <a:cubicBezTo>
                    <a:pt x="88" y="8"/>
                    <a:pt x="8" y="88"/>
                    <a:pt x="8" y="186"/>
                  </a:cubicBezTo>
                  <a:cubicBezTo>
                    <a:pt x="8" y="283"/>
                    <a:pt x="88" y="363"/>
                    <a:pt x="186" y="363"/>
                  </a:cubicBezTo>
                  <a:cubicBezTo>
                    <a:pt x="283" y="363"/>
                    <a:pt x="363" y="283"/>
                    <a:pt x="363" y="186"/>
                  </a:cubicBezTo>
                  <a:cubicBezTo>
                    <a:pt x="363" y="88"/>
                    <a:pt x="283" y="8"/>
                    <a:pt x="186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28"/>
            <p:cNvSpPr/>
            <p:nvPr/>
          </p:nvSpPr>
          <p:spPr>
            <a:xfrm>
              <a:off x="5978525" y="4573588"/>
              <a:ext cx="496888" cy="498475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8" y="295"/>
                  </a:moveTo>
                  <a:cubicBezTo>
                    <a:pt x="66" y="295"/>
                    <a:pt x="0" y="229"/>
                    <a:pt x="0" y="148"/>
                  </a:cubicBezTo>
                  <a:cubicBezTo>
                    <a:pt x="0" y="66"/>
                    <a:pt x="66" y="0"/>
                    <a:pt x="148" y="0"/>
                  </a:cubicBezTo>
                  <a:cubicBezTo>
                    <a:pt x="229" y="0"/>
                    <a:pt x="295" y="66"/>
                    <a:pt x="295" y="148"/>
                  </a:cubicBezTo>
                  <a:cubicBezTo>
                    <a:pt x="295" y="229"/>
                    <a:pt x="229" y="295"/>
                    <a:pt x="148" y="295"/>
                  </a:cubicBezTo>
                  <a:close/>
                  <a:moveTo>
                    <a:pt x="148" y="31"/>
                  </a:moveTo>
                  <a:cubicBezTo>
                    <a:pt x="83" y="31"/>
                    <a:pt x="31" y="83"/>
                    <a:pt x="31" y="148"/>
                  </a:cubicBezTo>
                  <a:cubicBezTo>
                    <a:pt x="31" y="212"/>
                    <a:pt x="83" y="264"/>
                    <a:pt x="148" y="264"/>
                  </a:cubicBezTo>
                  <a:cubicBezTo>
                    <a:pt x="212" y="264"/>
                    <a:pt x="264" y="212"/>
                    <a:pt x="264" y="148"/>
                  </a:cubicBezTo>
                  <a:cubicBezTo>
                    <a:pt x="264" y="83"/>
                    <a:pt x="212" y="31"/>
                    <a:pt x="148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1126;p28">
            <a:extLst>
              <a:ext uri="{FF2B5EF4-FFF2-40B4-BE49-F238E27FC236}">
                <a16:creationId xmlns:a16="http://schemas.microsoft.com/office/drawing/2014/main" id="{2B81B1A8-4DBD-A782-384B-E03C7412A8F0}"/>
              </a:ext>
            </a:extLst>
          </p:cNvPr>
          <p:cNvSpPr txBox="1">
            <a:spLocks/>
          </p:cNvSpPr>
          <p:nvPr/>
        </p:nvSpPr>
        <p:spPr>
          <a:xfrm>
            <a:off x="713341" y="3364990"/>
            <a:ext cx="2389859" cy="597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None/>
              <a:defRPr sz="16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marL="0" indent="0"/>
            <a:r>
              <a:rPr lang="fi-FI" dirty="0">
                <a:latin typeface="+mj-lt"/>
              </a:rPr>
              <a:t>Nama :   Remmy Ardian</a:t>
            </a:r>
          </a:p>
          <a:p>
            <a:pPr marL="0" indent="0"/>
            <a:r>
              <a:rPr lang="fi-FI" dirty="0">
                <a:latin typeface="+mj-lt"/>
              </a:rPr>
              <a:t>NIM    :   202204011</a:t>
            </a:r>
          </a:p>
        </p:txBody>
      </p:sp>
      <p:cxnSp>
        <p:nvCxnSpPr>
          <p:cNvPr id="4" name="Konektor Lurus 3">
            <a:extLst>
              <a:ext uri="{FF2B5EF4-FFF2-40B4-BE49-F238E27FC236}">
                <a16:creationId xmlns:a16="http://schemas.microsoft.com/office/drawing/2014/main" id="{ADB3F4CD-F360-1283-1B80-C584D698D90B}"/>
              </a:ext>
            </a:extLst>
          </p:cNvPr>
          <p:cNvCxnSpPr>
            <a:cxnSpLocks/>
          </p:cNvCxnSpPr>
          <p:nvPr/>
        </p:nvCxnSpPr>
        <p:spPr>
          <a:xfrm>
            <a:off x="482400" y="2571750"/>
            <a:ext cx="4206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Bahasan</a:t>
            </a:r>
            <a:endParaRPr dirty="0"/>
          </a:p>
        </p:txBody>
      </p:sp>
      <p:sp>
        <p:nvSpPr>
          <p:cNvPr id="1162" name="Google Shape;1162;p30"/>
          <p:cNvSpPr txBox="1">
            <a:spLocks noGrp="1"/>
          </p:cNvSpPr>
          <p:nvPr>
            <p:ph type="title" idx="3"/>
          </p:nvPr>
        </p:nvSpPr>
        <p:spPr>
          <a:xfrm>
            <a:off x="720000" y="120240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</a:p>
        </p:txBody>
      </p:sp>
      <p:sp>
        <p:nvSpPr>
          <p:cNvPr id="1164" name="Google Shape;1164;p30"/>
          <p:cNvSpPr txBox="1">
            <a:spLocks noGrp="1"/>
          </p:cNvSpPr>
          <p:nvPr>
            <p:ph type="title" idx="5"/>
          </p:nvPr>
        </p:nvSpPr>
        <p:spPr>
          <a:xfrm>
            <a:off x="3306000" y="120240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168" name="Google Shape;1168;p30"/>
          <p:cNvSpPr txBox="1">
            <a:spLocks noGrp="1"/>
          </p:cNvSpPr>
          <p:nvPr>
            <p:ph type="subTitle" idx="1"/>
          </p:nvPr>
        </p:nvSpPr>
        <p:spPr>
          <a:xfrm>
            <a:off x="720000" y="175675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ISO 27001</a:t>
            </a:r>
            <a:endParaRPr dirty="0"/>
          </a:p>
        </p:txBody>
      </p:sp>
      <p:sp>
        <p:nvSpPr>
          <p:cNvPr id="1169" name="Google Shape;1169;p30"/>
          <p:cNvSpPr txBox="1">
            <a:spLocks noGrp="1"/>
          </p:cNvSpPr>
          <p:nvPr>
            <p:ph type="subTitle" idx="9"/>
          </p:nvPr>
        </p:nvSpPr>
        <p:spPr>
          <a:xfrm>
            <a:off x="3306000" y="1756750"/>
            <a:ext cx="25320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ISO 27002</a:t>
            </a:r>
            <a:endParaRPr dirty="0"/>
          </a:p>
        </p:txBody>
      </p:sp>
      <p:pic>
        <p:nvPicPr>
          <p:cNvPr id="1174" name="Google Shape;1174;p30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27143" r="27143"/>
          <a:stretch/>
        </p:blipFill>
        <p:spPr>
          <a:xfrm>
            <a:off x="5643775" y="539550"/>
            <a:ext cx="2787000" cy="4064400"/>
          </a:xfrm>
          <a:prstGeom prst="snip2DiagRect">
            <a:avLst>
              <a:gd name="adj1" fmla="val 0"/>
              <a:gd name="adj2" fmla="val 16667"/>
            </a:avLst>
          </a:prstGeom>
        </p:spPr>
      </p:pic>
      <p:grpSp>
        <p:nvGrpSpPr>
          <p:cNvPr id="1175" name="Google Shape;1175;p30"/>
          <p:cNvGrpSpPr/>
          <p:nvPr/>
        </p:nvGrpSpPr>
        <p:grpSpPr>
          <a:xfrm>
            <a:off x="7980606" y="4154888"/>
            <a:ext cx="900146" cy="898301"/>
            <a:chOff x="1120775" y="368300"/>
            <a:chExt cx="744538" cy="742950"/>
          </a:xfrm>
        </p:grpSpPr>
        <p:sp>
          <p:nvSpPr>
            <p:cNvPr id="1176" name="Google Shape;1176;p30"/>
            <p:cNvSpPr/>
            <p:nvPr/>
          </p:nvSpPr>
          <p:spPr>
            <a:xfrm>
              <a:off x="1120775" y="739775"/>
              <a:ext cx="60325" cy="157163"/>
            </a:xfrm>
            <a:custGeom>
              <a:avLst/>
              <a:gdLst/>
              <a:ahLst/>
              <a:cxnLst/>
              <a:rect l="l" t="t" r="r" b="b"/>
              <a:pathLst>
                <a:path w="36" h="94" extrusionOk="0">
                  <a:moveTo>
                    <a:pt x="21" y="94"/>
                  </a:moveTo>
                  <a:cubicBezTo>
                    <a:pt x="7" y="64"/>
                    <a:pt x="0" y="33"/>
                    <a:pt x="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30"/>
                    <a:pt x="23" y="59"/>
                    <a:pt x="36" y="87"/>
                  </a:cubicBezTo>
                  <a:lnTo>
                    <a:pt x="21" y="9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30"/>
            <p:cNvSpPr/>
            <p:nvPr/>
          </p:nvSpPr>
          <p:spPr>
            <a:xfrm>
              <a:off x="1184275" y="930275"/>
              <a:ext cx="127000" cy="125413"/>
            </a:xfrm>
            <a:custGeom>
              <a:avLst/>
              <a:gdLst/>
              <a:ahLst/>
              <a:cxnLst/>
              <a:rect l="l" t="t" r="r" b="b"/>
              <a:pathLst>
                <a:path w="76" h="75" extrusionOk="0">
                  <a:moveTo>
                    <a:pt x="67" y="75"/>
                  </a:moveTo>
                  <a:cubicBezTo>
                    <a:pt x="41" y="58"/>
                    <a:pt x="17" y="35"/>
                    <a:pt x="0" y="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0" y="24"/>
                    <a:pt x="51" y="45"/>
                    <a:pt x="76" y="61"/>
                  </a:cubicBezTo>
                  <a:lnTo>
                    <a:pt x="67" y="7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30"/>
            <p:cNvSpPr/>
            <p:nvPr/>
          </p:nvSpPr>
          <p:spPr>
            <a:xfrm>
              <a:off x="1341438" y="1054100"/>
              <a:ext cx="69850" cy="46037"/>
            </a:xfrm>
            <a:custGeom>
              <a:avLst/>
              <a:gdLst/>
              <a:ahLst/>
              <a:cxnLst/>
              <a:rect l="l" t="t" r="r" b="b"/>
              <a:pathLst>
                <a:path w="41" h="27" extrusionOk="0">
                  <a:moveTo>
                    <a:pt x="37" y="27"/>
                  </a:moveTo>
                  <a:cubicBezTo>
                    <a:pt x="25" y="24"/>
                    <a:pt x="12" y="20"/>
                    <a:pt x="0" y="15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8" y="5"/>
                    <a:pt x="30" y="9"/>
                    <a:pt x="41" y="11"/>
                  </a:cubicBezTo>
                  <a:lnTo>
                    <a:pt x="37" y="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30"/>
            <p:cNvSpPr/>
            <p:nvPr/>
          </p:nvSpPr>
          <p:spPr>
            <a:xfrm>
              <a:off x="1447800" y="1057275"/>
              <a:ext cx="187325" cy="53975"/>
            </a:xfrm>
            <a:custGeom>
              <a:avLst/>
              <a:gdLst/>
              <a:ahLst/>
              <a:cxnLst/>
              <a:rect l="l" t="t" r="r" b="b"/>
              <a:pathLst>
                <a:path w="111" h="32" extrusionOk="0">
                  <a:moveTo>
                    <a:pt x="27" y="32"/>
                  </a:moveTo>
                  <a:cubicBezTo>
                    <a:pt x="18" y="32"/>
                    <a:pt x="9" y="31"/>
                    <a:pt x="0" y="30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0" y="15"/>
                    <a:pt x="18" y="15"/>
                    <a:pt x="27" y="15"/>
                  </a:cubicBezTo>
                  <a:cubicBezTo>
                    <a:pt x="54" y="15"/>
                    <a:pt x="80" y="10"/>
                    <a:pt x="104" y="0"/>
                  </a:cubicBezTo>
                  <a:cubicBezTo>
                    <a:pt x="111" y="15"/>
                    <a:pt x="111" y="15"/>
                    <a:pt x="111" y="15"/>
                  </a:cubicBezTo>
                  <a:cubicBezTo>
                    <a:pt x="84" y="26"/>
                    <a:pt x="56" y="32"/>
                    <a:pt x="27" y="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30"/>
            <p:cNvSpPr/>
            <p:nvPr/>
          </p:nvSpPr>
          <p:spPr>
            <a:xfrm>
              <a:off x="1681163" y="923925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75" h="75" extrusionOk="0">
                  <a:moveTo>
                    <a:pt x="9" y="75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24" y="46"/>
                    <a:pt x="45" y="24"/>
                    <a:pt x="61" y="0"/>
                  </a:cubicBezTo>
                  <a:cubicBezTo>
                    <a:pt x="75" y="9"/>
                    <a:pt x="75" y="9"/>
                    <a:pt x="75" y="9"/>
                  </a:cubicBezTo>
                  <a:cubicBezTo>
                    <a:pt x="58" y="35"/>
                    <a:pt x="35" y="58"/>
                    <a:pt x="9" y="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30"/>
            <p:cNvSpPr/>
            <p:nvPr/>
          </p:nvSpPr>
          <p:spPr>
            <a:xfrm>
              <a:off x="1830388" y="668338"/>
              <a:ext cx="34925" cy="142875"/>
            </a:xfrm>
            <a:custGeom>
              <a:avLst/>
              <a:gdLst/>
              <a:ahLst/>
              <a:cxnLst/>
              <a:rect l="l" t="t" r="r" b="b"/>
              <a:pathLst>
                <a:path w="20" h="85" extrusionOk="0">
                  <a:moveTo>
                    <a:pt x="16" y="8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" y="69"/>
                    <a:pt x="4" y="56"/>
                    <a:pt x="4" y="42"/>
                  </a:cubicBezTo>
                  <a:cubicBezTo>
                    <a:pt x="4" y="29"/>
                    <a:pt x="2" y="16"/>
                    <a:pt x="0" y="3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9" y="14"/>
                    <a:pt x="20" y="28"/>
                    <a:pt x="20" y="42"/>
                  </a:cubicBezTo>
                  <a:cubicBezTo>
                    <a:pt x="20" y="57"/>
                    <a:pt x="19" y="71"/>
                    <a:pt x="16" y="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30"/>
            <p:cNvSpPr/>
            <p:nvPr/>
          </p:nvSpPr>
          <p:spPr>
            <a:xfrm>
              <a:off x="1695450" y="438150"/>
              <a:ext cx="144463" cy="174625"/>
            </a:xfrm>
            <a:custGeom>
              <a:avLst/>
              <a:gdLst/>
              <a:ahLst/>
              <a:cxnLst/>
              <a:rect l="l" t="t" r="r" b="b"/>
              <a:pathLst>
                <a:path w="85" h="103" extrusionOk="0">
                  <a:moveTo>
                    <a:pt x="70" y="103"/>
                  </a:moveTo>
                  <a:cubicBezTo>
                    <a:pt x="55" y="67"/>
                    <a:pt x="31" y="36"/>
                    <a:pt x="0" y="13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44" y="25"/>
                    <a:pt x="70" y="58"/>
                    <a:pt x="85" y="97"/>
                  </a:cubicBezTo>
                  <a:lnTo>
                    <a:pt x="70" y="1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30"/>
            <p:cNvSpPr/>
            <p:nvPr/>
          </p:nvSpPr>
          <p:spPr>
            <a:xfrm>
              <a:off x="1449388" y="368300"/>
              <a:ext cx="228600" cy="71438"/>
            </a:xfrm>
            <a:custGeom>
              <a:avLst/>
              <a:gdLst/>
              <a:ahLst/>
              <a:cxnLst/>
              <a:rect l="l" t="t" r="r" b="b"/>
              <a:pathLst>
                <a:path w="135" h="43" extrusionOk="0">
                  <a:moveTo>
                    <a:pt x="127" y="43"/>
                  </a:moveTo>
                  <a:cubicBezTo>
                    <a:pt x="96" y="26"/>
                    <a:pt x="61" y="16"/>
                    <a:pt x="26" y="16"/>
                  </a:cubicBezTo>
                  <a:cubicBezTo>
                    <a:pt x="18" y="16"/>
                    <a:pt x="10" y="17"/>
                    <a:pt x="2" y="18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9" y="0"/>
                    <a:pt x="17" y="0"/>
                    <a:pt x="26" y="0"/>
                  </a:cubicBezTo>
                  <a:cubicBezTo>
                    <a:pt x="64" y="0"/>
                    <a:pt x="102" y="10"/>
                    <a:pt x="135" y="29"/>
                  </a:cubicBezTo>
                  <a:lnTo>
                    <a:pt x="127" y="4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30"/>
            <p:cNvSpPr/>
            <p:nvPr/>
          </p:nvSpPr>
          <p:spPr>
            <a:xfrm>
              <a:off x="1296988" y="377825"/>
              <a:ext cx="114300" cy="69850"/>
            </a:xfrm>
            <a:custGeom>
              <a:avLst/>
              <a:gdLst/>
              <a:ahLst/>
              <a:cxnLst/>
              <a:rect l="l" t="t" r="r" b="b"/>
              <a:pathLst>
                <a:path w="68" h="41" extrusionOk="0">
                  <a:moveTo>
                    <a:pt x="9" y="41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20" y="15"/>
                    <a:pt x="42" y="6"/>
                    <a:pt x="64" y="0"/>
                  </a:cubicBezTo>
                  <a:cubicBezTo>
                    <a:pt x="68" y="16"/>
                    <a:pt x="68" y="16"/>
                    <a:pt x="68" y="16"/>
                  </a:cubicBezTo>
                  <a:cubicBezTo>
                    <a:pt x="47" y="21"/>
                    <a:pt x="28" y="30"/>
                    <a:pt x="9" y="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30"/>
            <p:cNvSpPr/>
            <p:nvPr/>
          </p:nvSpPr>
          <p:spPr>
            <a:xfrm>
              <a:off x="1127125" y="468313"/>
              <a:ext cx="130175" cy="206375"/>
            </a:xfrm>
            <a:custGeom>
              <a:avLst/>
              <a:gdLst/>
              <a:ahLst/>
              <a:cxnLst/>
              <a:rect l="l" t="t" r="r" b="b"/>
              <a:pathLst>
                <a:path w="77" h="122" extrusionOk="0">
                  <a:moveTo>
                    <a:pt x="16" y="122"/>
                  </a:moveTo>
                  <a:cubicBezTo>
                    <a:pt x="0" y="119"/>
                    <a:pt x="0" y="119"/>
                    <a:pt x="0" y="119"/>
                  </a:cubicBezTo>
                  <a:cubicBezTo>
                    <a:pt x="9" y="73"/>
                    <a:pt x="31" y="32"/>
                    <a:pt x="65" y="0"/>
                  </a:cubicBezTo>
                  <a:cubicBezTo>
                    <a:pt x="77" y="12"/>
                    <a:pt x="77" y="12"/>
                    <a:pt x="77" y="12"/>
                  </a:cubicBezTo>
                  <a:cubicBezTo>
                    <a:pt x="45" y="42"/>
                    <a:pt x="24" y="80"/>
                    <a:pt x="16" y="12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30"/>
            <p:cNvSpPr/>
            <p:nvPr/>
          </p:nvSpPr>
          <p:spPr>
            <a:xfrm>
              <a:off x="1192213" y="847725"/>
              <a:ext cx="80963" cy="109538"/>
            </a:xfrm>
            <a:custGeom>
              <a:avLst/>
              <a:gdLst/>
              <a:ahLst/>
              <a:cxnLst/>
              <a:rect l="l" t="t" r="r" b="b"/>
              <a:pathLst>
                <a:path w="48" h="65" extrusionOk="0">
                  <a:moveTo>
                    <a:pt x="38" y="65"/>
                  </a:moveTo>
                  <a:cubicBezTo>
                    <a:pt x="21" y="47"/>
                    <a:pt x="9" y="27"/>
                    <a:pt x="0" y="5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21"/>
                    <a:pt x="33" y="39"/>
                    <a:pt x="48" y="56"/>
                  </a:cubicBezTo>
                  <a:lnTo>
                    <a:pt x="38" y="6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30"/>
            <p:cNvSpPr/>
            <p:nvPr/>
          </p:nvSpPr>
          <p:spPr>
            <a:xfrm>
              <a:off x="1284288" y="966788"/>
              <a:ext cx="209550" cy="93663"/>
            </a:xfrm>
            <a:custGeom>
              <a:avLst/>
              <a:gdLst/>
              <a:ahLst/>
              <a:cxnLst/>
              <a:rect l="l" t="t" r="r" b="b"/>
              <a:pathLst>
                <a:path w="124" h="56" extrusionOk="0">
                  <a:moveTo>
                    <a:pt x="124" y="56"/>
                  </a:moveTo>
                  <a:cubicBezTo>
                    <a:pt x="78" y="56"/>
                    <a:pt x="34" y="40"/>
                    <a:pt x="0" y="1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1" y="28"/>
                    <a:pt x="82" y="43"/>
                    <a:pt x="124" y="43"/>
                  </a:cubicBezTo>
                  <a:lnTo>
                    <a:pt x="124" y="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30"/>
            <p:cNvSpPr/>
            <p:nvPr/>
          </p:nvSpPr>
          <p:spPr>
            <a:xfrm>
              <a:off x="1555750" y="963613"/>
              <a:ext cx="150813" cy="90488"/>
            </a:xfrm>
            <a:custGeom>
              <a:avLst/>
              <a:gdLst/>
              <a:ahLst/>
              <a:cxnLst/>
              <a:rect l="l" t="t" r="r" b="b"/>
              <a:pathLst>
                <a:path w="89" h="54" extrusionOk="0">
                  <a:moveTo>
                    <a:pt x="3" y="54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30" y="34"/>
                    <a:pt x="57" y="20"/>
                    <a:pt x="80" y="0"/>
                  </a:cubicBezTo>
                  <a:cubicBezTo>
                    <a:pt x="89" y="10"/>
                    <a:pt x="89" y="10"/>
                    <a:pt x="89" y="10"/>
                  </a:cubicBezTo>
                  <a:cubicBezTo>
                    <a:pt x="65" y="32"/>
                    <a:pt x="35" y="47"/>
                    <a:pt x="3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30"/>
            <p:cNvSpPr/>
            <p:nvPr/>
          </p:nvSpPr>
          <p:spPr>
            <a:xfrm>
              <a:off x="1714500" y="839788"/>
              <a:ext cx="82550" cy="117475"/>
            </a:xfrm>
            <a:custGeom>
              <a:avLst/>
              <a:gdLst/>
              <a:ahLst/>
              <a:cxnLst/>
              <a:rect l="l" t="t" r="r" b="b"/>
              <a:pathLst>
                <a:path w="49" h="69" extrusionOk="0">
                  <a:moveTo>
                    <a:pt x="10" y="69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16" y="42"/>
                    <a:pt x="28" y="22"/>
                    <a:pt x="36" y="0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40" y="29"/>
                    <a:pt x="27" y="50"/>
                    <a:pt x="10" y="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30"/>
            <p:cNvSpPr/>
            <p:nvPr/>
          </p:nvSpPr>
          <p:spPr>
            <a:xfrm>
              <a:off x="1784350" y="663575"/>
              <a:ext cx="31750" cy="133350"/>
            </a:xfrm>
            <a:custGeom>
              <a:avLst/>
              <a:gdLst/>
              <a:ahLst/>
              <a:cxnLst/>
              <a:rect l="l" t="t" r="r" b="b"/>
              <a:pathLst>
                <a:path w="19" h="79" extrusionOk="0">
                  <a:moveTo>
                    <a:pt x="16" y="79"/>
                  </a:moveTo>
                  <a:cubicBezTo>
                    <a:pt x="2" y="77"/>
                    <a:pt x="2" y="77"/>
                    <a:pt x="2" y="77"/>
                  </a:cubicBezTo>
                  <a:cubicBezTo>
                    <a:pt x="4" y="66"/>
                    <a:pt x="5" y="56"/>
                    <a:pt x="5" y="45"/>
                  </a:cubicBezTo>
                  <a:cubicBezTo>
                    <a:pt x="5" y="31"/>
                    <a:pt x="4" y="17"/>
                    <a:pt x="0" y="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7" y="15"/>
                    <a:pt x="19" y="30"/>
                    <a:pt x="19" y="45"/>
                  </a:cubicBezTo>
                  <a:cubicBezTo>
                    <a:pt x="19" y="57"/>
                    <a:pt x="18" y="68"/>
                    <a:pt x="16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30"/>
            <p:cNvSpPr/>
            <p:nvPr/>
          </p:nvSpPr>
          <p:spPr>
            <a:xfrm>
              <a:off x="1714500" y="520700"/>
              <a:ext cx="80963" cy="112712"/>
            </a:xfrm>
            <a:custGeom>
              <a:avLst/>
              <a:gdLst/>
              <a:ahLst/>
              <a:cxnLst/>
              <a:rect l="l" t="t" r="r" b="b"/>
              <a:pathLst>
                <a:path w="48" h="66" extrusionOk="0">
                  <a:moveTo>
                    <a:pt x="35" y="66"/>
                  </a:moveTo>
                  <a:cubicBezTo>
                    <a:pt x="27" y="45"/>
                    <a:pt x="15" y="26"/>
                    <a:pt x="0" y="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26" y="18"/>
                    <a:pt x="39" y="39"/>
                    <a:pt x="48" y="61"/>
                  </a:cubicBezTo>
                  <a:lnTo>
                    <a:pt x="35" y="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30"/>
            <p:cNvSpPr/>
            <p:nvPr/>
          </p:nvSpPr>
          <p:spPr>
            <a:xfrm>
              <a:off x="1558925" y="425450"/>
              <a:ext cx="139700" cy="82550"/>
            </a:xfrm>
            <a:custGeom>
              <a:avLst/>
              <a:gdLst/>
              <a:ahLst/>
              <a:cxnLst/>
              <a:rect l="l" t="t" r="r" b="b"/>
              <a:pathLst>
                <a:path w="82" h="49" extrusionOk="0">
                  <a:moveTo>
                    <a:pt x="73" y="49"/>
                  </a:moveTo>
                  <a:cubicBezTo>
                    <a:pt x="52" y="32"/>
                    <a:pt x="27" y="19"/>
                    <a:pt x="0" y="13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2" y="6"/>
                    <a:pt x="59" y="20"/>
                    <a:pt x="82" y="38"/>
                  </a:cubicBezTo>
                  <a:lnTo>
                    <a:pt x="73" y="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30"/>
            <p:cNvSpPr/>
            <p:nvPr/>
          </p:nvSpPr>
          <p:spPr>
            <a:xfrm>
              <a:off x="1327150" y="417513"/>
              <a:ext cx="198437" cy="66675"/>
            </a:xfrm>
            <a:custGeom>
              <a:avLst/>
              <a:gdLst/>
              <a:ahLst/>
              <a:cxnLst/>
              <a:rect l="l" t="t" r="r" b="b"/>
              <a:pathLst>
                <a:path w="118" h="40" extrusionOk="0">
                  <a:moveTo>
                    <a:pt x="7" y="40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30" y="10"/>
                    <a:pt x="64" y="0"/>
                    <a:pt x="99" y="0"/>
                  </a:cubicBezTo>
                  <a:cubicBezTo>
                    <a:pt x="105" y="0"/>
                    <a:pt x="111" y="0"/>
                    <a:pt x="118" y="1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1" y="14"/>
                    <a:pt x="105" y="14"/>
                    <a:pt x="99" y="14"/>
                  </a:cubicBezTo>
                  <a:cubicBezTo>
                    <a:pt x="66" y="14"/>
                    <a:pt x="35" y="23"/>
                    <a:pt x="7" y="4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30"/>
            <p:cNvSpPr/>
            <p:nvPr/>
          </p:nvSpPr>
          <p:spPr>
            <a:xfrm>
              <a:off x="1195388" y="487363"/>
              <a:ext cx="111125" cy="138113"/>
            </a:xfrm>
            <a:custGeom>
              <a:avLst/>
              <a:gdLst/>
              <a:ahLst/>
              <a:cxnLst/>
              <a:rect l="l" t="t" r="r" b="b"/>
              <a:pathLst>
                <a:path w="66" h="82" extrusionOk="0">
                  <a:moveTo>
                    <a:pt x="12" y="82"/>
                  </a:moveTo>
                  <a:cubicBezTo>
                    <a:pt x="0" y="77"/>
                    <a:pt x="0" y="77"/>
                    <a:pt x="0" y="77"/>
                  </a:cubicBezTo>
                  <a:cubicBezTo>
                    <a:pt x="12" y="47"/>
                    <a:pt x="32" y="20"/>
                    <a:pt x="58" y="0"/>
                  </a:cubicBezTo>
                  <a:cubicBezTo>
                    <a:pt x="66" y="11"/>
                    <a:pt x="66" y="11"/>
                    <a:pt x="66" y="11"/>
                  </a:cubicBezTo>
                  <a:cubicBezTo>
                    <a:pt x="43" y="29"/>
                    <a:pt x="24" y="54"/>
                    <a:pt x="12" y="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30"/>
            <p:cNvSpPr/>
            <p:nvPr/>
          </p:nvSpPr>
          <p:spPr>
            <a:xfrm>
              <a:off x="1171575" y="661988"/>
              <a:ext cx="31750" cy="152400"/>
            </a:xfrm>
            <a:custGeom>
              <a:avLst/>
              <a:gdLst/>
              <a:ahLst/>
              <a:cxnLst/>
              <a:rect l="l" t="t" r="r" b="b"/>
              <a:pathLst>
                <a:path w="19" h="91" extrusionOk="0">
                  <a:moveTo>
                    <a:pt x="5" y="91"/>
                  </a:moveTo>
                  <a:cubicBezTo>
                    <a:pt x="1" y="76"/>
                    <a:pt x="0" y="61"/>
                    <a:pt x="0" y="46"/>
                  </a:cubicBezTo>
                  <a:cubicBezTo>
                    <a:pt x="0" y="31"/>
                    <a:pt x="2" y="15"/>
                    <a:pt x="5" y="0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5" y="17"/>
                    <a:pt x="13" y="32"/>
                    <a:pt x="13" y="46"/>
                  </a:cubicBezTo>
                  <a:cubicBezTo>
                    <a:pt x="13" y="60"/>
                    <a:pt x="15" y="74"/>
                    <a:pt x="18" y="87"/>
                  </a:cubicBezTo>
                  <a:lnTo>
                    <a:pt x="5" y="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30"/>
            <p:cNvSpPr/>
            <p:nvPr/>
          </p:nvSpPr>
          <p:spPr>
            <a:xfrm>
              <a:off x="1493838" y="806450"/>
              <a:ext cx="265113" cy="207963"/>
            </a:xfrm>
            <a:custGeom>
              <a:avLst/>
              <a:gdLst/>
              <a:ahLst/>
              <a:cxnLst/>
              <a:rect l="l" t="t" r="r" b="b"/>
              <a:pathLst>
                <a:path w="157" h="123" extrusionOk="0">
                  <a:moveTo>
                    <a:pt x="0" y="123"/>
                  </a:moveTo>
                  <a:cubicBezTo>
                    <a:pt x="0" y="116"/>
                    <a:pt x="0" y="116"/>
                    <a:pt x="0" y="116"/>
                  </a:cubicBezTo>
                  <a:cubicBezTo>
                    <a:pt x="70" y="116"/>
                    <a:pt x="132" y="68"/>
                    <a:pt x="150" y="0"/>
                  </a:cubicBezTo>
                  <a:cubicBezTo>
                    <a:pt x="157" y="2"/>
                    <a:pt x="157" y="2"/>
                    <a:pt x="157" y="2"/>
                  </a:cubicBezTo>
                  <a:cubicBezTo>
                    <a:pt x="138" y="73"/>
                    <a:pt x="73" y="123"/>
                    <a:pt x="0" y="12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30"/>
            <p:cNvSpPr/>
            <p:nvPr/>
          </p:nvSpPr>
          <p:spPr>
            <a:xfrm>
              <a:off x="1752600" y="693738"/>
              <a:ext cx="14288" cy="46037"/>
            </a:xfrm>
            <a:custGeom>
              <a:avLst/>
              <a:gdLst/>
              <a:ahLst/>
              <a:cxnLst/>
              <a:rect l="l" t="t" r="r" b="b"/>
              <a:pathLst>
                <a:path w="9" h="27" extrusionOk="0">
                  <a:moveTo>
                    <a:pt x="9" y="27"/>
                  </a:moveTo>
                  <a:cubicBezTo>
                    <a:pt x="3" y="27"/>
                    <a:pt x="3" y="27"/>
                    <a:pt x="3" y="27"/>
                  </a:cubicBezTo>
                  <a:cubicBezTo>
                    <a:pt x="3" y="19"/>
                    <a:pt x="2" y="10"/>
                    <a:pt x="0" y="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9" y="9"/>
                    <a:pt x="9" y="18"/>
                    <a:pt x="9" y="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30"/>
            <p:cNvSpPr/>
            <p:nvPr/>
          </p:nvSpPr>
          <p:spPr>
            <a:xfrm>
              <a:off x="1658938" y="527050"/>
              <a:ext cx="46037" cy="44450"/>
            </a:xfrm>
            <a:custGeom>
              <a:avLst/>
              <a:gdLst/>
              <a:ahLst/>
              <a:cxnLst/>
              <a:rect l="l" t="t" r="r" b="b"/>
              <a:pathLst>
                <a:path w="27" h="27" extrusionOk="0">
                  <a:moveTo>
                    <a:pt x="21" y="27"/>
                  </a:moveTo>
                  <a:cubicBezTo>
                    <a:pt x="15" y="19"/>
                    <a:pt x="8" y="12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3" y="7"/>
                    <a:pt x="20" y="14"/>
                    <a:pt x="27" y="22"/>
                  </a:cubicBezTo>
                  <a:lnTo>
                    <a:pt x="21" y="2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30"/>
            <p:cNvSpPr/>
            <p:nvPr/>
          </p:nvSpPr>
          <p:spPr>
            <a:xfrm>
              <a:off x="1524000" y="466725"/>
              <a:ext cx="123825" cy="55563"/>
            </a:xfrm>
            <a:custGeom>
              <a:avLst/>
              <a:gdLst/>
              <a:ahLst/>
              <a:cxnLst/>
              <a:rect l="l" t="t" r="r" b="b"/>
              <a:pathLst>
                <a:path w="73" h="33" extrusionOk="0">
                  <a:moveTo>
                    <a:pt x="70" y="33"/>
                  </a:moveTo>
                  <a:cubicBezTo>
                    <a:pt x="49" y="18"/>
                    <a:pt x="25" y="9"/>
                    <a:pt x="0" y="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" y="3"/>
                    <a:pt x="52" y="12"/>
                    <a:pt x="73" y="27"/>
                  </a:cubicBezTo>
                  <a:lnTo>
                    <a:pt x="70" y="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30"/>
            <p:cNvSpPr/>
            <p:nvPr/>
          </p:nvSpPr>
          <p:spPr>
            <a:xfrm>
              <a:off x="1436688" y="465138"/>
              <a:ext cx="57150" cy="17463"/>
            </a:xfrm>
            <a:custGeom>
              <a:avLst/>
              <a:gdLst/>
              <a:ahLst/>
              <a:cxnLst/>
              <a:rect l="l" t="t" r="r" b="b"/>
              <a:pathLst>
                <a:path w="34" h="10" extrusionOk="0">
                  <a:moveTo>
                    <a:pt x="1" y="1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11" y="1"/>
                    <a:pt x="22" y="0"/>
                    <a:pt x="34" y="0"/>
                  </a:cubicBezTo>
                  <a:cubicBezTo>
                    <a:pt x="34" y="7"/>
                    <a:pt x="34" y="7"/>
                    <a:pt x="34" y="7"/>
                  </a:cubicBezTo>
                  <a:cubicBezTo>
                    <a:pt x="23" y="7"/>
                    <a:pt x="12" y="8"/>
                    <a:pt x="1" y="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30"/>
            <p:cNvSpPr/>
            <p:nvPr/>
          </p:nvSpPr>
          <p:spPr>
            <a:xfrm>
              <a:off x="1231900" y="487363"/>
              <a:ext cx="158750" cy="173037"/>
            </a:xfrm>
            <a:custGeom>
              <a:avLst/>
              <a:gdLst/>
              <a:ahLst/>
              <a:cxnLst/>
              <a:rect l="l" t="t" r="r" b="b"/>
              <a:pathLst>
                <a:path w="94" h="102" extrusionOk="0">
                  <a:moveTo>
                    <a:pt x="6" y="102"/>
                  </a:moveTo>
                  <a:cubicBezTo>
                    <a:pt x="0" y="100"/>
                    <a:pt x="0" y="100"/>
                    <a:pt x="0" y="100"/>
                  </a:cubicBezTo>
                  <a:cubicBezTo>
                    <a:pt x="14" y="55"/>
                    <a:pt x="47" y="18"/>
                    <a:pt x="91" y="0"/>
                  </a:cubicBezTo>
                  <a:cubicBezTo>
                    <a:pt x="94" y="6"/>
                    <a:pt x="94" y="6"/>
                    <a:pt x="94" y="6"/>
                  </a:cubicBezTo>
                  <a:cubicBezTo>
                    <a:pt x="52" y="24"/>
                    <a:pt x="20" y="59"/>
                    <a:pt x="6" y="1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30"/>
            <p:cNvSpPr/>
            <p:nvPr/>
          </p:nvSpPr>
          <p:spPr>
            <a:xfrm>
              <a:off x="1219200" y="685800"/>
              <a:ext cx="15875" cy="53975"/>
            </a:xfrm>
            <a:custGeom>
              <a:avLst/>
              <a:gdLst/>
              <a:ahLst/>
              <a:cxnLst/>
              <a:rect l="l" t="t" r="r" b="b"/>
              <a:pathLst>
                <a:path w="10" h="32" extrusionOk="0">
                  <a:moveTo>
                    <a:pt x="7" y="32"/>
                  </a:moveTo>
                  <a:cubicBezTo>
                    <a:pt x="0" y="32"/>
                    <a:pt x="0" y="32"/>
                    <a:pt x="0" y="32"/>
                  </a:cubicBezTo>
                  <a:cubicBezTo>
                    <a:pt x="0" y="21"/>
                    <a:pt x="1" y="10"/>
                    <a:pt x="4" y="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8" y="11"/>
                    <a:pt x="7" y="22"/>
                    <a:pt x="7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30"/>
            <p:cNvSpPr/>
            <p:nvPr/>
          </p:nvSpPr>
          <p:spPr>
            <a:xfrm>
              <a:off x="1231900" y="820738"/>
              <a:ext cx="111125" cy="144463"/>
            </a:xfrm>
            <a:custGeom>
              <a:avLst/>
              <a:gdLst/>
              <a:ahLst/>
              <a:cxnLst/>
              <a:rect l="l" t="t" r="r" b="b"/>
              <a:pathLst>
                <a:path w="66" h="86" extrusionOk="0">
                  <a:moveTo>
                    <a:pt x="62" y="86"/>
                  </a:moveTo>
                  <a:cubicBezTo>
                    <a:pt x="33" y="66"/>
                    <a:pt x="11" y="36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32"/>
                    <a:pt x="38" y="61"/>
                    <a:pt x="66" y="80"/>
                  </a:cubicBezTo>
                  <a:lnTo>
                    <a:pt x="62" y="8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30"/>
            <p:cNvSpPr/>
            <p:nvPr/>
          </p:nvSpPr>
          <p:spPr>
            <a:xfrm>
              <a:off x="1377950" y="976313"/>
              <a:ext cx="38100" cy="25400"/>
            </a:xfrm>
            <a:custGeom>
              <a:avLst/>
              <a:gdLst/>
              <a:ahLst/>
              <a:cxnLst/>
              <a:rect l="l" t="t" r="r" b="b"/>
              <a:pathLst>
                <a:path w="23" h="15" extrusionOk="0">
                  <a:moveTo>
                    <a:pt x="21" y="15"/>
                  </a:moveTo>
                  <a:cubicBezTo>
                    <a:pt x="14" y="12"/>
                    <a:pt x="7" y="10"/>
                    <a:pt x="0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9" y="3"/>
                    <a:pt x="16" y="6"/>
                    <a:pt x="23" y="8"/>
                  </a:cubicBezTo>
                  <a:lnTo>
                    <a:pt x="2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30"/>
            <p:cNvSpPr/>
            <p:nvPr/>
          </p:nvSpPr>
          <p:spPr>
            <a:xfrm>
              <a:off x="1325563" y="739775"/>
              <a:ext cx="26988" cy="69850"/>
            </a:xfrm>
            <a:custGeom>
              <a:avLst/>
              <a:gdLst/>
              <a:ahLst/>
              <a:cxnLst/>
              <a:rect l="l" t="t" r="r" b="b"/>
              <a:pathLst>
                <a:path w="16" h="42" extrusionOk="0">
                  <a:moveTo>
                    <a:pt x="9" y="42"/>
                  </a:moveTo>
                  <a:cubicBezTo>
                    <a:pt x="3" y="29"/>
                    <a:pt x="0" y="15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4"/>
                    <a:pt x="11" y="27"/>
                    <a:pt x="16" y="39"/>
                  </a:cubicBezTo>
                  <a:lnTo>
                    <a:pt x="9" y="4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30"/>
            <p:cNvSpPr/>
            <p:nvPr/>
          </p:nvSpPr>
          <p:spPr>
            <a:xfrm>
              <a:off x="1354138" y="82550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0" y="34"/>
                  </a:moveTo>
                  <a:cubicBezTo>
                    <a:pt x="18" y="26"/>
                    <a:pt x="8" y="16"/>
                    <a:pt x="0" y="4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3" y="11"/>
                    <a:pt x="23" y="21"/>
                    <a:pt x="34" y="28"/>
                  </a:cubicBezTo>
                  <a:lnTo>
                    <a:pt x="30" y="3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30"/>
            <p:cNvSpPr/>
            <p:nvPr/>
          </p:nvSpPr>
          <p:spPr>
            <a:xfrm>
              <a:off x="1423988" y="882650"/>
              <a:ext cx="33337" cy="20638"/>
            </a:xfrm>
            <a:custGeom>
              <a:avLst/>
              <a:gdLst/>
              <a:ahLst/>
              <a:cxnLst/>
              <a:rect l="l" t="t" r="r" b="b"/>
              <a:pathLst>
                <a:path w="19" h="12" extrusionOk="0">
                  <a:moveTo>
                    <a:pt x="17" y="12"/>
                  </a:moveTo>
                  <a:cubicBezTo>
                    <a:pt x="11" y="11"/>
                    <a:pt x="6" y="9"/>
                    <a:pt x="0" y="6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8" y="2"/>
                    <a:pt x="14" y="4"/>
                    <a:pt x="19" y="5"/>
                  </a:cubicBezTo>
                  <a:lnTo>
                    <a:pt x="17" y="1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30"/>
            <p:cNvSpPr/>
            <p:nvPr/>
          </p:nvSpPr>
          <p:spPr>
            <a:xfrm>
              <a:off x="1473200" y="884238"/>
              <a:ext cx="84138" cy="23812"/>
            </a:xfrm>
            <a:custGeom>
              <a:avLst/>
              <a:gdLst/>
              <a:ahLst/>
              <a:cxnLst/>
              <a:rect l="l" t="t" r="r" b="b"/>
              <a:pathLst>
                <a:path w="50" h="14" extrusionOk="0">
                  <a:moveTo>
                    <a:pt x="12" y="14"/>
                  </a:moveTo>
                  <a:cubicBezTo>
                    <a:pt x="8" y="14"/>
                    <a:pt x="4" y="14"/>
                    <a:pt x="0" y="13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4" y="6"/>
                    <a:pt x="8" y="6"/>
                    <a:pt x="12" y="6"/>
                  </a:cubicBezTo>
                  <a:cubicBezTo>
                    <a:pt x="24" y="6"/>
                    <a:pt x="36" y="4"/>
                    <a:pt x="47" y="0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38" y="11"/>
                    <a:pt x="25" y="14"/>
                    <a:pt x="1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30"/>
            <p:cNvSpPr/>
            <p:nvPr/>
          </p:nvSpPr>
          <p:spPr>
            <a:xfrm>
              <a:off x="1577975" y="823913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4" y="34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11" y="21"/>
                    <a:pt x="20" y="11"/>
                    <a:pt x="28" y="0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6" y="16"/>
                    <a:pt x="16" y="26"/>
                    <a:pt x="4" y="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30"/>
            <p:cNvSpPr/>
            <p:nvPr/>
          </p:nvSpPr>
          <p:spPr>
            <a:xfrm>
              <a:off x="1646238" y="706438"/>
              <a:ext cx="14288" cy="65088"/>
            </a:xfrm>
            <a:custGeom>
              <a:avLst/>
              <a:gdLst/>
              <a:ahLst/>
              <a:cxnLst/>
              <a:rect l="l" t="t" r="r" b="b"/>
              <a:pathLst>
                <a:path w="9" h="38" extrusionOk="0">
                  <a:moveTo>
                    <a:pt x="8" y="38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" y="31"/>
                    <a:pt x="2" y="25"/>
                    <a:pt x="2" y="19"/>
                  </a:cubicBezTo>
                  <a:cubicBezTo>
                    <a:pt x="2" y="13"/>
                    <a:pt x="1" y="7"/>
                    <a:pt x="0" y="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9" y="6"/>
                    <a:pt x="9" y="13"/>
                    <a:pt x="9" y="19"/>
                  </a:cubicBezTo>
                  <a:cubicBezTo>
                    <a:pt x="9" y="26"/>
                    <a:pt x="9" y="32"/>
                    <a:pt x="8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30"/>
            <p:cNvSpPr/>
            <p:nvPr/>
          </p:nvSpPr>
          <p:spPr>
            <a:xfrm>
              <a:off x="1584325" y="603250"/>
              <a:ext cx="66675" cy="77787"/>
            </a:xfrm>
            <a:custGeom>
              <a:avLst/>
              <a:gdLst/>
              <a:ahLst/>
              <a:cxnLst/>
              <a:rect l="l" t="t" r="r" b="b"/>
              <a:pathLst>
                <a:path w="39" h="46" extrusionOk="0">
                  <a:moveTo>
                    <a:pt x="32" y="46"/>
                  </a:moveTo>
                  <a:cubicBezTo>
                    <a:pt x="25" y="30"/>
                    <a:pt x="14" y="16"/>
                    <a:pt x="0" y="6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0" y="11"/>
                    <a:pt x="32" y="26"/>
                    <a:pt x="39" y="44"/>
                  </a:cubicBezTo>
                  <a:lnTo>
                    <a:pt x="32" y="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30"/>
            <p:cNvSpPr/>
            <p:nvPr/>
          </p:nvSpPr>
          <p:spPr>
            <a:xfrm>
              <a:off x="1473200" y="571500"/>
              <a:ext cx="103187" cy="31750"/>
            </a:xfrm>
            <a:custGeom>
              <a:avLst/>
              <a:gdLst/>
              <a:ahLst/>
              <a:cxnLst/>
              <a:rect l="l" t="t" r="r" b="b"/>
              <a:pathLst>
                <a:path w="61" h="19" extrusionOk="0">
                  <a:moveTo>
                    <a:pt x="58" y="19"/>
                  </a:moveTo>
                  <a:cubicBezTo>
                    <a:pt x="44" y="11"/>
                    <a:pt x="28" y="7"/>
                    <a:pt x="12" y="7"/>
                  </a:cubicBezTo>
                  <a:cubicBezTo>
                    <a:pt x="8" y="7"/>
                    <a:pt x="5" y="7"/>
                    <a:pt x="1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8" y="0"/>
                    <a:pt x="12" y="0"/>
                  </a:cubicBezTo>
                  <a:cubicBezTo>
                    <a:pt x="29" y="0"/>
                    <a:pt x="46" y="4"/>
                    <a:pt x="61" y="13"/>
                  </a:cubicBezTo>
                  <a:lnTo>
                    <a:pt x="58" y="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30"/>
            <p:cNvSpPr/>
            <p:nvPr/>
          </p:nvSpPr>
          <p:spPr>
            <a:xfrm>
              <a:off x="1404938" y="574675"/>
              <a:ext cx="52388" cy="33337"/>
            </a:xfrm>
            <a:custGeom>
              <a:avLst/>
              <a:gdLst/>
              <a:ahLst/>
              <a:cxnLst/>
              <a:rect l="l" t="t" r="r" b="b"/>
              <a:pathLst>
                <a:path w="31" h="19" extrusionOk="0">
                  <a:moveTo>
                    <a:pt x="4" y="19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9" y="7"/>
                    <a:pt x="19" y="3"/>
                    <a:pt x="29" y="0"/>
                  </a:cubicBezTo>
                  <a:cubicBezTo>
                    <a:pt x="31" y="8"/>
                    <a:pt x="31" y="8"/>
                    <a:pt x="31" y="8"/>
                  </a:cubicBezTo>
                  <a:cubicBezTo>
                    <a:pt x="21" y="10"/>
                    <a:pt x="12" y="14"/>
                    <a:pt x="4" y="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30"/>
            <p:cNvSpPr/>
            <p:nvPr/>
          </p:nvSpPr>
          <p:spPr>
            <a:xfrm>
              <a:off x="1328738" y="617538"/>
              <a:ext cx="57150" cy="92075"/>
            </a:xfrm>
            <a:custGeom>
              <a:avLst/>
              <a:gdLst/>
              <a:ahLst/>
              <a:cxnLst/>
              <a:rect l="l" t="t" r="r" b="b"/>
              <a:pathLst>
                <a:path w="34" h="55" extrusionOk="0">
                  <a:moveTo>
                    <a:pt x="7" y="55"/>
                  </a:moveTo>
                  <a:cubicBezTo>
                    <a:pt x="0" y="54"/>
                    <a:pt x="0" y="54"/>
                    <a:pt x="0" y="54"/>
                  </a:cubicBezTo>
                  <a:cubicBezTo>
                    <a:pt x="4" y="33"/>
                    <a:pt x="14" y="14"/>
                    <a:pt x="29" y="0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20" y="19"/>
                    <a:pt x="11" y="36"/>
                    <a:pt x="7" y="5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30"/>
            <p:cNvSpPr/>
            <p:nvPr/>
          </p:nvSpPr>
          <p:spPr>
            <a:xfrm>
              <a:off x="1357313" y="78740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7" y="30"/>
                  </a:moveTo>
                  <a:cubicBezTo>
                    <a:pt x="10" y="21"/>
                    <a:pt x="4" y="12"/>
                    <a:pt x="0" y="2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0" y="9"/>
                    <a:pt x="15" y="18"/>
                    <a:pt x="22" y="25"/>
                  </a:cubicBezTo>
                  <a:lnTo>
                    <a:pt x="17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30"/>
            <p:cNvSpPr/>
            <p:nvPr/>
          </p:nvSpPr>
          <p:spPr>
            <a:xfrm>
              <a:off x="1400175" y="841375"/>
              <a:ext cx="93663" cy="44450"/>
            </a:xfrm>
            <a:custGeom>
              <a:avLst/>
              <a:gdLst/>
              <a:ahLst/>
              <a:cxnLst/>
              <a:rect l="l" t="t" r="r" b="b"/>
              <a:pathLst>
                <a:path w="56" h="26" extrusionOk="0">
                  <a:moveTo>
                    <a:pt x="56" y="26"/>
                  </a:moveTo>
                  <a:cubicBezTo>
                    <a:pt x="35" y="26"/>
                    <a:pt x="15" y="18"/>
                    <a:pt x="0" y="5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8" y="13"/>
                    <a:pt x="37" y="19"/>
                    <a:pt x="56" y="19"/>
                  </a:cubicBezTo>
                  <a:lnTo>
                    <a:pt x="56" y="2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30"/>
            <p:cNvSpPr/>
            <p:nvPr/>
          </p:nvSpPr>
          <p:spPr>
            <a:xfrm>
              <a:off x="1522413" y="839788"/>
              <a:ext cx="68263" cy="42863"/>
            </a:xfrm>
            <a:custGeom>
              <a:avLst/>
              <a:gdLst/>
              <a:ahLst/>
              <a:cxnLst/>
              <a:rect l="l" t="t" r="r" b="b"/>
              <a:pathLst>
                <a:path w="40" h="25" extrusionOk="0">
                  <a:moveTo>
                    <a:pt x="1" y="25"/>
                  </a:moveTo>
                  <a:cubicBezTo>
                    <a:pt x="0" y="19"/>
                    <a:pt x="0" y="19"/>
                    <a:pt x="0" y="19"/>
                  </a:cubicBezTo>
                  <a:cubicBezTo>
                    <a:pt x="13" y="16"/>
                    <a:pt x="26" y="10"/>
                    <a:pt x="36" y="0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29" y="15"/>
                    <a:pt x="15" y="22"/>
                    <a:pt x="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30"/>
            <p:cNvSpPr/>
            <p:nvPr/>
          </p:nvSpPr>
          <p:spPr>
            <a:xfrm>
              <a:off x="1593850" y="784225"/>
              <a:ext cx="36513" cy="53975"/>
            </a:xfrm>
            <a:custGeom>
              <a:avLst/>
              <a:gdLst/>
              <a:ahLst/>
              <a:cxnLst/>
              <a:rect l="l" t="t" r="r" b="b"/>
              <a:pathLst>
                <a:path w="22" h="32" extrusionOk="0">
                  <a:moveTo>
                    <a:pt x="5" y="32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7" y="19"/>
                    <a:pt x="13" y="10"/>
                    <a:pt x="16" y="0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8" y="13"/>
                    <a:pt x="12" y="23"/>
                    <a:pt x="5" y="3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30"/>
            <p:cNvSpPr/>
            <p:nvPr/>
          </p:nvSpPr>
          <p:spPr>
            <a:xfrm>
              <a:off x="1625600" y="704850"/>
              <a:ext cx="12700" cy="61913"/>
            </a:xfrm>
            <a:custGeom>
              <a:avLst/>
              <a:gdLst/>
              <a:ahLst/>
              <a:cxnLst/>
              <a:rect l="l" t="t" r="r" b="b"/>
              <a:pathLst>
                <a:path w="8" h="36" extrusionOk="0">
                  <a:moveTo>
                    <a:pt x="7" y="36"/>
                  </a:moveTo>
                  <a:cubicBezTo>
                    <a:pt x="1" y="34"/>
                    <a:pt x="1" y="34"/>
                    <a:pt x="1" y="34"/>
                  </a:cubicBezTo>
                  <a:cubicBezTo>
                    <a:pt x="2" y="30"/>
                    <a:pt x="2" y="25"/>
                    <a:pt x="2" y="20"/>
                  </a:cubicBezTo>
                  <a:cubicBezTo>
                    <a:pt x="2" y="14"/>
                    <a:pt x="1" y="7"/>
                    <a:pt x="0" y="1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7" y="6"/>
                    <a:pt x="8" y="13"/>
                    <a:pt x="8" y="20"/>
                  </a:cubicBezTo>
                  <a:cubicBezTo>
                    <a:pt x="8" y="25"/>
                    <a:pt x="8" y="31"/>
                    <a:pt x="7" y="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30"/>
            <p:cNvSpPr/>
            <p:nvPr/>
          </p:nvSpPr>
          <p:spPr>
            <a:xfrm>
              <a:off x="1593850" y="641350"/>
              <a:ext cx="36513" cy="50800"/>
            </a:xfrm>
            <a:custGeom>
              <a:avLst/>
              <a:gdLst/>
              <a:ahLst/>
              <a:cxnLst/>
              <a:rect l="l" t="t" r="r" b="b"/>
              <a:pathLst>
                <a:path w="22" h="30" extrusionOk="0">
                  <a:moveTo>
                    <a:pt x="16" y="30"/>
                  </a:moveTo>
                  <a:cubicBezTo>
                    <a:pt x="12" y="20"/>
                    <a:pt x="7" y="12"/>
                    <a:pt x="0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12" y="8"/>
                    <a:pt x="18" y="17"/>
                    <a:pt x="22" y="28"/>
                  </a:cubicBezTo>
                  <a:lnTo>
                    <a:pt x="16" y="3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30"/>
            <p:cNvSpPr/>
            <p:nvPr/>
          </p:nvSpPr>
          <p:spPr>
            <a:xfrm>
              <a:off x="1524000" y="596900"/>
              <a:ext cx="61912" cy="38100"/>
            </a:xfrm>
            <a:custGeom>
              <a:avLst/>
              <a:gdLst/>
              <a:ahLst/>
              <a:cxnLst/>
              <a:rect l="l" t="t" r="r" b="b"/>
              <a:pathLst>
                <a:path w="37" h="22" extrusionOk="0">
                  <a:moveTo>
                    <a:pt x="33" y="22"/>
                  </a:moveTo>
                  <a:cubicBezTo>
                    <a:pt x="23" y="14"/>
                    <a:pt x="12" y="9"/>
                    <a:pt x="0" y="6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4" y="3"/>
                    <a:pt x="26" y="9"/>
                    <a:pt x="37" y="17"/>
                  </a:cubicBezTo>
                  <a:lnTo>
                    <a:pt x="33" y="2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30"/>
            <p:cNvSpPr/>
            <p:nvPr/>
          </p:nvSpPr>
          <p:spPr>
            <a:xfrm>
              <a:off x="1417638" y="593725"/>
              <a:ext cx="90488" cy="30163"/>
            </a:xfrm>
            <a:custGeom>
              <a:avLst/>
              <a:gdLst/>
              <a:ahLst/>
              <a:cxnLst/>
              <a:rect l="l" t="t" r="r" b="b"/>
              <a:pathLst>
                <a:path w="53" h="18" extrusionOk="0">
                  <a:moveTo>
                    <a:pt x="3" y="18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4" y="4"/>
                    <a:pt x="29" y="0"/>
                    <a:pt x="45" y="0"/>
                  </a:cubicBezTo>
                  <a:cubicBezTo>
                    <a:pt x="48" y="0"/>
                    <a:pt x="51" y="0"/>
                    <a:pt x="53" y="0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0" y="6"/>
                    <a:pt x="47" y="6"/>
                    <a:pt x="45" y="6"/>
                  </a:cubicBezTo>
                  <a:cubicBezTo>
                    <a:pt x="30" y="6"/>
                    <a:pt x="16" y="10"/>
                    <a:pt x="3" y="1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30"/>
            <p:cNvSpPr/>
            <p:nvPr/>
          </p:nvSpPr>
          <p:spPr>
            <a:xfrm>
              <a:off x="1358900" y="625475"/>
              <a:ext cx="50800" cy="63500"/>
            </a:xfrm>
            <a:custGeom>
              <a:avLst/>
              <a:gdLst/>
              <a:ahLst/>
              <a:cxnLst/>
              <a:rect l="l" t="t" r="r" b="b"/>
              <a:pathLst>
                <a:path w="30" h="37" extrusionOk="0">
                  <a:moveTo>
                    <a:pt x="6" y="37"/>
                  </a:moveTo>
                  <a:cubicBezTo>
                    <a:pt x="0" y="35"/>
                    <a:pt x="0" y="35"/>
                    <a:pt x="0" y="35"/>
                  </a:cubicBezTo>
                  <a:cubicBezTo>
                    <a:pt x="5" y="21"/>
                    <a:pt x="14" y="9"/>
                    <a:pt x="26" y="0"/>
                  </a:cubicBezTo>
                  <a:cubicBezTo>
                    <a:pt x="30" y="5"/>
                    <a:pt x="30" y="5"/>
                    <a:pt x="30" y="5"/>
                  </a:cubicBezTo>
                  <a:cubicBezTo>
                    <a:pt x="19" y="13"/>
                    <a:pt x="11" y="24"/>
                    <a:pt x="6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30"/>
            <p:cNvSpPr/>
            <p:nvPr/>
          </p:nvSpPr>
          <p:spPr>
            <a:xfrm>
              <a:off x="1347788" y="703263"/>
              <a:ext cx="14288" cy="69850"/>
            </a:xfrm>
            <a:custGeom>
              <a:avLst/>
              <a:gdLst/>
              <a:ahLst/>
              <a:cxnLst/>
              <a:rect l="l" t="t" r="r" b="b"/>
              <a:pathLst>
                <a:path w="9" h="41" extrusionOk="0">
                  <a:moveTo>
                    <a:pt x="3" y="41"/>
                  </a:moveTo>
                  <a:cubicBezTo>
                    <a:pt x="1" y="35"/>
                    <a:pt x="0" y="28"/>
                    <a:pt x="0" y="21"/>
                  </a:cubicBezTo>
                  <a:cubicBezTo>
                    <a:pt x="0" y="14"/>
                    <a:pt x="1" y="7"/>
                    <a:pt x="3" y="0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8"/>
                    <a:pt x="7" y="15"/>
                    <a:pt x="7" y="21"/>
                  </a:cubicBezTo>
                  <a:cubicBezTo>
                    <a:pt x="7" y="28"/>
                    <a:pt x="7" y="34"/>
                    <a:pt x="9" y="40"/>
                  </a:cubicBezTo>
                  <a:lnTo>
                    <a:pt x="3" y="4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30"/>
            <p:cNvSpPr/>
            <p:nvPr/>
          </p:nvSpPr>
          <p:spPr>
            <a:xfrm>
              <a:off x="1493838" y="769938"/>
              <a:ext cx="119063" cy="93663"/>
            </a:xfrm>
            <a:custGeom>
              <a:avLst/>
              <a:gdLst/>
              <a:ahLst/>
              <a:cxnLst/>
              <a:rect l="l" t="t" r="r" b="b"/>
              <a:pathLst>
                <a:path w="71" h="56" extrusionOk="0">
                  <a:moveTo>
                    <a:pt x="0" y="56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32" y="53"/>
                    <a:pt x="60" y="31"/>
                    <a:pt x="68" y="0"/>
                  </a:cubicBezTo>
                  <a:cubicBezTo>
                    <a:pt x="71" y="1"/>
                    <a:pt x="71" y="1"/>
                    <a:pt x="71" y="1"/>
                  </a:cubicBezTo>
                  <a:cubicBezTo>
                    <a:pt x="62" y="33"/>
                    <a:pt x="33" y="56"/>
                    <a:pt x="0" y="5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30"/>
            <p:cNvSpPr/>
            <p:nvPr/>
          </p:nvSpPr>
          <p:spPr>
            <a:xfrm>
              <a:off x="1609725" y="719138"/>
              <a:ext cx="7938" cy="20638"/>
            </a:xfrm>
            <a:custGeom>
              <a:avLst/>
              <a:gdLst/>
              <a:ahLst/>
              <a:cxnLst/>
              <a:rect l="l" t="t" r="r" b="b"/>
              <a:pathLst>
                <a:path w="4" h="12" extrusionOk="0">
                  <a:moveTo>
                    <a:pt x="4" y="12"/>
                  </a:moveTo>
                  <a:cubicBezTo>
                    <a:pt x="1" y="12"/>
                    <a:pt x="1" y="12"/>
                    <a:pt x="1" y="12"/>
                  </a:cubicBezTo>
                  <a:cubicBezTo>
                    <a:pt x="1" y="8"/>
                    <a:pt x="1" y="4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4"/>
                    <a:pt x="4" y="8"/>
                    <a:pt x="4" y="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30"/>
            <p:cNvSpPr/>
            <p:nvPr/>
          </p:nvSpPr>
          <p:spPr>
            <a:xfrm>
              <a:off x="1568450" y="642938"/>
              <a:ext cx="20638" cy="20638"/>
            </a:xfrm>
            <a:custGeom>
              <a:avLst/>
              <a:gdLst/>
              <a:ahLst/>
              <a:cxnLst/>
              <a:rect l="l" t="t" r="r" b="b"/>
              <a:pathLst>
                <a:path w="12" h="12" extrusionOk="0">
                  <a:moveTo>
                    <a:pt x="10" y="12"/>
                  </a:moveTo>
                  <a:cubicBezTo>
                    <a:pt x="7" y="9"/>
                    <a:pt x="4" y="6"/>
                    <a:pt x="0" y="3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6" y="3"/>
                    <a:pt x="9" y="7"/>
                    <a:pt x="12" y="10"/>
                  </a:cubicBezTo>
                  <a:lnTo>
                    <a:pt x="10" y="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30"/>
            <p:cNvSpPr/>
            <p:nvPr/>
          </p:nvSpPr>
          <p:spPr>
            <a:xfrm>
              <a:off x="1508125" y="615950"/>
              <a:ext cx="55563" cy="25400"/>
            </a:xfrm>
            <a:custGeom>
              <a:avLst/>
              <a:gdLst/>
              <a:ahLst/>
              <a:cxnLst/>
              <a:rect l="l" t="t" r="r" b="b"/>
              <a:pathLst>
                <a:path w="33" h="15" extrusionOk="0">
                  <a:moveTo>
                    <a:pt x="31" y="15"/>
                  </a:moveTo>
                  <a:cubicBezTo>
                    <a:pt x="22" y="9"/>
                    <a:pt x="11" y="5"/>
                    <a:pt x="0" y="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2"/>
                    <a:pt x="23" y="6"/>
                    <a:pt x="33" y="13"/>
                  </a:cubicBezTo>
                  <a:lnTo>
                    <a:pt x="31" y="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30"/>
            <p:cNvSpPr/>
            <p:nvPr/>
          </p:nvSpPr>
          <p:spPr>
            <a:xfrm>
              <a:off x="1466850" y="615950"/>
              <a:ext cx="26988" cy="6350"/>
            </a:xfrm>
            <a:custGeom>
              <a:avLst/>
              <a:gdLst/>
              <a:ahLst/>
              <a:cxnLst/>
              <a:rect l="l" t="t" r="r" b="b"/>
              <a:pathLst>
                <a:path w="16" h="4" extrusionOk="0">
                  <a:moveTo>
                    <a:pt x="1" y="4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5" y="0"/>
                    <a:pt x="11" y="0"/>
                    <a:pt x="16" y="0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1" y="3"/>
                    <a:pt x="6" y="3"/>
                    <a:pt x="1" y="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30"/>
            <p:cNvSpPr/>
            <p:nvPr/>
          </p:nvSpPr>
          <p:spPr>
            <a:xfrm>
              <a:off x="1376363" y="625475"/>
              <a:ext cx="69850" cy="77787"/>
            </a:xfrm>
            <a:custGeom>
              <a:avLst/>
              <a:gdLst/>
              <a:ahLst/>
              <a:cxnLst/>
              <a:rect l="l" t="t" r="r" b="b"/>
              <a:pathLst>
                <a:path w="42" h="46" extrusionOk="0">
                  <a:moveTo>
                    <a:pt x="3" y="46"/>
                  </a:moveTo>
                  <a:cubicBezTo>
                    <a:pt x="0" y="45"/>
                    <a:pt x="0" y="45"/>
                    <a:pt x="0" y="45"/>
                  </a:cubicBezTo>
                  <a:cubicBezTo>
                    <a:pt x="6" y="25"/>
                    <a:pt x="21" y="8"/>
                    <a:pt x="41" y="0"/>
                  </a:cubicBezTo>
                  <a:cubicBezTo>
                    <a:pt x="42" y="3"/>
                    <a:pt x="42" y="3"/>
                    <a:pt x="42" y="3"/>
                  </a:cubicBezTo>
                  <a:cubicBezTo>
                    <a:pt x="23" y="11"/>
                    <a:pt x="9" y="26"/>
                    <a:pt x="3" y="4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30"/>
            <p:cNvSpPr/>
            <p:nvPr/>
          </p:nvSpPr>
          <p:spPr>
            <a:xfrm>
              <a:off x="1368425" y="714375"/>
              <a:ext cx="9525" cy="25400"/>
            </a:xfrm>
            <a:custGeom>
              <a:avLst/>
              <a:gdLst/>
              <a:ahLst/>
              <a:cxnLst/>
              <a:rect l="l" t="t" r="r" b="b"/>
              <a:pathLst>
                <a:path w="5" h="15" extrusionOk="0">
                  <a:moveTo>
                    <a:pt x="3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1" y="5"/>
                    <a:pt x="2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6"/>
                    <a:pt x="3" y="11"/>
                    <a:pt x="3" y="1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30"/>
            <p:cNvSpPr/>
            <p:nvPr/>
          </p:nvSpPr>
          <p:spPr>
            <a:xfrm>
              <a:off x="1376363" y="776288"/>
              <a:ext cx="50800" cy="65087"/>
            </a:xfrm>
            <a:custGeom>
              <a:avLst/>
              <a:gdLst/>
              <a:ahLst/>
              <a:cxnLst/>
              <a:rect l="l" t="t" r="r" b="b"/>
              <a:pathLst>
                <a:path w="30" h="39" extrusionOk="0">
                  <a:moveTo>
                    <a:pt x="28" y="39"/>
                  </a:moveTo>
                  <a:cubicBezTo>
                    <a:pt x="15" y="30"/>
                    <a:pt x="5" y="16"/>
                    <a:pt x="0" y="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7" y="14"/>
                    <a:pt x="17" y="27"/>
                    <a:pt x="30" y="36"/>
                  </a:cubicBezTo>
                  <a:lnTo>
                    <a:pt x="28" y="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30"/>
            <p:cNvSpPr/>
            <p:nvPr/>
          </p:nvSpPr>
          <p:spPr>
            <a:xfrm>
              <a:off x="1441450" y="847725"/>
              <a:ext cx="17463" cy="11113"/>
            </a:xfrm>
            <a:custGeom>
              <a:avLst/>
              <a:gdLst/>
              <a:ahLst/>
              <a:cxnLst/>
              <a:rect l="l" t="t" r="r" b="b"/>
              <a:pathLst>
                <a:path w="10" h="7" extrusionOk="0">
                  <a:moveTo>
                    <a:pt x="9" y="7"/>
                  </a:moveTo>
                  <a:cubicBezTo>
                    <a:pt x="6" y="6"/>
                    <a:pt x="3" y="4"/>
                    <a:pt x="0" y="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4" y="1"/>
                    <a:pt x="7" y="3"/>
                    <a:pt x="10" y="4"/>
                  </a:cubicBezTo>
                  <a:lnTo>
                    <a:pt x="9" y="7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1162;p30">
            <a:extLst>
              <a:ext uri="{FF2B5EF4-FFF2-40B4-BE49-F238E27FC236}">
                <a16:creationId xmlns:a16="http://schemas.microsoft.com/office/drawing/2014/main" id="{AA9CF345-E28C-47A7-5AB8-317390C6D3C7}"/>
              </a:ext>
            </a:extLst>
          </p:cNvPr>
          <p:cNvSpPr txBox="1">
            <a:spLocks/>
          </p:cNvSpPr>
          <p:nvPr/>
        </p:nvSpPr>
        <p:spPr>
          <a:xfrm>
            <a:off x="720000" y="2311092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mpact"/>
              <a:buNone/>
              <a:defRPr sz="3000" b="0" i="0" u="none" strike="noStrike" cap="none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r>
              <a:rPr lang="en" dirty="0"/>
              <a:t>03</a:t>
            </a:r>
          </a:p>
        </p:txBody>
      </p:sp>
      <p:sp>
        <p:nvSpPr>
          <p:cNvPr id="3" name="Google Shape;1168;p30">
            <a:extLst>
              <a:ext uri="{FF2B5EF4-FFF2-40B4-BE49-F238E27FC236}">
                <a16:creationId xmlns:a16="http://schemas.microsoft.com/office/drawing/2014/main" id="{4160DBDF-4DE7-D0DC-CE5F-DE4A4771553B}"/>
              </a:ext>
            </a:extLst>
          </p:cNvPr>
          <p:cNvSpPr txBox="1">
            <a:spLocks/>
          </p:cNvSpPr>
          <p:nvPr/>
        </p:nvSpPr>
        <p:spPr>
          <a:xfrm>
            <a:off x="742713" y="2758692"/>
            <a:ext cx="25320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0" i="0" u="none" strike="noStrike" cap="none">
                <a:solidFill>
                  <a:schemeClr val="lt2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US" dirty="0"/>
              <a:t>H</a:t>
            </a:r>
            <a:r>
              <a:rPr lang="en-ID" dirty="0" err="1"/>
              <a:t>asil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Jurnal</a:t>
            </a:r>
            <a:endParaRPr lang="en-ID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32"/>
          <p:cNvSpPr txBox="1">
            <a:spLocks noGrp="1"/>
          </p:cNvSpPr>
          <p:nvPr>
            <p:ph type="title"/>
          </p:nvPr>
        </p:nvSpPr>
        <p:spPr>
          <a:xfrm>
            <a:off x="4722775" y="2192750"/>
            <a:ext cx="37080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ISO 27001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276" name="Google Shape;1276;p32"/>
          <p:cNvSpPr txBox="1">
            <a:spLocks noGrp="1"/>
          </p:cNvSpPr>
          <p:nvPr>
            <p:ph type="title" idx="2"/>
          </p:nvPr>
        </p:nvSpPr>
        <p:spPr>
          <a:xfrm>
            <a:off x="4722775" y="1324063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1277" name="Google Shape;1277;p32"/>
          <p:cNvPicPr preferRelativeResize="0">
            <a:picLocks noGrp="1"/>
          </p:cNvPicPr>
          <p:nvPr>
            <p:ph type="pic" idx="3"/>
          </p:nvPr>
        </p:nvPicPr>
        <p:blipFill>
          <a:blip r:embed="rId3"/>
          <a:srcRect l="21514" r="21514"/>
          <a:stretch/>
        </p:blipFill>
        <p:spPr>
          <a:xfrm>
            <a:off x="0" y="539500"/>
            <a:ext cx="3473700" cy="4064400"/>
          </a:xfrm>
          <a:prstGeom prst="snip2DiagRect">
            <a:avLst>
              <a:gd name="adj1" fmla="val 0"/>
              <a:gd name="adj2" fmla="val 24692"/>
            </a:avLst>
          </a:prstGeom>
        </p:spPr>
      </p:pic>
      <p:grpSp>
        <p:nvGrpSpPr>
          <p:cNvPr id="1278" name="Google Shape;1278;p32"/>
          <p:cNvGrpSpPr/>
          <p:nvPr/>
        </p:nvGrpSpPr>
        <p:grpSpPr>
          <a:xfrm>
            <a:off x="237431" y="4128937"/>
            <a:ext cx="951612" cy="950150"/>
            <a:chOff x="422275" y="2508250"/>
            <a:chExt cx="1033462" cy="1031875"/>
          </a:xfrm>
        </p:grpSpPr>
        <p:sp>
          <p:nvSpPr>
            <p:cNvPr id="1279" name="Google Shape;1279;p32"/>
            <p:cNvSpPr/>
            <p:nvPr/>
          </p:nvSpPr>
          <p:spPr>
            <a:xfrm>
              <a:off x="422275" y="3025775"/>
              <a:ext cx="84138" cy="217488"/>
            </a:xfrm>
            <a:custGeom>
              <a:avLst/>
              <a:gdLst/>
              <a:ahLst/>
              <a:cxnLst/>
              <a:rect l="l" t="t" r="r" b="b"/>
              <a:pathLst>
                <a:path w="49" h="129" extrusionOk="0">
                  <a:moveTo>
                    <a:pt x="29" y="129"/>
                  </a:moveTo>
                  <a:cubicBezTo>
                    <a:pt x="10" y="88"/>
                    <a:pt x="0" y="45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41"/>
                    <a:pt x="32" y="82"/>
                    <a:pt x="49" y="119"/>
                  </a:cubicBezTo>
                  <a:lnTo>
                    <a:pt x="29" y="12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32"/>
            <p:cNvSpPr/>
            <p:nvPr/>
          </p:nvSpPr>
          <p:spPr>
            <a:xfrm>
              <a:off x="509588" y="3287713"/>
              <a:ext cx="176213" cy="174625"/>
            </a:xfrm>
            <a:custGeom>
              <a:avLst/>
              <a:gdLst/>
              <a:ahLst/>
              <a:cxnLst/>
              <a:rect l="l" t="t" r="r" b="b"/>
              <a:pathLst>
                <a:path w="105" h="103" extrusionOk="0">
                  <a:moveTo>
                    <a:pt x="93" y="103"/>
                  </a:moveTo>
                  <a:cubicBezTo>
                    <a:pt x="56" y="80"/>
                    <a:pt x="24" y="49"/>
                    <a:pt x="0" y="1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41" y="34"/>
                    <a:pt x="71" y="63"/>
                    <a:pt x="105" y="84"/>
                  </a:cubicBezTo>
                  <a:lnTo>
                    <a:pt x="93" y="103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32"/>
            <p:cNvSpPr/>
            <p:nvPr/>
          </p:nvSpPr>
          <p:spPr>
            <a:xfrm>
              <a:off x="728663" y="3460750"/>
              <a:ext cx="96838" cy="65087"/>
            </a:xfrm>
            <a:custGeom>
              <a:avLst/>
              <a:gdLst/>
              <a:ahLst/>
              <a:cxnLst/>
              <a:rect l="l" t="t" r="r" b="b"/>
              <a:pathLst>
                <a:path w="58" h="39" extrusionOk="0">
                  <a:moveTo>
                    <a:pt x="52" y="39"/>
                  </a:moveTo>
                  <a:cubicBezTo>
                    <a:pt x="34" y="34"/>
                    <a:pt x="17" y="28"/>
                    <a:pt x="0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5" y="7"/>
                    <a:pt x="41" y="12"/>
                    <a:pt x="58" y="16"/>
                  </a:cubicBezTo>
                  <a:lnTo>
                    <a:pt x="52" y="3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32"/>
            <p:cNvSpPr/>
            <p:nvPr/>
          </p:nvSpPr>
          <p:spPr>
            <a:xfrm>
              <a:off x="874713" y="3465513"/>
              <a:ext cx="260350" cy="74612"/>
            </a:xfrm>
            <a:custGeom>
              <a:avLst/>
              <a:gdLst/>
              <a:ahLst/>
              <a:cxnLst/>
              <a:rect l="l" t="t" r="r" b="b"/>
              <a:pathLst>
                <a:path w="154" h="44" extrusionOk="0">
                  <a:moveTo>
                    <a:pt x="38" y="44"/>
                  </a:moveTo>
                  <a:cubicBezTo>
                    <a:pt x="25" y="44"/>
                    <a:pt x="13" y="44"/>
                    <a:pt x="0" y="42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15" y="21"/>
                    <a:pt x="26" y="22"/>
                    <a:pt x="38" y="22"/>
                  </a:cubicBezTo>
                  <a:cubicBezTo>
                    <a:pt x="75" y="22"/>
                    <a:pt x="111" y="14"/>
                    <a:pt x="145" y="0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17" y="37"/>
                    <a:pt x="78" y="44"/>
                    <a:pt x="38" y="4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2"/>
            <p:cNvSpPr/>
            <p:nvPr/>
          </p:nvSpPr>
          <p:spPr>
            <a:xfrm>
              <a:off x="1198563" y="3281363"/>
              <a:ext cx="174625" cy="176212"/>
            </a:xfrm>
            <a:custGeom>
              <a:avLst/>
              <a:gdLst/>
              <a:ahLst/>
              <a:cxnLst/>
              <a:rect l="l" t="t" r="r" b="b"/>
              <a:pathLst>
                <a:path w="103" h="104" extrusionOk="0">
                  <a:moveTo>
                    <a:pt x="12" y="104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33" y="63"/>
                    <a:pt x="63" y="34"/>
                    <a:pt x="84" y="0"/>
                  </a:cubicBezTo>
                  <a:cubicBezTo>
                    <a:pt x="103" y="12"/>
                    <a:pt x="103" y="12"/>
                    <a:pt x="103" y="12"/>
                  </a:cubicBezTo>
                  <a:cubicBezTo>
                    <a:pt x="80" y="49"/>
                    <a:pt x="49" y="81"/>
                    <a:pt x="12" y="10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2"/>
            <p:cNvSpPr/>
            <p:nvPr/>
          </p:nvSpPr>
          <p:spPr>
            <a:xfrm>
              <a:off x="1406525" y="2925763"/>
              <a:ext cx="49212" cy="198437"/>
            </a:xfrm>
            <a:custGeom>
              <a:avLst/>
              <a:gdLst/>
              <a:ahLst/>
              <a:cxnLst/>
              <a:rect l="l" t="t" r="r" b="b"/>
              <a:pathLst>
                <a:path w="29" h="118" extrusionOk="0">
                  <a:moveTo>
                    <a:pt x="23" y="118"/>
                  </a:moveTo>
                  <a:cubicBezTo>
                    <a:pt x="0" y="113"/>
                    <a:pt x="0" y="113"/>
                    <a:pt x="0" y="113"/>
                  </a:cubicBezTo>
                  <a:cubicBezTo>
                    <a:pt x="4" y="95"/>
                    <a:pt x="6" y="77"/>
                    <a:pt x="6" y="59"/>
                  </a:cubicBezTo>
                  <a:cubicBezTo>
                    <a:pt x="6" y="40"/>
                    <a:pt x="4" y="22"/>
                    <a:pt x="0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19"/>
                    <a:pt x="29" y="39"/>
                    <a:pt x="29" y="59"/>
                  </a:cubicBezTo>
                  <a:cubicBezTo>
                    <a:pt x="29" y="78"/>
                    <a:pt x="27" y="98"/>
                    <a:pt x="23" y="118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32"/>
            <p:cNvSpPr/>
            <p:nvPr/>
          </p:nvSpPr>
          <p:spPr>
            <a:xfrm>
              <a:off x="1219200" y="2606675"/>
              <a:ext cx="198437" cy="242888"/>
            </a:xfrm>
            <a:custGeom>
              <a:avLst/>
              <a:gdLst/>
              <a:ahLst/>
              <a:cxnLst/>
              <a:rect l="l" t="t" r="r" b="b"/>
              <a:pathLst>
                <a:path w="118" h="144" extrusionOk="0">
                  <a:moveTo>
                    <a:pt x="97" y="144"/>
                  </a:moveTo>
                  <a:cubicBezTo>
                    <a:pt x="77" y="94"/>
                    <a:pt x="44" y="51"/>
                    <a:pt x="0" y="1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1" y="35"/>
                    <a:pt x="97" y="81"/>
                    <a:pt x="118" y="135"/>
                  </a:cubicBezTo>
                  <a:lnTo>
                    <a:pt x="97" y="144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32"/>
            <p:cNvSpPr/>
            <p:nvPr/>
          </p:nvSpPr>
          <p:spPr>
            <a:xfrm>
              <a:off x="877888" y="2508250"/>
              <a:ext cx="315913" cy="101600"/>
            </a:xfrm>
            <a:custGeom>
              <a:avLst/>
              <a:gdLst/>
              <a:ahLst/>
              <a:cxnLst/>
              <a:rect l="l" t="t" r="r" b="b"/>
              <a:pathLst>
                <a:path w="187" h="60" extrusionOk="0">
                  <a:moveTo>
                    <a:pt x="176" y="60"/>
                  </a:moveTo>
                  <a:cubicBezTo>
                    <a:pt x="134" y="36"/>
                    <a:pt x="85" y="23"/>
                    <a:pt x="36" y="23"/>
                  </a:cubicBezTo>
                  <a:cubicBezTo>
                    <a:pt x="25" y="23"/>
                    <a:pt x="14" y="23"/>
                    <a:pt x="3" y="2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2" y="0"/>
                    <a:pt x="24" y="0"/>
                    <a:pt x="36" y="0"/>
                  </a:cubicBezTo>
                  <a:cubicBezTo>
                    <a:pt x="89" y="0"/>
                    <a:pt x="142" y="14"/>
                    <a:pt x="187" y="40"/>
                  </a:cubicBezTo>
                  <a:lnTo>
                    <a:pt x="176" y="60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2"/>
            <p:cNvSpPr/>
            <p:nvPr/>
          </p:nvSpPr>
          <p:spPr>
            <a:xfrm>
              <a:off x="665163" y="2522538"/>
              <a:ext cx="160337" cy="95250"/>
            </a:xfrm>
            <a:custGeom>
              <a:avLst/>
              <a:gdLst/>
              <a:ahLst/>
              <a:cxnLst/>
              <a:rect l="l" t="t" r="r" b="b"/>
              <a:pathLst>
                <a:path w="95" h="57" extrusionOk="0">
                  <a:moveTo>
                    <a:pt x="12" y="57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28" y="21"/>
                    <a:pt x="58" y="8"/>
                    <a:pt x="89" y="0"/>
                  </a:cubicBezTo>
                  <a:cubicBezTo>
                    <a:pt x="95" y="23"/>
                    <a:pt x="95" y="23"/>
                    <a:pt x="95" y="23"/>
                  </a:cubicBezTo>
                  <a:cubicBezTo>
                    <a:pt x="65" y="30"/>
                    <a:pt x="38" y="41"/>
                    <a:pt x="12" y="57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2"/>
            <p:cNvSpPr/>
            <p:nvPr/>
          </p:nvSpPr>
          <p:spPr>
            <a:xfrm>
              <a:off x="431800" y="2651125"/>
              <a:ext cx="177800" cy="284163"/>
            </a:xfrm>
            <a:custGeom>
              <a:avLst/>
              <a:gdLst/>
              <a:ahLst/>
              <a:cxnLst/>
              <a:rect l="l" t="t" r="r" b="b"/>
              <a:pathLst>
                <a:path w="106" h="169" extrusionOk="0">
                  <a:moveTo>
                    <a:pt x="23" y="169"/>
                  </a:moveTo>
                  <a:cubicBezTo>
                    <a:pt x="0" y="165"/>
                    <a:pt x="0" y="165"/>
                    <a:pt x="0" y="165"/>
                  </a:cubicBezTo>
                  <a:cubicBezTo>
                    <a:pt x="12" y="101"/>
                    <a:pt x="43" y="44"/>
                    <a:pt x="90" y="0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63" y="57"/>
                    <a:pt x="34" y="110"/>
                    <a:pt x="23" y="169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32"/>
            <p:cNvSpPr/>
            <p:nvPr/>
          </p:nvSpPr>
          <p:spPr>
            <a:xfrm>
              <a:off x="520700" y="3173413"/>
              <a:ext cx="111125" cy="152400"/>
            </a:xfrm>
            <a:custGeom>
              <a:avLst/>
              <a:gdLst/>
              <a:ahLst/>
              <a:cxnLst/>
              <a:rect l="l" t="t" r="r" b="b"/>
              <a:pathLst>
                <a:path w="66" h="90" extrusionOk="0">
                  <a:moveTo>
                    <a:pt x="52" y="90"/>
                  </a:moveTo>
                  <a:cubicBezTo>
                    <a:pt x="29" y="66"/>
                    <a:pt x="12" y="38"/>
                    <a:pt x="0" y="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28"/>
                    <a:pt x="45" y="55"/>
                    <a:pt x="66" y="77"/>
                  </a:cubicBezTo>
                  <a:lnTo>
                    <a:pt x="52" y="90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32"/>
            <p:cNvSpPr/>
            <p:nvPr/>
          </p:nvSpPr>
          <p:spPr>
            <a:xfrm>
              <a:off x="649288" y="3340100"/>
              <a:ext cx="290512" cy="131762"/>
            </a:xfrm>
            <a:custGeom>
              <a:avLst/>
              <a:gdLst/>
              <a:ahLst/>
              <a:cxnLst/>
              <a:rect l="l" t="t" r="r" b="b"/>
              <a:pathLst>
                <a:path w="172" h="78" extrusionOk="0">
                  <a:moveTo>
                    <a:pt x="172" y="78"/>
                  </a:moveTo>
                  <a:cubicBezTo>
                    <a:pt x="109" y="78"/>
                    <a:pt x="48" y="55"/>
                    <a:pt x="0" y="1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7" y="38"/>
                    <a:pt x="113" y="59"/>
                    <a:pt x="172" y="59"/>
                  </a:cubicBezTo>
                  <a:lnTo>
                    <a:pt x="172" y="7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32"/>
            <p:cNvSpPr/>
            <p:nvPr/>
          </p:nvSpPr>
          <p:spPr>
            <a:xfrm>
              <a:off x="1025525" y="3335338"/>
              <a:ext cx="207963" cy="127000"/>
            </a:xfrm>
            <a:custGeom>
              <a:avLst/>
              <a:gdLst/>
              <a:ahLst/>
              <a:cxnLst/>
              <a:rect l="l" t="t" r="r" b="b"/>
              <a:pathLst>
                <a:path w="124" h="75" extrusionOk="0">
                  <a:moveTo>
                    <a:pt x="4" y="75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41" y="48"/>
                    <a:pt x="80" y="28"/>
                    <a:pt x="112" y="0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90" y="45"/>
                    <a:pt x="49" y="66"/>
                    <a:pt x="4" y="7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32"/>
            <p:cNvSpPr/>
            <p:nvPr/>
          </p:nvSpPr>
          <p:spPr>
            <a:xfrm>
              <a:off x="1246188" y="3165475"/>
              <a:ext cx="112712" cy="160337"/>
            </a:xfrm>
            <a:custGeom>
              <a:avLst/>
              <a:gdLst/>
              <a:ahLst/>
              <a:cxnLst/>
              <a:rect l="l" t="t" r="r" b="b"/>
              <a:pathLst>
                <a:path w="67" h="95" extrusionOk="0">
                  <a:moveTo>
                    <a:pt x="14" y="9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2" y="58"/>
                    <a:pt x="38" y="30"/>
                    <a:pt x="49" y="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56" y="39"/>
                    <a:pt x="37" y="69"/>
                    <a:pt x="14" y="9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32"/>
            <p:cNvSpPr/>
            <p:nvPr/>
          </p:nvSpPr>
          <p:spPr>
            <a:xfrm>
              <a:off x="1341438" y="2919413"/>
              <a:ext cx="44450" cy="182562"/>
            </a:xfrm>
            <a:custGeom>
              <a:avLst/>
              <a:gdLst/>
              <a:ahLst/>
              <a:cxnLst/>
              <a:rect l="l" t="t" r="r" b="b"/>
              <a:pathLst>
                <a:path w="26" h="109" extrusionOk="0">
                  <a:moveTo>
                    <a:pt x="22" y="109"/>
                  </a:moveTo>
                  <a:cubicBezTo>
                    <a:pt x="3" y="106"/>
                    <a:pt x="3" y="106"/>
                    <a:pt x="3" y="106"/>
                  </a:cubicBezTo>
                  <a:cubicBezTo>
                    <a:pt x="6" y="92"/>
                    <a:pt x="7" y="77"/>
                    <a:pt x="7" y="63"/>
                  </a:cubicBezTo>
                  <a:cubicBezTo>
                    <a:pt x="7" y="43"/>
                    <a:pt x="5" y="23"/>
                    <a:pt x="0" y="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3" y="20"/>
                    <a:pt x="26" y="41"/>
                    <a:pt x="26" y="63"/>
                  </a:cubicBezTo>
                  <a:cubicBezTo>
                    <a:pt x="26" y="78"/>
                    <a:pt x="25" y="94"/>
                    <a:pt x="22" y="109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32"/>
            <p:cNvSpPr/>
            <p:nvPr/>
          </p:nvSpPr>
          <p:spPr>
            <a:xfrm>
              <a:off x="1244600" y="2720975"/>
              <a:ext cx="112712" cy="155575"/>
            </a:xfrm>
            <a:custGeom>
              <a:avLst/>
              <a:gdLst/>
              <a:ahLst/>
              <a:cxnLst/>
              <a:rect l="l" t="t" r="r" b="b"/>
              <a:pathLst>
                <a:path w="67" h="92" extrusionOk="0">
                  <a:moveTo>
                    <a:pt x="49" y="92"/>
                  </a:moveTo>
                  <a:cubicBezTo>
                    <a:pt x="38" y="63"/>
                    <a:pt x="21" y="36"/>
                    <a:pt x="0" y="1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7" y="25"/>
                    <a:pt x="55" y="54"/>
                    <a:pt x="67" y="85"/>
                  </a:cubicBezTo>
                  <a:lnTo>
                    <a:pt x="49" y="92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32"/>
            <p:cNvSpPr/>
            <p:nvPr/>
          </p:nvSpPr>
          <p:spPr>
            <a:xfrm>
              <a:off x="1030288" y="2587625"/>
              <a:ext cx="192087" cy="115887"/>
            </a:xfrm>
            <a:custGeom>
              <a:avLst/>
              <a:gdLst/>
              <a:ahLst/>
              <a:cxnLst/>
              <a:rect l="l" t="t" r="r" b="b"/>
              <a:pathLst>
                <a:path w="114" h="68" extrusionOk="0">
                  <a:moveTo>
                    <a:pt x="102" y="68"/>
                  </a:moveTo>
                  <a:cubicBezTo>
                    <a:pt x="72" y="44"/>
                    <a:pt x="37" y="27"/>
                    <a:pt x="0" y="1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4" y="9"/>
                    <a:pt x="82" y="27"/>
                    <a:pt x="114" y="53"/>
                  </a:cubicBezTo>
                  <a:lnTo>
                    <a:pt x="102" y="6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32"/>
            <p:cNvSpPr/>
            <p:nvPr/>
          </p:nvSpPr>
          <p:spPr>
            <a:xfrm>
              <a:off x="706438" y="2576513"/>
              <a:ext cx="276225" cy="92075"/>
            </a:xfrm>
            <a:custGeom>
              <a:avLst/>
              <a:gdLst/>
              <a:ahLst/>
              <a:cxnLst/>
              <a:rect l="l" t="t" r="r" b="b"/>
              <a:pathLst>
                <a:path w="164" h="55" extrusionOk="0">
                  <a:moveTo>
                    <a:pt x="10" y="55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42" y="14"/>
                    <a:pt x="89" y="0"/>
                    <a:pt x="138" y="0"/>
                  </a:cubicBezTo>
                  <a:cubicBezTo>
                    <a:pt x="146" y="0"/>
                    <a:pt x="155" y="1"/>
                    <a:pt x="164" y="2"/>
                  </a:cubicBezTo>
                  <a:cubicBezTo>
                    <a:pt x="162" y="21"/>
                    <a:pt x="162" y="21"/>
                    <a:pt x="162" y="21"/>
                  </a:cubicBezTo>
                  <a:cubicBezTo>
                    <a:pt x="154" y="20"/>
                    <a:pt x="146" y="20"/>
                    <a:pt x="138" y="20"/>
                  </a:cubicBezTo>
                  <a:cubicBezTo>
                    <a:pt x="93" y="20"/>
                    <a:pt x="49" y="32"/>
                    <a:pt x="10" y="5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32"/>
            <p:cNvSpPr/>
            <p:nvPr/>
          </p:nvSpPr>
          <p:spPr>
            <a:xfrm>
              <a:off x="523875" y="2673350"/>
              <a:ext cx="155575" cy="195263"/>
            </a:xfrm>
            <a:custGeom>
              <a:avLst/>
              <a:gdLst/>
              <a:ahLst/>
              <a:cxnLst/>
              <a:rect l="l" t="t" r="r" b="b"/>
              <a:pathLst>
                <a:path w="92" h="115" extrusionOk="0">
                  <a:moveTo>
                    <a:pt x="18" y="115"/>
                  </a:moveTo>
                  <a:cubicBezTo>
                    <a:pt x="0" y="108"/>
                    <a:pt x="0" y="108"/>
                    <a:pt x="0" y="108"/>
                  </a:cubicBezTo>
                  <a:cubicBezTo>
                    <a:pt x="17" y="66"/>
                    <a:pt x="45" y="29"/>
                    <a:pt x="81" y="0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59" y="41"/>
                    <a:pt x="34" y="76"/>
                    <a:pt x="18" y="11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32"/>
            <p:cNvSpPr/>
            <p:nvPr/>
          </p:nvSpPr>
          <p:spPr>
            <a:xfrm>
              <a:off x="492125" y="2916238"/>
              <a:ext cx="44450" cy="211138"/>
            </a:xfrm>
            <a:custGeom>
              <a:avLst/>
              <a:gdLst/>
              <a:ahLst/>
              <a:cxnLst/>
              <a:rect l="l" t="t" r="r" b="b"/>
              <a:pathLst>
                <a:path w="26" h="125" extrusionOk="0">
                  <a:moveTo>
                    <a:pt x="7" y="125"/>
                  </a:moveTo>
                  <a:cubicBezTo>
                    <a:pt x="2" y="105"/>
                    <a:pt x="0" y="84"/>
                    <a:pt x="0" y="64"/>
                  </a:cubicBezTo>
                  <a:cubicBezTo>
                    <a:pt x="0" y="42"/>
                    <a:pt x="2" y="21"/>
                    <a:pt x="7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1" y="24"/>
                    <a:pt x="19" y="44"/>
                    <a:pt x="19" y="64"/>
                  </a:cubicBezTo>
                  <a:cubicBezTo>
                    <a:pt x="19" y="83"/>
                    <a:pt x="21" y="102"/>
                    <a:pt x="25" y="121"/>
                  </a:cubicBezTo>
                  <a:lnTo>
                    <a:pt x="7" y="125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32"/>
            <p:cNvSpPr/>
            <p:nvPr/>
          </p:nvSpPr>
          <p:spPr>
            <a:xfrm>
              <a:off x="939800" y="3117850"/>
              <a:ext cx="366713" cy="287337"/>
            </a:xfrm>
            <a:custGeom>
              <a:avLst/>
              <a:gdLst/>
              <a:ahLst/>
              <a:cxnLst/>
              <a:rect l="l" t="t" r="r" b="b"/>
              <a:pathLst>
                <a:path w="218" h="170" extrusionOk="0">
                  <a:moveTo>
                    <a:pt x="0" y="170"/>
                  </a:moveTo>
                  <a:cubicBezTo>
                    <a:pt x="0" y="161"/>
                    <a:pt x="0" y="161"/>
                    <a:pt x="0" y="161"/>
                  </a:cubicBezTo>
                  <a:cubicBezTo>
                    <a:pt x="98" y="161"/>
                    <a:pt x="183" y="95"/>
                    <a:pt x="209" y="0"/>
                  </a:cubicBezTo>
                  <a:cubicBezTo>
                    <a:pt x="218" y="3"/>
                    <a:pt x="218" y="3"/>
                    <a:pt x="218" y="3"/>
                  </a:cubicBezTo>
                  <a:cubicBezTo>
                    <a:pt x="192" y="101"/>
                    <a:pt x="102" y="170"/>
                    <a:pt x="0" y="1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32"/>
            <p:cNvSpPr/>
            <p:nvPr/>
          </p:nvSpPr>
          <p:spPr>
            <a:xfrm>
              <a:off x="1298575" y="2960688"/>
              <a:ext cx="20638" cy="65088"/>
            </a:xfrm>
            <a:custGeom>
              <a:avLst/>
              <a:gdLst/>
              <a:ahLst/>
              <a:cxnLst/>
              <a:rect l="l" t="t" r="r" b="b"/>
              <a:pathLst>
                <a:path w="12" h="38" extrusionOk="0">
                  <a:moveTo>
                    <a:pt x="12" y="38"/>
                  </a:moveTo>
                  <a:cubicBezTo>
                    <a:pt x="3" y="38"/>
                    <a:pt x="3" y="38"/>
                    <a:pt x="3" y="38"/>
                  </a:cubicBezTo>
                  <a:cubicBezTo>
                    <a:pt x="3" y="26"/>
                    <a:pt x="2" y="13"/>
                    <a:pt x="0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12"/>
                    <a:pt x="12" y="25"/>
                    <a:pt x="12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32"/>
            <p:cNvSpPr/>
            <p:nvPr/>
          </p:nvSpPr>
          <p:spPr>
            <a:xfrm>
              <a:off x="1169988" y="2730500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29" y="36"/>
                  </a:moveTo>
                  <a:cubicBezTo>
                    <a:pt x="20" y="26"/>
                    <a:pt x="10" y="16"/>
                    <a:pt x="0" y="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9"/>
                    <a:pt x="27" y="19"/>
                    <a:pt x="36" y="30"/>
                  </a:cubicBezTo>
                  <a:lnTo>
                    <a:pt x="29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32"/>
            <p:cNvSpPr/>
            <p:nvPr/>
          </p:nvSpPr>
          <p:spPr>
            <a:xfrm>
              <a:off x="979488" y="2646363"/>
              <a:ext cx="173037" cy="76200"/>
            </a:xfrm>
            <a:custGeom>
              <a:avLst/>
              <a:gdLst/>
              <a:ahLst/>
              <a:cxnLst/>
              <a:rect l="l" t="t" r="r" b="b"/>
              <a:pathLst>
                <a:path w="103" h="45" extrusionOk="0">
                  <a:moveTo>
                    <a:pt x="97" y="45"/>
                  </a:moveTo>
                  <a:cubicBezTo>
                    <a:pt x="69" y="25"/>
                    <a:pt x="35" y="13"/>
                    <a:pt x="0" y="9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8" y="4"/>
                    <a:pt x="73" y="17"/>
                    <a:pt x="103" y="37"/>
                  </a:cubicBezTo>
                  <a:lnTo>
                    <a:pt x="97" y="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32"/>
            <p:cNvSpPr/>
            <p:nvPr/>
          </p:nvSpPr>
          <p:spPr>
            <a:xfrm>
              <a:off x="860425" y="2643188"/>
              <a:ext cx="79375" cy="23812"/>
            </a:xfrm>
            <a:custGeom>
              <a:avLst/>
              <a:gdLst/>
              <a:ahLst/>
              <a:cxnLst/>
              <a:rect l="l" t="t" r="r" b="b"/>
              <a:pathLst>
                <a:path w="47" h="14" extrusionOk="0">
                  <a:moveTo>
                    <a:pt x="2" y="14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5" y="2"/>
                    <a:pt x="31" y="0"/>
                    <a:pt x="47" y="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32" y="10"/>
                    <a:pt x="16" y="11"/>
                    <a:pt x="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32"/>
            <p:cNvSpPr/>
            <p:nvPr/>
          </p:nvSpPr>
          <p:spPr>
            <a:xfrm>
              <a:off x="576263" y="2673350"/>
              <a:ext cx="219075" cy="239712"/>
            </a:xfrm>
            <a:custGeom>
              <a:avLst/>
              <a:gdLst/>
              <a:ahLst/>
              <a:cxnLst/>
              <a:rect l="l" t="t" r="r" b="b"/>
              <a:pathLst>
                <a:path w="130" h="142" extrusionOk="0">
                  <a:moveTo>
                    <a:pt x="9" y="142"/>
                  </a:moveTo>
                  <a:cubicBezTo>
                    <a:pt x="0" y="139"/>
                    <a:pt x="0" y="139"/>
                    <a:pt x="0" y="139"/>
                  </a:cubicBezTo>
                  <a:cubicBezTo>
                    <a:pt x="20" y="77"/>
                    <a:pt x="66" y="26"/>
                    <a:pt x="126" y="0"/>
                  </a:cubicBezTo>
                  <a:cubicBezTo>
                    <a:pt x="130" y="9"/>
                    <a:pt x="130" y="9"/>
                    <a:pt x="130" y="9"/>
                  </a:cubicBezTo>
                  <a:cubicBezTo>
                    <a:pt x="72" y="34"/>
                    <a:pt x="28" y="82"/>
                    <a:pt x="9" y="1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32"/>
            <p:cNvSpPr/>
            <p:nvPr/>
          </p:nvSpPr>
          <p:spPr>
            <a:xfrm>
              <a:off x="557213" y="2947988"/>
              <a:ext cx="23812" cy="77787"/>
            </a:xfrm>
            <a:custGeom>
              <a:avLst/>
              <a:gdLst/>
              <a:ahLst/>
              <a:cxnLst/>
              <a:rect l="l" t="t" r="r" b="b"/>
              <a:pathLst>
                <a:path w="14" h="46" extrusionOk="0">
                  <a:moveTo>
                    <a:pt x="10" y="46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30"/>
                    <a:pt x="2" y="15"/>
                    <a:pt x="5" y="0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1" y="16"/>
                    <a:pt x="10" y="31"/>
                    <a:pt x="10" y="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32"/>
            <p:cNvSpPr/>
            <p:nvPr/>
          </p:nvSpPr>
          <p:spPr>
            <a:xfrm>
              <a:off x="576263" y="3135313"/>
              <a:ext cx="155575" cy="201613"/>
            </a:xfrm>
            <a:custGeom>
              <a:avLst/>
              <a:gdLst/>
              <a:ahLst/>
              <a:cxnLst/>
              <a:rect l="l" t="t" r="r" b="b"/>
              <a:pathLst>
                <a:path w="92" h="120" extrusionOk="0">
                  <a:moveTo>
                    <a:pt x="87" y="120"/>
                  </a:moveTo>
                  <a:cubicBezTo>
                    <a:pt x="46" y="92"/>
                    <a:pt x="15" y="50"/>
                    <a:pt x="0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3" y="46"/>
                    <a:pt x="53" y="85"/>
                    <a:pt x="92" y="112"/>
                  </a:cubicBezTo>
                  <a:lnTo>
                    <a:pt x="87" y="1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32"/>
            <p:cNvSpPr/>
            <p:nvPr/>
          </p:nvSpPr>
          <p:spPr>
            <a:xfrm>
              <a:off x="777875" y="3354388"/>
              <a:ext cx="53975" cy="33338"/>
            </a:xfrm>
            <a:custGeom>
              <a:avLst/>
              <a:gdLst/>
              <a:ahLst/>
              <a:cxnLst/>
              <a:rect l="l" t="t" r="r" b="b"/>
              <a:pathLst>
                <a:path w="32" h="20" extrusionOk="0">
                  <a:moveTo>
                    <a:pt x="29" y="20"/>
                  </a:moveTo>
                  <a:cubicBezTo>
                    <a:pt x="19" y="17"/>
                    <a:pt x="9" y="13"/>
                    <a:pt x="0" y="9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3" y="4"/>
                    <a:pt x="22" y="8"/>
                    <a:pt x="32" y="11"/>
                  </a:cubicBezTo>
                  <a:lnTo>
                    <a:pt x="29" y="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8" name="Google Shape;1308;p32"/>
          <p:cNvGrpSpPr/>
          <p:nvPr/>
        </p:nvGrpSpPr>
        <p:grpSpPr>
          <a:xfrm>
            <a:off x="-11475" y="-184363"/>
            <a:ext cx="1449389" cy="1447800"/>
            <a:chOff x="5502275" y="4098925"/>
            <a:chExt cx="1449389" cy="1447800"/>
          </a:xfrm>
        </p:grpSpPr>
        <p:sp>
          <p:nvSpPr>
            <p:cNvPr id="1309" name="Google Shape;1309;p32"/>
            <p:cNvSpPr/>
            <p:nvPr/>
          </p:nvSpPr>
          <p:spPr>
            <a:xfrm>
              <a:off x="5502275" y="4098925"/>
              <a:ext cx="1449389" cy="1447800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30" y="858"/>
                  </a:moveTo>
                  <a:cubicBezTo>
                    <a:pt x="193" y="858"/>
                    <a:pt x="0" y="665"/>
                    <a:pt x="0" y="429"/>
                  </a:cubicBezTo>
                  <a:cubicBezTo>
                    <a:pt x="0" y="192"/>
                    <a:pt x="193" y="0"/>
                    <a:pt x="430" y="0"/>
                  </a:cubicBezTo>
                  <a:cubicBezTo>
                    <a:pt x="666" y="0"/>
                    <a:pt x="859" y="192"/>
                    <a:pt x="859" y="429"/>
                  </a:cubicBezTo>
                  <a:cubicBezTo>
                    <a:pt x="859" y="665"/>
                    <a:pt x="666" y="858"/>
                    <a:pt x="430" y="858"/>
                  </a:cubicBezTo>
                  <a:close/>
                  <a:moveTo>
                    <a:pt x="430" y="10"/>
                  </a:moveTo>
                  <a:cubicBezTo>
                    <a:pt x="199" y="10"/>
                    <a:pt x="11" y="198"/>
                    <a:pt x="11" y="429"/>
                  </a:cubicBezTo>
                  <a:cubicBezTo>
                    <a:pt x="11" y="659"/>
                    <a:pt x="199" y="847"/>
                    <a:pt x="430" y="847"/>
                  </a:cubicBezTo>
                  <a:cubicBezTo>
                    <a:pt x="660" y="847"/>
                    <a:pt x="848" y="659"/>
                    <a:pt x="848" y="429"/>
                  </a:cubicBezTo>
                  <a:cubicBezTo>
                    <a:pt x="848" y="198"/>
                    <a:pt x="660" y="10"/>
                    <a:pt x="430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32"/>
            <p:cNvSpPr/>
            <p:nvPr/>
          </p:nvSpPr>
          <p:spPr>
            <a:xfrm>
              <a:off x="5548313" y="4143375"/>
              <a:ext cx="1357313" cy="1358900"/>
            </a:xfrm>
            <a:custGeom>
              <a:avLst/>
              <a:gdLst/>
              <a:ahLst/>
              <a:cxnLst/>
              <a:rect l="l" t="t" r="r" b="b"/>
              <a:pathLst>
                <a:path w="805" h="805" extrusionOk="0">
                  <a:moveTo>
                    <a:pt x="403" y="805"/>
                  </a:moveTo>
                  <a:cubicBezTo>
                    <a:pt x="180" y="805"/>
                    <a:pt x="0" y="625"/>
                    <a:pt x="0" y="403"/>
                  </a:cubicBezTo>
                  <a:cubicBezTo>
                    <a:pt x="0" y="181"/>
                    <a:pt x="180" y="0"/>
                    <a:pt x="403" y="0"/>
                  </a:cubicBezTo>
                  <a:cubicBezTo>
                    <a:pt x="625" y="0"/>
                    <a:pt x="805" y="181"/>
                    <a:pt x="805" y="403"/>
                  </a:cubicBezTo>
                  <a:cubicBezTo>
                    <a:pt x="805" y="625"/>
                    <a:pt x="625" y="805"/>
                    <a:pt x="403" y="805"/>
                  </a:cubicBezTo>
                  <a:close/>
                  <a:moveTo>
                    <a:pt x="403" y="7"/>
                  </a:moveTo>
                  <a:cubicBezTo>
                    <a:pt x="184" y="7"/>
                    <a:pt x="7" y="185"/>
                    <a:pt x="7" y="403"/>
                  </a:cubicBezTo>
                  <a:cubicBezTo>
                    <a:pt x="7" y="621"/>
                    <a:pt x="184" y="798"/>
                    <a:pt x="403" y="798"/>
                  </a:cubicBezTo>
                  <a:cubicBezTo>
                    <a:pt x="621" y="798"/>
                    <a:pt x="798" y="621"/>
                    <a:pt x="798" y="403"/>
                  </a:cubicBezTo>
                  <a:cubicBezTo>
                    <a:pt x="798" y="185"/>
                    <a:pt x="621" y="7"/>
                    <a:pt x="403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32"/>
            <p:cNvSpPr/>
            <p:nvPr/>
          </p:nvSpPr>
          <p:spPr>
            <a:xfrm>
              <a:off x="5595938" y="4192588"/>
              <a:ext cx="1262063" cy="1262063"/>
            </a:xfrm>
            <a:custGeom>
              <a:avLst/>
              <a:gdLst/>
              <a:ahLst/>
              <a:cxnLst/>
              <a:rect l="l" t="t" r="r" b="b"/>
              <a:pathLst>
                <a:path w="749" h="748" extrusionOk="0">
                  <a:moveTo>
                    <a:pt x="375" y="748"/>
                  </a:moveTo>
                  <a:cubicBezTo>
                    <a:pt x="375" y="748"/>
                    <a:pt x="375" y="748"/>
                    <a:pt x="375" y="748"/>
                  </a:cubicBezTo>
                  <a:cubicBezTo>
                    <a:pt x="372" y="748"/>
                    <a:pt x="369" y="748"/>
                    <a:pt x="366" y="748"/>
                  </a:cubicBezTo>
                  <a:cubicBezTo>
                    <a:pt x="367" y="689"/>
                    <a:pt x="367" y="689"/>
                    <a:pt x="367" y="689"/>
                  </a:cubicBezTo>
                  <a:cubicBezTo>
                    <a:pt x="370" y="689"/>
                    <a:pt x="372" y="689"/>
                    <a:pt x="375" y="689"/>
                  </a:cubicBezTo>
                  <a:lnTo>
                    <a:pt x="375" y="748"/>
                  </a:lnTo>
                  <a:close/>
                  <a:moveTo>
                    <a:pt x="382" y="748"/>
                  </a:moveTo>
                  <a:cubicBezTo>
                    <a:pt x="381" y="689"/>
                    <a:pt x="381" y="689"/>
                    <a:pt x="381" y="689"/>
                  </a:cubicBezTo>
                  <a:cubicBezTo>
                    <a:pt x="383" y="689"/>
                    <a:pt x="386" y="689"/>
                    <a:pt x="388" y="689"/>
                  </a:cubicBezTo>
                  <a:cubicBezTo>
                    <a:pt x="390" y="747"/>
                    <a:pt x="390" y="747"/>
                    <a:pt x="390" y="747"/>
                  </a:cubicBezTo>
                  <a:cubicBezTo>
                    <a:pt x="388" y="747"/>
                    <a:pt x="385" y="748"/>
                    <a:pt x="382" y="748"/>
                  </a:cubicBezTo>
                  <a:close/>
                  <a:moveTo>
                    <a:pt x="359" y="747"/>
                  </a:moveTo>
                  <a:cubicBezTo>
                    <a:pt x="356" y="747"/>
                    <a:pt x="353" y="747"/>
                    <a:pt x="350" y="747"/>
                  </a:cubicBezTo>
                  <a:cubicBezTo>
                    <a:pt x="354" y="689"/>
                    <a:pt x="354" y="689"/>
                    <a:pt x="354" y="689"/>
                  </a:cubicBezTo>
                  <a:cubicBezTo>
                    <a:pt x="356" y="689"/>
                    <a:pt x="359" y="689"/>
                    <a:pt x="361" y="689"/>
                  </a:cubicBezTo>
                  <a:lnTo>
                    <a:pt x="359" y="747"/>
                  </a:lnTo>
                  <a:close/>
                  <a:moveTo>
                    <a:pt x="398" y="747"/>
                  </a:moveTo>
                  <a:cubicBezTo>
                    <a:pt x="394" y="689"/>
                    <a:pt x="394" y="689"/>
                    <a:pt x="394" y="689"/>
                  </a:cubicBezTo>
                  <a:cubicBezTo>
                    <a:pt x="397" y="688"/>
                    <a:pt x="399" y="688"/>
                    <a:pt x="401" y="688"/>
                  </a:cubicBezTo>
                  <a:cubicBezTo>
                    <a:pt x="406" y="746"/>
                    <a:pt x="406" y="746"/>
                    <a:pt x="406" y="746"/>
                  </a:cubicBezTo>
                  <a:cubicBezTo>
                    <a:pt x="403" y="747"/>
                    <a:pt x="401" y="747"/>
                    <a:pt x="398" y="747"/>
                  </a:cubicBezTo>
                  <a:close/>
                  <a:moveTo>
                    <a:pt x="343" y="746"/>
                  </a:moveTo>
                  <a:cubicBezTo>
                    <a:pt x="340" y="746"/>
                    <a:pt x="337" y="746"/>
                    <a:pt x="334" y="746"/>
                  </a:cubicBezTo>
                  <a:cubicBezTo>
                    <a:pt x="341" y="687"/>
                    <a:pt x="341" y="687"/>
                    <a:pt x="341" y="687"/>
                  </a:cubicBezTo>
                  <a:cubicBezTo>
                    <a:pt x="343" y="688"/>
                    <a:pt x="345" y="688"/>
                    <a:pt x="348" y="688"/>
                  </a:cubicBezTo>
                  <a:lnTo>
                    <a:pt x="343" y="746"/>
                  </a:lnTo>
                  <a:close/>
                  <a:moveTo>
                    <a:pt x="414" y="746"/>
                  </a:moveTo>
                  <a:cubicBezTo>
                    <a:pt x="407" y="688"/>
                    <a:pt x="407" y="688"/>
                    <a:pt x="407" y="688"/>
                  </a:cubicBezTo>
                  <a:cubicBezTo>
                    <a:pt x="410" y="687"/>
                    <a:pt x="412" y="687"/>
                    <a:pt x="415" y="687"/>
                  </a:cubicBezTo>
                  <a:cubicBezTo>
                    <a:pt x="422" y="745"/>
                    <a:pt x="422" y="745"/>
                    <a:pt x="422" y="745"/>
                  </a:cubicBezTo>
                  <a:cubicBezTo>
                    <a:pt x="419" y="745"/>
                    <a:pt x="416" y="745"/>
                    <a:pt x="414" y="746"/>
                  </a:cubicBezTo>
                  <a:close/>
                  <a:moveTo>
                    <a:pt x="327" y="745"/>
                  </a:moveTo>
                  <a:cubicBezTo>
                    <a:pt x="324" y="744"/>
                    <a:pt x="321" y="744"/>
                    <a:pt x="319" y="744"/>
                  </a:cubicBezTo>
                  <a:cubicBezTo>
                    <a:pt x="327" y="686"/>
                    <a:pt x="327" y="686"/>
                    <a:pt x="327" y="686"/>
                  </a:cubicBezTo>
                  <a:cubicBezTo>
                    <a:pt x="330" y="686"/>
                    <a:pt x="332" y="686"/>
                    <a:pt x="334" y="687"/>
                  </a:cubicBezTo>
                  <a:lnTo>
                    <a:pt x="327" y="745"/>
                  </a:lnTo>
                  <a:close/>
                  <a:moveTo>
                    <a:pt x="429" y="744"/>
                  </a:moveTo>
                  <a:cubicBezTo>
                    <a:pt x="421" y="686"/>
                    <a:pt x="421" y="686"/>
                    <a:pt x="421" y="686"/>
                  </a:cubicBezTo>
                  <a:cubicBezTo>
                    <a:pt x="423" y="686"/>
                    <a:pt x="426" y="685"/>
                    <a:pt x="428" y="685"/>
                  </a:cubicBezTo>
                  <a:cubicBezTo>
                    <a:pt x="438" y="742"/>
                    <a:pt x="438" y="742"/>
                    <a:pt x="438" y="742"/>
                  </a:cubicBezTo>
                  <a:cubicBezTo>
                    <a:pt x="435" y="743"/>
                    <a:pt x="432" y="743"/>
                    <a:pt x="429" y="744"/>
                  </a:cubicBezTo>
                  <a:close/>
                  <a:moveTo>
                    <a:pt x="311" y="742"/>
                  </a:moveTo>
                  <a:cubicBezTo>
                    <a:pt x="309" y="742"/>
                    <a:pt x="306" y="741"/>
                    <a:pt x="303" y="741"/>
                  </a:cubicBezTo>
                  <a:cubicBezTo>
                    <a:pt x="314" y="683"/>
                    <a:pt x="314" y="683"/>
                    <a:pt x="314" y="683"/>
                  </a:cubicBezTo>
                  <a:cubicBezTo>
                    <a:pt x="316" y="684"/>
                    <a:pt x="319" y="684"/>
                    <a:pt x="321" y="685"/>
                  </a:cubicBezTo>
                  <a:lnTo>
                    <a:pt x="311" y="742"/>
                  </a:lnTo>
                  <a:close/>
                  <a:moveTo>
                    <a:pt x="445" y="741"/>
                  </a:moveTo>
                  <a:cubicBezTo>
                    <a:pt x="434" y="684"/>
                    <a:pt x="434" y="684"/>
                    <a:pt x="434" y="684"/>
                  </a:cubicBezTo>
                  <a:cubicBezTo>
                    <a:pt x="436" y="683"/>
                    <a:pt x="439" y="683"/>
                    <a:pt x="441" y="682"/>
                  </a:cubicBezTo>
                  <a:cubicBezTo>
                    <a:pt x="453" y="739"/>
                    <a:pt x="453" y="739"/>
                    <a:pt x="453" y="739"/>
                  </a:cubicBezTo>
                  <a:cubicBezTo>
                    <a:pt x="451" y="740"/>
                    <a:pt x="448" y="741"/>
                    <a:pt x="445" y="741"/>
                  </a:cubicBezTo>
                  <a:close/>
                  <a:moveTo>
                    <a:pt x="296" y="739"/>
                  </a:moveTo>
                  <a:cubicBezTo>
                    <a:pt x="293" y="739"/>
                    <a:pt x="290" y="738"/>
                    <a:pt x="287" y="737"/>
                  </a:cubicBezTo>
                  <a:cubicBezTo>
                    <a:pt x="301" y="681"/>
                    <a:pt x="301" y="681"/>
                    <a:pt x="301" y="681"/>
                  </a:cubicBezTo>
                  <a:cubicBezTo>
                    <a:pt x="303" y="681"/>
                    <a:pt x="306" y="682"/>
                    <a:pt x="308" y="682"/>
                  </a:cubicBezTo>
                  <a:lnTo>
                    <a:pt x="296" y="739"/>
                  </a:lnTo>
                  <a:close/>
                  <a:moveTo>
                    <a:pt x="460" y="738"/>
                  </a:moveTo>
                  <a:cubicBezTo>
                    <a:pt x="447" y="681"/>
                    <a:pt x="447" y="681"/>
                    <a:pt x="447" y="681"/>
                  </a:cubicBezTo>
                  <a:cubicBezTo>
                    <a:pt x="449" y="680"/>
                    <a:pt x="452" y="680"/>
                    <a:pt x="454" y="679"/>
                  </a:cubicBezTo>
                  <a:cubicBezTo>
                    <a:pt x="469" y="736"/>
                    <a:pt x="469" y="736"/>
                    <a:pt x="469" y="736"/>
                  </a:cubicBezTo>
                  <a:cubicBezTo>
                    <a:pt x="466" y="736"/>
                    <a:pt x="463" y="737"/>
                    <a:pt x="460" y="738"/>
                  </a:cubicBezTo>
                  <a:close/>
                  <a:moveTo>
                    <a:pt x="280" y="736"/>
                  </a:moveTo>
                  <a:cubicBezTo>
                    <a:pt x="278" y="735"/>
                    <a:pt x="275" y="734"/>
                    <a:pt x="272" y="733"/>
                  </a:cubicBezTo>
                  <a:cubicBezTo>
                    <a:pt x="288" y="677"/>
                    <a:pt x="288" y="677"/>
                    <a:pt x="288" y="677"/>
                  </a:cubicBezTo>
                  <a:cubicBezTo>
                    <a:pt x="290" y="678"/>
                    <a:pt x="293" y="679"/>
                    <a:pt x="295" y="679"/>
                  </a:cubicBezTo>
                  <a:lnTo>
                    <a:pt x="280" y="736"/>
                  </a:lnTo>
                  <a:close/>
                  <a:moveTo>
                    <a:pt x="476" y="734"/>
                  </a:moveTo>
                  <a:cubicBezTo>
                    <a:pt x="460" y="678"/>
                    <a:pt x="460" y="678"/>
                    <a:pt x="460" y="678"/>
                  </a:cubicBezTo>
                  <a:cubicBezTo>
                    <a:pt x="462" y="677"/>
                    <a:pt x="465" y="676"/>
                    <a:pt x="467" y="675"/>
                  </a:cubicBezTo>
                  <a:cubicBezTo>
                    <a:pt x="484" y="731"/>
                    <a:pt x="484" y="731"/>
                    <a:pt x="484" y="731"/>
                  </a:cubicBezTo>
                  <a:cubicBezTo>
                    <a:pt x="481" y="732"/>
                    <a:pt x="479" y="733"/>
                    <a:pt x="476" y="734"/>
                  </a:cubicBezTo>
                  <a:close/>
                  <a:moveTo>
                    <a:pt x="265" y="731"/>
                  </a:moveTo>
                  <a:cubicBezTo>
                    <a:pt x="262" y="731"/>
                    <a:pt x="260" y="730"/>
                    <a:pt x="257" y="729"/>
                  </a:cubicBezTo>
                  <a:cubicBezTo>
                    <a:pt x="275" y="673"/>
                    <a:pt x="275" y="673"/>
                    <a:pt x="275" y="673"/>
                  </a:cubicBezTo>
                  <a:cubicBezTo>
                    <a:pt x="278" y="674"/>
                    <a:pt x="280" y="675"/>
                    <a:pt x="282" y="676"/>
                  </a:cubicBezTo>
                  <a:lnTo>
                    <a:pt x="265" y="731"/>
                  </a:lnTo>
                  <a:close/>
                  <a:moveTo>
                    <a:pt x="491" y="729"/>
                  </a:moveTo>
                  <a:cubicBezTo>
                    <a:pt x="473" y="674"/>
                    <a:pt x="473" y="674"/>
                    <a:pt x="473" y="674"/>
                  </a:cubicBezTo>
                  <a:cubicBezTo>
                    <a:pt x="475" y="673"/>
                    <a:pt x="477" y="672"/>
                    <a:pt x="480" y="671"/>
                  </a:cubicBezTo>
                  <a:cubicBezTo>
                    <a:pt x="499" y="726"/>
                    <a:pt x="499" y="726"/>
                    <a:pt x="499" y="726"/>
                  </a:cubicBezTo>
                  <a:cubicBezTo>
                    <a:pt x="496" y="727"/>
                    <a:pt x="494" y="728"/>
                    <a:pt x="491" y="729"/>
                  </a:cubicBezTo>
                  <a:close/>
                  <a:moveTo>
                    <a:pt x="250" y="726"/>
                  </a:moveTo>
                  <a:cubicBezTo>
                    <a:pt x="247" y="725"/>
                    <a:pt x="244" y="724"/>
                    <a:pt x="242" y="723"/>
                  </a:cubicBezTo>
                  <a:cubicBezTo>
                    <a:pt x="263" y="669"/>
                    <a:pt x="263" y="669"/>
                    <a:pt x="263" y="669"/>
                  </a:cubicBezTo>
                  <a:cubicBezTo>
                    <a:pt x="265" y="670"/>
                    <a:pt x="267" y="671"/>
                    <a:pt x="269" y="671"/>
                  </a:cubicBezTo>
                  <a:lnTo>
                    <a:pt x="250" y="726"/>
                  </a:lnTo>
                  <a:close/>
                  <a:moveTo>
                    <a:pt x="506" y="724"/>
                  </a:moveTo>
                  <a:cubicBezTo>
                    <a:pt x="485" y="669"/>
                    <a:pt x="485" y="669"/>
                    <a:pt x="485" y="669"/>
                  </a:cubicBezTo>
                  <a:cubicBezTo>
                    <a:pt x="488" y="668"/>
                    <a:pt x="490" y="667"/>
                    <a:pt x="492" y="667"/>
                  </a:cubicBezTo>
                  <a:cubicBezTo>
                    <a:pt x="514" y="721"/>
                    <a:pt x="514" y="721"/>
                    <a:pt x="514" y="721"/>
                  </a:cubicBezTo>
                  <a:cubicBezTo>
                    <a:pt x="511" y="722"/>
                    <a:pt x="509" y="723"/>
                    <a:pt x="506" y="724"/>
                  </a:cubicBezTo>
                  <a:close/>
                  <a:moveTo>
                    <a:pt x="235" y="721"/>
                  </a:moveTo>
                  <a:cubicBezTo>
                    <a:pt x="232" y="720"/>
                    <a:pt x="230" y="719"/>
                    <a:pt x="227" y="718"/>
                  </a:cubicBezTo>
                  <a:cubicBezTo>
                    <a:pt x="250" y="664"/>
                    <a:pt x="250" y="664"/>
                    <a:pt x="250" y="664"/>
                  </a:cubicBezTo>
                  <a:cubicBezTo>
                    <a:pt x="252" y="665"/>
                    <a:pt x="255" y="666"/>
                    <a:pt x="257" y="667"/>
                  </a:cubicBezTo>
                  <a:lnTo>
                    <a:pt x="235" y="721"/>
                  </a:lnTo>
                  <a:close/>
                  <a:moveTo>
                    <a:pt x="521" y="718"/>
                  </a:moveTo>
                  <a:cubicBezTo>
                    <a:pt x="498" y="664"/>
                    <a:pt x="498" y="664"/>
                    <a:pt x="498" y="664"/>
                  </a:cubicBezTo>
                  <a:cubicBezTo>
                    <a:pt x="500" y="663"/>
                    <a:pt x="502" y="662"/>
                    <a:pt x="504" y="661"/>
                  </a:cubicBezTo>
                  <a:cubicBezTo>
                    <a:pt x="529" y="715"/>
                    <a:pt x="529" y="715"/>
                    <a:pt x="529" y="715"/>
                  </a:cubicBezTo>
                  <a:cubicBezTo>
                    <a:pt x="526" y="716"/>
                    <a:pt x="523" y="717"/>
                    <a:pt x="521" y="718"/>
                  </a:cubicBezTo>
                  <a:close/>
                  <a:moveTo>
                    <a:pt x="220" y="715"/>
                  </a:moveTo>
                  <a:cubicBezTo>
                    <a:pt x="218" y="713"/>
                    <a:pt x="215" y="712"/>
                    <a:pt x="213" y="711"/>
                  </a:cubicBezTo>
                  <a:cubicBezTo>
                    <a:pt x="238" y="658"/>
                    <a:pt x="238" y="658"/>
                    <a:pt x="238" y="658"/>
                  </a:cubicBezTo>
                  <a:cubicBezTo>
                    <a:pt x="240" y="659"/>
                    <a:pt x="242" y="660"/>
                    <a:pt x="245" y="661"/>
                  </a:cubicBezTo>
                  <a:lnTo>
                    <a:pt x="220" y="715"/>
                  </a:lnTo>
                  <a:close/>
                  <a:moveTo>
                    <a:pt x="535" y="712"/>
                  </a:moveTo>
                  <a:cubicBezTo>
                    <a:pt x="510" y="659"/>
                    <a:pt x="510" y="659"/>
                    <a:pt x="510" y="659"/>
                  </a:cubicBezTo>
                  <a:cubicBezTo>
                    <a:pt x="512" y="658"/>
                    <a:pt x="514" y="657"/>
                    <a:pt x="517" y="656"/>
                  </a:cubicBezTo>
                  <a:cubicBezTo>
                    <a:pt x="543" y="708"/>
                    <a:pt x="543" y="708"/>
                    <a:pt x="543" y="708"/>
                  </a:cubicBezTo>
                  <a:cubicBezTo>
                    <a:pt x="540" y="709"/>
                    <a:pt x="538" y="710"/>
                    <a:pt x="535" y="712"/>
                  </a:cubicBezTo>
                  <a:close/>
                  <a:moveTo>
                    <a:pt x="206" y="708"/>
                  </a:moveTo>
                  <a:cubicBezTo>
                    <a:pt x="203" y="706"/>
                    <a:pt x="201" y="705"/>
                    <a:pt x="198" y="704"/>
                  </a:cubicBezTo>
                  <a:cubicBezTo>
                    <a:pt x="226" y="652"/>
                    <a:pt x="226" y="652"/>
                    <a:pt x="226" y="652"/>
                  </a:cubicBezTo>
                  <a:cubicBezTo>
                    <a:pt x="228" y="653"/>
                    <a:pt x="230" y="654"/>
                    <a:pt x="232" y="656"/>
                  </a:cubicBezTo>
                  <a:lnTo>
                    <a:pt x="206" y="708"/>
                  </a:lnTo>
                  <a:close/>
                  <a:moveTo>
                    <a:pt x="549" y="704"/>
                  </a:moveTo>
                  <a:cubicBezTo>
                    <a:pt x="522" y="653"/>
                    <a:pt x="522" y="653"/>
                    <a:pt x="522" y="653"/>
                  </a:cubicBezTo>
                  <a:cubicBezTo>
                    <a:pt x="524" y="652"/>
                    <a:pt x="526" y="650"/>
                    <a:pt x="528" y="649"/>
                  </a:cubicBezTo>
                  <a:cubicBezTo>
                    <a:pt x="557" y="700"/>
                    <a:pt x="557" y="700"/>
                    <a:pt x="557" y="700"/>
                  </a:cubicBezTo>
                  <a:cubicBezTo>
                    <a:pt x="554" y="702"/>
                    <a:pt x="552" y="703"/>
                    <a:pt x="549" y="704"/>
                  </a:cubicBezTo>
                  <a:close/>
                  <a:moveTo>
                    <a:pt x="192" y="700"/>
                  </a:moveTo>
                  <a:cubicBezTo>
                    <a:pt x="189" y="699"/>
                    <a:pt x="187" y="697"/>
                    <a:pt x="184" y="696"/>
                  </a:cubicBezTo>
                  <a:cubicBezTo>
                    <a:pt x="214" y="646"/>
                    <a:pt x="214" y="646"/>
                    <a:pt x="214" y="646"/>
                  </a:cubicBezTo>
                  <a:cubicBezTo>
                    <a:pt x="216" y="647"/>
                    <a:pt x="218" y="648"/>
                    <a:pt x="221" y="649"/>
                  </a:cubicBezTo>
                  <a:lnTo>
                    <a:pt x="192" y="700"/>
                  </a:lnTo>
                  <a:close/>
                  <a:moveTo>
                    <a:pt x="563" y="697"/>
                  </a:moveTo>
                  <a:cubicBezTo>
                    <a:pt x="534" y="646"/>
                    <a:pt x="534" y="646"/>
                    <a:pt x="534" y="646"/>
                  </a:cubicBezTo>
                  <a:cubicBezTo>
                    <a:pt x="536" y="645"/>
                    <a:pt x="538" y="644"/>
                    <a:pt x="540" y="642"/>
                  </a:cubicBezTo>
                  <a:cubicBezTo>
                    <a:pt x="571" y="692"/>
                    <a:pt x="571" y="692"/>
                    <a:pt x="571" y="692"/>
                  </a:cubicBezTo>
                  <a:cubicBezTo>
                    <a:pt x="568" y="694"/>
                    <a:pt x="566" y="695"/>
                    <a:pt x="563" y="697"/>
                  </a:cubicBezTo>
                  <a:close/>
                  <a:moveTo>
                    <a:pt x="178" y="692"/>
                  </a:moveTo>
                  <a:cubicBezTo>
                    <a:pt x="176" y="691"/>
                    <a:pt x="173" y="689"/>
                    <a:pt x="171" y="688"/>
                  </a:cubicBezTo>
                  <a:cubicBezTo>
                    <a:pt x="203" y="638"/>
                    <a:pt x="203" y="638"/>
                    <a:pt x="203" y="638"/>
                  </a:cubicBezTo>
                  <a:cubicBezTo>
                    <a:pt x="205" y="640"/>
                    <a:pt x="207" y="641"/>
                    <a:pt x="209" y="642"/>
                  </a:cubicBezTo>
                  <a:lnTo>
                    <a:pt x="178" y="692"/>
                  </a:lnTo>
                  <a:close/>
                  <a:moveTo>
                    <a:pt x="577" y="688"/>
                  </a:moveTo>
                  <a:cubicBezTo>
                    <a:pt x="545" y="639"/>
                    <a:pt x="545" y="639"/>
                    <a:pt x="545" y="639"/>
                  </a:cubicBezTo>
                  <a:cubicBezTo>
                    <a:pt x="547" y="638"/>
                    <a:pt x="549" y="637"/>
                    <a:pt x="551" y="635"/>
                  </a:cubicBezTo>
                  <a:cubicBezTo>
                    <a:pt x="584" y="684"/>
                    <a:pt x="584" y="684"/>
                    <a:pt x="584" y="684"/>
                  </a:cubicBezTo>
                  <a:cubicBezTo>
                    <a:pt x="581" y="685"/>
                    <a:pt x="579" y="687"/>
                    <a:pt x="577" y="688"/>
                  </a:cubicBezTo>
                  <a:close/>
                  <a:moveTo>
                    <a:pt x="165" y="684"/>
                  </a:moveTo>
                  <a:cubicBezTo>
                    <a:pt x="163" y="682"/>
                    <a:pt x="160" y="680"/>
                    <a:pt x="158" y="679"/>
                  </a:cubicBezTo>
                  <a:cubicBezTo>
                    <a:pt x="192" y="631"/>
                    <a:pt x="192" y="631"/>
                    <a:pt x="192" y="631"/>
                  </a:cubicBezTo>
                  <a:cubicBezTo>
                    <a:pt x="194" y="632"/>
                    <a:pt x="196" y="634"/>
                    <a:pt x="198" y="635"/>
                  </a:cubicBezTo>
                  <a:lnTo>
                    <a:pt x="165" y="684"/>
                  </a:lnTo>
                  <a:close/>
                  <a:moveTo>
                    <a:pt x="590" y="680"/>
                  </a:moveTo>
                  <a:cubicBezTo>
                    <a:pt x="556" y="632"/>
                    <a:pt x="556" y="632"/>
                    <a:pt x="556" y="632"/>
                  </a:cubicBezTo>
                  <a:cubicBezTo>
                    <a:pt x="558" y="630"/>
                    <a:pt x="560" y="629"/>
                    <a:pt x="562" y="628"/>
                  </a:cubicBezTo>
                  <a:cubicBezTo>
                    <a:pt x="597" y="675"/>
                    <a:pt x="597" y="675"/>
                    <a:pt x="597" y="675"/>
                  </a:cubicBezTo>
                  <a:cubicBezTo>
                    <a:pt x="594" y="676"/>
                    <a:pt x="592" y="678"/>
                    <a:pt x="590" y="680"/>
                  </a:cubicBezTo>
                  <a:close/>
                  <a:moveTo>
                    <a:pt x="152" y="674"/>
                  </a:moveTo>
                  <a:cubicBezTo>
                    <a:pt x="150" y="673"/>
                    <a:pt x="147" y="671"/>
                    <a:pt x="145" y="669"/>
                  </a:cubicBezTo>
                  <a:cubicBezTo>
                    <a:pt x="181" y="623"/>
                    <a:pt x="181" y="623"/>
                    <a:pt x="181" y="623"/>
                  </a:cubicBezTo>
                  <a:cubicBezTo>
                    <a:pt x="183" y="624"/>
                    <a:pt x="185" y="626"/>
                    <a:pt x="187" y="627"/>
                  </a:cubicBezTo>
                  <a:lnTo>
                    <a:pt x="152" y="674"/>
                  </a:lnTo>
                  <a:close/>
                  <a:moveTo>
                    <a:pt x="603" y="670"/>
                  </a:moveTo>
                  <a:cubicBezTo>
                    <a:pt x="567" y="624"/>
                    <a:pt x="567" y="624"/>
                    <a:pt x="567" y="624"/>
                  </a:cubicBezTo>
                  <a:cubicBezTo>
                    <a:pt x="569" y="622"/>
                    <a:pt x="571" y="621"/>
                    <a:pt x="573" y="619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7" y="667"/>
                    <a:pt x="605" y="668"/>
                    <a:pt x="603" y="670"/>
                  </a:cubicBezTo>
                  <a:close/>
                  <a:moveTo>
                    <a:pt x="139" y="665"/>
                  </a:moveTo>
                  <a:cubicBezTo>
                    <a:pt x="137" y="663"/>
                    <a:pt x="135" y="661"/>
                    <a:pt x="133" y="659"/>
                  </a:cubicBezTo>
                  <a:cubicBezTo>
                    <a:pt x="171" y="614"/>
                    <a:pt x="171" y="614"/>
                    <a:pt x="171" y="614"/>
                  </a:cubicBezTo>
                  <a:cubicBezTo>
                    <a:pt x="172" y="616"/>
                    <a:pt x="174" y="618"/>
                    <a:pt x="176" y="619"/>
                  </a:cubicBezTo>
                  <a:lnTo>
                    <a:pt x="139" y="665"/>
                  </a:lnTo>
                  <a:close/>
                  <a:moveTo>
                    <a:pt x="615" y="660"/>
                  </a:moveTo>
                  <a:cubicBezTo>
                    <a:pt x="577" y="615"/>
                    <a:pt x="577" y="615"/>
                    <a:pt x="577" y="615"/>
                  </a:cubicBezTo>
                  <a:cubicBezTo>
                    <a:pt x="579" y="614"/>
                    <a:pt x="581" y="612"/>
                    <a:pt x="583" y="611"/>
                  </a:cubicBezTo>
                  <a:cubicBezTo>
                    <a:pt x="621" y="655"/>
                    <a:pt x="621" y="655"/>
                    <a:pt x="621" y="655"/>
                  </a:cubicBezTo>
                  <a:cubicBezTo>
                    <a:pt x="619" y="656"/>
                    <a:pt x="617" y="658"/>
                    <a:pt x="615" y="660"/>
                  </a:cubicBezTo>
                  <a:close/>
                  <a:moveTo>
                    <a:pt x="127" y="654"/>
                  </a:moveTo>
                  <a:cubicBezTo>
                    <a:pt x="125" y="652"/>
                    <a:pt x="123" y="651"/>
                    <a:pt x="121" y="649"/>
                  </a:cubicBezTo>
                  <a:cubicBezTo>
                    <a:pt x="161" y="606"/>
                    <a:pt x="161" y="606"/>
                    <a:pt x="161" y="606"/>
                  </a:cubicBezTo>
                  <a:cubicBezTo>
                    <a:pt x="162" y="607"/>
                    <a:pt x="164" y="609"/>
                    <a:pt x="166" y="610"/>
                  </a:cubicBezTo>
                  <a:lnTo>
                    <a:pt x="127" y="654"/>
                  </a:lnTo>
                  <a:close/>
                  <a:moveTo>
                    <a:pt x="627" y="650"/>
                  </a:moveTo>
                  <a:cubicBezTo>
                    <a:pt x="587" y="607"/>
                    <a:pt x="587" y="607"/>
                    <a:pt x="587" y="607"/>
                  </a:cubicBezTo>
                  <a:cubicBezTo>
                    <a:pt x="589" y="605"/>
                    <a:pt x="591" y="603"/>
                    <a:pt x="593" y="602"/>
                  </a:cubicBezTo>
                  <a:cubicBezTo>
                    <a:pt x="633" y="644"/>
                    <a:pt x="633" y="644"/>
                    <a:pt x="633" y="644"/>
                  </a:cubicBezTo>
                  <a:cubicBezTo>
                    <a:pt x="631" y="646"/>
                    <a:pt x="629" y="648"/>
                    <a:pt x="627" y="650"/>
                  </a:cubicBezTo>
                  <a:close/>
                  <a:moveTo>
                    <a:pt x="116" y="644"/>
                  </a:moveTo>
                  <a:cubicBezTo>
                    <a:pt x="114" y="642"/>
                    <a:pt x="111" y="640"/>
                    <a:pt x="109" y="638"/>
                  </a:cubicBezTo>
                  <a:cubicBezTo>
                    <a:pt x="151" y="596"/>
                    <a:pt x="151" y="596"/>
                    <a:pt x="151" y="596"/>
                  </a:cubicBezTo>
                  <a:cubicBezTo>
                    <a:pt x="153" y="598"/>
                    <a:pt x="154" y="600"/>
                    <a:pt x="156" y="601"/>
                  </a:cubicBezTo>
                  <a:lnTo>
                    <a:pt x="116" y="644"/>
                  </a:lnTo>
                  <a:close/>
                  <a:moveTo>
                    <a:pt x="638" y="639"/>
                  </a:moveTo>
                  <a:cubicBezTo>
                    <a:pt x="597" y="597"/>
                    <a:pt x="597" y="597"/>
                    <a:pt x="597" y="597"/>
                  </a:cubicBezTo>
                  <a:cubicBezTo>
                    <a:pt x="599" y="596"/>
                    <a:pt x="601" y="594"/>
                    <a:pt x="602" y="592"/>
                  </a:cubicBezTo>
                  <a:cubicBezTo>
                    <a:pt x="644" y="633"/>
                    <a:pt x="644" y="633"/>
                    <a:pt x="644" y="633"/>
                  </a:cubicBezTo>
                  <a:cubicBezTo>
                    <a:pt x="642" y="635"/>
                    <a:pt x="640" y="637"/>
                    <a:pt x="638" y="639"/>
                  </a:cubicBezTo>
                  <a:close/>
                  <a:moveTo>
                    <a:pt x="104" y="632"/>
                  </a:moveTo>
                  <a:cubicBezTo>
                    <a:pt x="102" y="630"/>
                    <a:pt x="100" y="628"/>
                    <a:pt x="98" y="626"/>
                  </a:cubicBezTo>
                  <a:cubicBezTo>
                    <a:pt x="142" y="587"/>
                    <a:pt x="142" y="587"/>
                    <a:pt x="142" y="587"/>
                  </a:cubicBezTo>
                  <a:cubicBezTo>
                    <a:pt x="143" y="588"/>
                    <a:pt x="145" y="590"/>
                    <a:pt x="147" y="592"/>
                  </a:cubicBezTo>
                  <a:lnTo>
                    <a:pt x="104" y="632"/>
                  </a:lnTo>
                  <a:close/>
                  <a:moveTo>
                    <a:pt x="649" y="627"/>
                  </a:moveTo>
                  <a:cubicBezTo>
                    <a:pt x="606" y="588"/>
                    <a:pt x="606" y="588"/>
                    <a:pt x="606" y="588"/>
                  </a:cubicBezTo>
                  <a:cubicBezTo>
                    <a:pt x="608" y="586"/>
                    <a:pt x="610" y="584"/>
                    <a:pt x="611" y="582"/>
                  </a:cubicBezTo>
                  <a:cubicBezTo>
                    <a:pt x="655" y="621"/>
                    <a:pt x="655" y="621"/>
                    <a:pt x="655" y="621"/>
                  </a:cubicBezTo>
                  <a:cubicBezTo>
                    <a:pt x="653" y="623"/>
                    <a:pt x="651" y="625"/>
                    <a:pt x="649" y="627"/>
                  </a:cubicBezTo>
                  <a:close/>
                  <a:moveTo>
                    <a:pt x="94" y="621"/>
                  </a:moveTo>
                  <a:cubicBezTo>
                    <a:pt x="92" y="619"/>
                    <a:pt x="90" y="616"/>
                    <a:pt x="88" y="614"/>
                  </a:cubicBezTo>
                  <a:cubicBezTo>
                    <a:pt x="133" y="577"/>
                    <a:pt x="133" y="577"/>
                    <a:pt x="133" y="577"/>
                  </a:cubicBezTo>
                  <a:cubicBezTo>
                    <a:pt x="134" y="578"/>
                    <a:pt x="136" y="580"/>
                    <a:pt x="138" y="582"/>
                  </a:cubicBezTo>
                  <a:lnTo>
                    <a:pt x="94" y="621"/>
                  </a:lnTo>
                  <a:close/>
                  <a:moveTo>
                    <a:pt x="660" y="616"/>
                  </a:moveTo>
                  <a:cubicBezTo>
                    <a:pt x="615" y="578"/>
                    <a:pt x="615" y="578"/>
                    <a:pt x="615" y="578"/>
                  </a:cubicBezTo>
                  <a:cubicBezTo>
                    <a:pt x="617" y="576"/>
                    <a:pt x="618" y="574"/>
                    <a:pt x="620" y="572"/>
                  </a:cubicBezTo>
                  <a:cubicBezTo>
                    <a:pt x="665" y="609"/>
                    <a:pt x="665" y="609"/>
                    <a:pt x="665" y="609"/>
                  </a:cubicBezTo>
                  <a:cubicBezTo>
                    <a:pt x="664" y="611"/>
                    <a:pt x="662" y="613"/>
                    <a:pt x="660" y="616"/>
                  </a:cubicBezTo>
                  <a:close/>
                  <a:moveTo>
                    <a:pt x="83" y="609"/>
                  </a:moveTo>
                  <a:cubicBezTo>
                    <a:pt x="82" y="606"/>
                    <a:pt x="80" y="604"/>
                    <a:pt x="78" y="602"/>
                  </a:cubicBezTo>
                  <a:cubicBezTo>
                    <a:pt x="124" y="566"/>
                    <a:pt x="124" y="566"/>
                    <a:pt x="124" y="566"/>
                  </a:cubicBezTo>
                  <a:cubicBezTo>
                    <a:pt x="126" y="568"/>
                    <a:pt x="127" y="570"/>
                    <a:pt x="129" y="572"/>
                  </a:cubicBezTo>
                  <a:lnTo>
                    <a:pt x="83" y="609"/>
                  </a:lnTo>
                  <a:close/>
                  <a:moveTo>
                    <a:pt x="670" y="603"/>
                  </a:moveTo>
                  <a:cubicBezTo>
                    <a:pt x="624" y="567"/>
                    <a:pt x="624" y="567"/>
                    <a:pt x="624" y="567"/>
                  </a:cubicBezTo>
                  <a:cubicBezTo>
                    <a:pt x="625" y="565"/>
                    <a:pt x="627" y="563"/>
                    <a:pt x="628" y="561"/>
                  </a:cubicBezTo>
                  <a:cubicBezTo>
                    <a:pt x="675" y="596"/>
                    <a:pt x="675" y="596"/>
                    <a:pt x="675" y="596"/>
                  </a:cubicBezTo>
                  <a:cubicBezTo>
                    <a:pt x="673" y="599"/>
                    <a:pt x="672" y="601"/>
                    <a:pt x="670" y="603"/>
                  </a:cubicBezTo>
                  <a:close/>
                  <a:moveTo>
                    <a:pt x="74" y="596"/>
                  </a:moveTo>
                  <a:cubicBezTo>
                    <a:pt x="72" y="594"/>
                    <a:pt x="70" y="591"/>
                    <a:pt x="69" y="589"/>
                  </a:cubicBezTo>
                  <a:cubicBezTo>
                    <a:pt x="116" y="555"/>
                    <a:pt x="116" y="555"/>
                    <a:pt x="116" y="555"/>
                  </a:cubicBezTo>
                  <a:cubicBezTo>
                    <a:pt x="118" y="557"/>
                    <a:pt x="119" y="559"/>
                    <a:pt x="121" y="561"/>
                  </a:cubicBezTo>
                  <a:lnTo>
                    <a:pt x="74" y="596"/>
                  </a:lnTo>
                  <a:close/>
                  <a:moveTo>
                    <a:pt x="679" y="590"/>
                  </a:moveTo>
                  <a:cubicBezTo>
                    <a:pt x="632" y="557"/>
                    <a:pt x="632" y="557"/>
                    <a:pt x="632" y="557"/>
                  </a:cubicBezTo>
                  <a:cubicBezTo>
                    <a:pt x="633" y="555"/>
                    <a:pt x="635" y="553"/>
                    <a:pt x="636" y="551"/>
                  </a:cubicBezTo>
                  <a:cubicBezTo>
                    <a:pt x="684" y="583"/>
                    <a:pt x="684" y="583"/>
                    <a:pt x="684" y="583"/>
                  </a:cubicBezTo>
                  <a:cubicBezTo>
                    <a:pt x="683" y="586"/>
                    <a:pt x="681" y="588"/>
                    <a:pt x="679" y="590"/>
                  </a:cubicBezTo>
                  <a:close/>
                  <a:moveTo>
                    <a:pt x="65" y="583"/>
                  </a:moveTo>
                  <a:cubicBezTo>
                    <a:pt x="63" y="581"/>
                    <a:pt x="61" y="578"/>
                    <a:pt x="60" y="576"/>
                  </a:cubicBezTo>
                  <a:cubicBezTo>
                    <a:pt x="109" y="544"/>
                    <a:pt x="109" y="544"/>
                    <a:pt x="109" y="544"/>
                  </a:cubicBezTo>
                  <a:cubicBezTo>
                    <a:pt x="110" y="546"/>
                    <a:pt x="112" y="548"/>
                    <a:pt x="113" y="550"/>
                  </a:cubicBezTo>
                  <a:lnTo>
                    <a:pt x="65" y="583"/>
                  </a:lnTo>
                  <a:close/>
                  <a:moveTo>
                    <a:pt x="688" y="577"/>
                  </a:moveTo>
                  <a:cubicBezTo>
                    <a:pt x="639" y="545"/>
                    <a:pt x="639" y="545"/>
                    <a:pt x="639" y="545"/>
                  </a:cubicBezTo>
                  <a:cubicBezTo>
                    <a:pt x="641" y="543"/>
                    <a:pt x="642" y="541"/>
                    <a:pt x="643" y="539"/>
                  </a:cubicBezTo>
                  <a:cubicBezTo>
                    <a:pt x="693" y="570"/>
                    <a:pt x="693" y="570"/>
                    <a:pt x="693" y="570"/>
                  </a:cubicBezTo>
                  <a:cubicBezTo>
                    <a:pt x="691" y="572"/>
                    <a:pt x="690" y="575"/>
                    <a:pt x="688" y="577"/>
                  </a:cubicBezTo>
                  <a:close/>
                  <a:moveTo>
                    <a:pt x="56" y="570"/>
                  </a:moveTo>
                  <a:cubicBezTo>
                    <a:pt x="54" y="567"/>
                    <a:pt x="53" y="565"/>
                    <a:pt x="52" y="562"/>
                  </a:cubicBezTo>
                  <a:cubicBezTo>
                    <a:pt x="102" y="533"/>
                    <a:pt x="102" y="533"/>
                    <a:pt x="102" y="533"/>
                  </a:cubicBezTo>
                  <a:cubicBezTo>
                    <a:pt x="103" y="535"/>
                    <a:pt x="104" y="537"/>
                    <a:pt x="106" y="539"/>
                  </a:cubicBezTo>
                  <a:lnTo>
                    <a:pt x="56" y="570"/>
                  </a:lnTo>
                  <a:close/>
                  <a:moveTo>
                    <a:pt x="697" y="564"/>
                  </a:moveTo>
                  <a:cubicBezTo>
                    <a:pt x="646" y="534"/>
                    <a:pt x="646" y="534"/>
                    <a:pt x="646" y="534"/>
                  </a:cubicBezTo>
                  <a:cubicBezTo>
                    <a:pt x="648" y="532"/>
                    <a:pt x="649" y="530"/>
                    <a:pt x="650" y="528"/>
                  </a:cubicBezTo>
                  <a:cubicBezTo>
                    <a:pt x="701" y="556"/>
                    <a:pt x="701" y="556"/>
                    <a:pt x="701" y="556"/>
                  </a:cubicBezTo>
                  <a:cubicBezTo>
                    <a:pt x="700" y="559"/>
                    <a:pt x="698" y="561"/>
                    <a:pt x="697" y="564"/>
                  </a:cubicBezTo>
                  <a:close/>
                  <a:moveTo>
                    <a:pt x="48" y="556"/>
                  </a:moveTo>
                  <a:cubicBezTo>
                    <a:pt x="47" y="554"/>
                    <a:pt x="45" y="551"/>
                    <a:pt x="44" y="549"/>
                  </a:cubicBezTo>
                  <a:cubicBezTo>
                    <a:pt x="95" y="521"/>
                    <a:pt x="95" y="521"/>
                    <a:pt x="95" y="521"/>
                  </a:cubicBezTo>
                  <a:cubicBezTo>
                    <a:pt x="97" y="523"/>
                    <a:pt x="98" y="525"/>
                    <a:pt x="99" y="528"/>
                  </a:cubicBezTo>
                  <a:lnTo>
                    <a:pt x="48" y="556"/>
                  </a:lnTo>
                  <a:close/>
                  <a:moveTo>
                    <a:pt x="704" y="550"/>
                  </a:moveTo>
                  <a:cubicBezTo>
                    <a:pt x="653" y="522"/>
                    <a:pt x="653" y="522"/>
                    <a:pt x="653" y="522"/>
                  </a:cubicBezTo>
                  <a:cubicBezTo>
                    <a:pt x="654" y="520"/>
                    <a:pt x="655" y="518"/>
                    <a:pt x="656" y="516"/>
                  </a:cubicBezTo>
                  <a:cubicBezTo>
                    <a:pt x="708" y="542"/>
                    <a:pt x="708" y="542"/>
                    <a:pt x="708" y="542"/>
                  </a:cubicBezTo>
                  <a:cubicBezTo>
                    <a:pt x="707" y="545"/>
                    <a:pt x="706" y="547"/>
                    <a:pt x="704" y="550"/>
                  </a:cubicBezTo>
                  <a:close/>
                  <a:moveTo>
                    <a:pt x="40" y="542"/>
                  </a:moveTo>
                  <a:cubicBezTo>
                    <a:pt x="39" y="540"/>
                    <a:pt x="38" y="537"/>
                    <a:pt x="37" y="534"/>
                  </a:cubicBezTo>
                  <a:cubicBezTo>
                    <a:pt x="89" y="509"/>
                    <a:pt x="89" y="509"/>
                    <a:pt x="89" y="509"/>
                  </a:cubicBezTo>
                  <a:cubicBezTo>
                    <a:pt x="91" y="511"/>
                    <a:pt x="92" y="514"/>
                    <a:pt x="93" y="516"/>
                  </a:cubicBezTo>
                  <a:lnTo>
                    <a:pt x="40" y="542"/>
                  </a:lnTo>
                  <a:close/>
                  <a:moveTo>
                    <a:pt x="712" y="536"/>
                  </a:moveTo>
                  <a:cubicBezTo>
                    <a:pt x="659" y="510"/>
                    <a:pt x="659" y="510"/>
                    <a:pt x="659" y="510"/>
                  </a:cubicBezTo>
                  <a:cubicBezTo>
                    <a:pt x="660" y="508"/>
                    <a:pt x="661" y="506"/>
                    <a:pt x="662" y="504"/>
                  </a:cubicBezTo>
                  <a:cubicBezTo>
                    <a:pt x="715" y="528"/>
                    <a:pt x="715" y="528"/>
                    <a:pt x="715" y="528"/>
                  </a:cubicBezTo>
                  <a:cubicBezTo>
                    <a:pt x="714" y="531"/>
                    <a:pt x="713" y="533"/>
                    <a:pt x="712" y="536"/>
                  </a:cubicBezTo>
                  <a:close/>
                  <a:moveTo>
                    <a:pt x="34" y="528"/>
                  </a:moveTo>
                  <a:cubicBezTo>
                    <a:pt x="32" y="525"/>
                    <a:pt x="31" y="523"/>
                    <a:pt x="30" y="520"/>
                  </a:cubicBezTo>
                  <a:cubicBezTo>
                    <a:pt x="84" y="497"/>
                    <a:pt x="84" y="497"/>
                    <a:pt x="84" y="497"/>
                  </a:cubicBezTo>
                  <a:cubicBezTo>
                    <a:pt x="85" y="499"/>
                    <a:pt x="86" y="502"/>
                    <a:pt x="87" y="504"/>
                  </a:cubicBezTo>
                  <a:lnTo>
                    <a:pt x="34" y="528"/>
                  </a:lnTo>
                  <a:close/>
                  <a:moveTo>
                    <a:pt x="718" y="521"/>
                  </a:moveTo>
                  <a:cubicBezTo>
                    <a:pt x="665" y="498"/>
                    <a:pt x="665" y="498"/>
                    <a:pt x="665" y="498"/>
                  </a:cubicBezTo>
                  <a:cubicBezTo>
                    <a:pt x="666" y="496"/>
                    <a:pt x="666" y="494"/>
                    <a:pt x="667" y="491"/>
                  </a:cubicBezTo>
                  <a:cubicBezTo>
                    <a:pt x="722" y="513"/>
                    <a:pt x="722" y="513"/>
                    <a:pt x="722" y="513"/>
                  </a:cubicBezTo>
                  <a:cubicBezTo>
                    <a:pt x="721" y="516"/>
                    <a:pt x="719" y="519"/>
                    <a:pt x="718" y="521"/>
                  </a:cubicBezTo>
                  <a:close/>
                  <a:moveTo>
                    <a:pt x="27" y="513"/>
                  </a:moveTo>
                  <a:cubicBezTo>
                    <a:pt x="26" y="511"/>
                    <a:pt x="25" y="508"/>
                    <a:pt x="24" y="505"/>
                  </a:cubicBezTo>
                  <a:cubicBezTo>
                    <a:pt x="79" y="485"/>
                    <a:pt x="79" y="485"/>
                    <a:pt x="79" y="485"/>
                  </a:cubicBezTo>
                  <a:cubicBezTo>
                    <a:pt x="80" y="487"/>
                    <a:pt x="81" y="489"/>
                    <a:pt x="82" y="491"/>
                  </a:cubicBezTo>
                  <a:lnTo>
                    <a:pt x="27" y="513"/>
                  </a:lnTo>
                  <a:close/>
                  <a:moveTo>
                    <a:pt x="724" y="506"/>
                  </a:moveTo>
                  <a:cubicBezTo>
                    <a:pt x="670" y="486"/>
                    <a:pt x="670" y="486"/>
                    <a:pt x="670" y="486"/>
                  </a:cubicBezTo>
                  <a:cubicBezTo>
                    <a:pt x="670" y="483"/>
                    <a:pt x="671" y="481"/>
                    <a:pt x="672" y="479"/>
                  </a:cubicBezTo>
                  <a:cubicBezTo>
                    <a:pt x="727" y="498"/>
                    <a:pt x="727" y="498"/>
                    <a:pt x="727" y="498"/>
                  </a:cubicBezTo>
                  <a:cubicBezTo>
                    <a:pt x="726" y="501"/>
                    <a:pt x="725" y="504"/>
                    <a:pt x="724" y="506"/>
                  </a:cubicBezTo>
                  <a:close/>
                  <a:moveTo>
                    <a:pt x="22" y="498"/>
                  </a:moveTo>
                  <a:cubicBezTo>
                    <a:pt x="21" y="496"/>
                    <a:pt x="20" y="493"/>
                    <a:pt x="19" y="490"/>
                  </a:cubicBezTo>
                  <a:cubicBezTo>
                    <a:pt x="75" y="472"/>
                    <a:pt x="75" y="472"/>
                    <a:pt x="75" y="472"/>
                  </a:cubicBezTo>
                  <a:cubicBezTo>
                    <a:pt x="75" y="474"/>
                    <a:pt x="76" y="477"/>
                    <a:pt x="77" y="479"/>
                  </a:cubicBezTo>
                  <a:lnTo>
                    <a:pt x="22" y="498"/>
                  </a:lnTo>
                  <a:close/>
                  <a:moveTo>
                    <a:pt x="730" y="491"/>
                  </a:moveTo>
                  <a:cubicBezTo>
                    <a:pt x="674" y="473"/>
                    <a:pt x="674" y="473"/>
                    <a:pt x="674" y="473"/>
                  </a:cubicBezTo>
                  <a:cubicBezTo>
                    <a:pt x="675" y="471"/>
                    <a:pt x="676" y="468"/>
                    <a:pt x="676" y="466"/>
                  </a:cubicBezTo>
                  <a:cubicBezTo>
                    <a:pt x="732" y="483"/>
                    <a:pt x="732" y="483"/>
                    <a:pt x="732" y="483"/>
                  </a:cubicBezTo>
                  <a:cubicBezTo>
                    <a:pt x="731" y="486"/>
                    <a:pt x="731" y="489"/>
                    <a:pt x="730" y="491"/>
                  </a:cubicBezTo>
                  <a:close/>
                  <a:moveTo>
                    <a:pt x="17" y="483"/>
                  </a:moveTo>
                  <a:cubicBezTo>
                    <a:pt x="16" y="481"/>
                    <a:pt x="15" y="478"/>
                    <a:pt x="14" y="475"/>
                  </a:cubicBezTo>
                  <a:cubicBezTo>
                    <a:pt x="71" y="459"/>
                    <a:pt x="71" y="459"/>
                    <a:pt x="71" y="459"/>
                  </a:cubicBezTo>
                  <a:cubicBezTo>
                    <a:pt x="71" y="462"/>
                    <a:pt x="72" y="464"/>
                    <a:pt x="73" y="466"/>
                  </a:cubicBezTo>
                  <a:lnTo>
                    <a:pt x="17" y="483"/>
                  </a:lnTo>
                  <a:close/>
                  <a:moveTo>
                    <a:pt x="734" y="476"/>
                  </a:moveTo>
                  <a:cubicBezTo>
                    <a:pt x="678" y="460"/>
                    <a:pt x="678" y="460"/>
                    <a:pt x="678" y="460"/>
                  </a:cubicBezTo>
                  <a:cubicBezTo>
                    <a:pt x="679" y="458"/>
                    <a:pt x="679" y="456"/>
                    <a:pt x="680" y="453"/>
                  </a:cubicBezTo>
                  <a:cubicBezTo>
                    <a:pt x="737" y="468"/>
                    <a:pt x="737" y="468"/>
                    <a:pt x="737" y="468"/>
                  </a:cubicBezTo>
                  <a:cubicBezTo>
                    <a:pt x="736" y="471"/>
                    <a:pt x="735" y="473"/>
                    <a:pt x="734" y="476"/>
                  </a:cubicBezTo>
                  <a:close/>
                  <a:moveTo>
                    <a:pt x="12" y="468"/>
                  </a:moveTo>
                  <a:cubicBezTo>
                    <a:pt x="12" y="465"/>
                    <a:pt x="11" y="463"/>
                    <a:pt x="10" y="460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9"/>
                    <a:pt x="68" y="451"/>
                    <a:pt x="69" y="453"/>
                  </a:cubicBezTo>
                  <a:lnTo>
                    <a:pt x="12" y="468"/>
                  </a:lnTo>
                  <a:close/>
                  <a:moveTo>
                    <a:pt x="738" y="461"/>
                  </a:moveTo>
                  <a:cubicBezTo>
                    <a:pt x="681" y="447"/>
                    <a:pt x="681" y="447"/>
                    <a:pt x="681" y="447"/>
                  </a:cubicBezTo>
                  <a:cubicBezTo>
                    <a:pt x="682" y="445"/>
                    <a:pt x="683" y="443"/>
                    <a:pt x="683" y="440"/>
                  </a:cubicBezTo>
                  <a:cubicBezTo>
                    <a:pt x="740" y="452"/>
                    <a:pt x="740" y="452"/>
                    <a:pt x="740" y="452"/>
                  </a:cubicBezTo>
                  <a:cubicBezTo>
                    <a:pt x="740" y="455"/>
                    <a:pt x="739" y="458"/>
                    <a:pt x="738" y="461"/>
                  </a:cubicBezTo>
                  <a:close/>
                  <a:moveTo>
                    <a:pt x="9" y="453"/>
                  </a:moveTo>
                  <a:cubicBezTo>
                    <a:pt x="8" y="450"/>
                    <a:pt x="8" y="447"/>
                    <a:pt x="7" y="444"/>
                  </a:cubicBezTo>
                  <a:cubicBezTo>
                    <a:pt x="65" y="433"/>
                    <a:pt x="65" y="433"/>
                    <a:pt x="65" y="433"/>
                  </a:cubicBezTo>
                  <a:cubicBezTo>
                    <a:pt x="65" y="436"/>
                    <a:pt x="65" y="438"/>
                    <a:pt x="66" y="440"/>
                  </a:cubicBezTo>
                  <a:lnTo>
                    <a:pt x="9" y="453"/>
                  </a:lnTo>
                  <a:close/>
                  <a:moveTo>
                    <a:pt x="742" y="445"/>
                  </a:moveTo>
                  <a:cubicBezTo>
                    <a:pt x="684" y="434"/>
                    <a:pt x="684" y="434"/>
                    <a:pt x="684" y="434"/>
                  </a:cubicBezTo>
                  <a:cubicBezTo>
                    <a:pt x="685" y="432"/>
                    <a:pt x="685" y="429"/>
                    <a:pt x="686" y="427"/>
                  </a:cubicBezTo>
                  <a:cubicBezTo>
                    <a:pt x="743" y="437"/>
                    <a:pt x="743" y="437"/>
                    <a:pt x="743" y="437"/>
                  </a:cubicBezTo>
                  <a:cubicBezTo>
                    <a:pt x="743" y="440"/>
                    <a:pt x="742" y="443"/>
                    <a:pt x="742" y="445"/>
                  </a:cubicBezTo>
                  <a:close/>
                  <a:moveTo>
                    <a:pt x="6" y="437"/>
                  </a:moveTo>
                  <a:cubicBezTo>
                    <a:pt x="5" y="434"/>
                    <a:pt x="5" y="431"/>
                    <a:pt x="4" y="429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63" y="422"/>
                    <a:pt x="63" y="425"/>
                    <a:pt x="63" y="427"/>
                  </a:cubicBezTo>
                  <a:lnTo>
                    <a:pt x="6" y="437"/>
                  </a:lnTo>
                  <a:close/>
                  <a:moveTo>
                    <a:pt x="744" y="430"/>
                  </a:moveTo>
                  <a:cubicBezTo>
                    <a:pt x="687" y="421"/>
                    <a:pt x="687" y="421"/>
                    <a:pt x="687" y="421"/>
                  </a:cubicBezTo>
                  <a:cubicBezTo>
                    <a:pt x="687" y="419"/>
                    <a:pt x="687" y="416"/>
                    <a:pt x="688" y="414"/>
                  </a:cubicBezTo>
                  <a:cubicBezTo>
                    <a:pt x="746" y="421"/>
                    <a:pt x="746" y="421"/>
                    <a:pt x="746" y="421"/>
                  </a:cubicBezTo>
                  <a:cubicBezTo>
                    <a:pt x="745" y="424"/>
                    <a:pt x="745" y="427"/>
                    <a:pt x="744" y="430"/>
                  </a:cubicBezTo>
                  <a:close/>
                  <a:moveTo>
                    <a:pt x="3" y="421"/>
                  </a:moveTo>
                  <a:cubicBezTo>
                    <a:pt x="3" y="418"/>
                    <a:pt x="3" y="416"/>
                    <a:pt x="2" y="413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9"/>
                    <a:pt x="61" y="412"/>
                    <a:pt x="61" y="414"/>
                  </a:cubicBezTo>
                  <a:lnTo>
                    <a:pt x="3" y="421"/>
                  </a:lnTo>
                  <a:close/>
                  <a:moveTo>
                    <a:pt x="746" y="414"/>
                  </a:moveTo>
                  <a:cubicBezTo>
                    <a:pt x="688" y="408"/>
                    <a:pt x="688" y="408"/>
                    <a:pt x="688" y="408"/>
                  </a:cubicBezTo>
                  <a:cubicBezTo>
                    <a:pt x="689" y="405"/>
                    <a:pt x="689" y="403"/>
                    <a:pt x="689" y="400"/>
                  </a:cubicBezTo>
                  <a:cubicBezTo>
                    <a:pt x="747" y="405"/>
                    <a:pt x="747" y="405"/>
                    <a:pt x="747" y="405"/>
                  </a:cubicBezTo>
                  <a:cubicBezTo>
                    <a:pt x="747" y="408"/>
                    <a:pt x="747" y="411"/>
                    <a:pt x="746" y="414"/>
                  </a:cubicBezTo>
                  <a:close/>
                  <a:moveTo>
                    <a:pt x="2" y="406"/>
                  </a:moveTo>
                  <a:cubicBezTo>
                    <a:pt x="2" y="403"/>
                    <a:pt x="1" y="400"/>
                    <a:pt x="1" y="397"/>
                  </a:cubicBezTo>
                  <a:cubicBezTo>
                    <a:pt x="60" y="393"/>
                    <a:pt x="60" y="393"/>
                    <a:pt x="60" y="393"/>
                  </a:cubicBezTo>
                  <a:cubicBezTo>
                    <a:pt x="60" y="396"/>
                    <a:pt x="60" y="398"/>
                    <a:pt x="60" y="401"/>
                  </a:cubicBezTo>
                  <a:lnTo>
                    <a:pt x="2" y="406"/>
                  </a:lnTo>
                  <a:close/>
                  <a:moveTo>
                    <a:pt x="748" y="398"/>
                  </a:moveTo>
                  <a:cubicBezTo>
                    <a:pt x="689" y="394"/>
                    <a:pt x="689" y="394"/>
                    <a:pt x="689" y="394"/>
                  </a:cubicBezTo>
                  <a:cubicBezTo>
                    <a:pt x="690" y="392"/>
                    <a:pt x="690" y="390"/>
                    <a:pt x="690" y="387"/>
                  </a:cubicBezTo>
                  <a:cubicBezTo>
                    <a:pt x="748" y="390"/>
                    <a:pt x="748" y="390"/>
                    <a:pt x="748" y="390"/>
                  </a:cubicBezTo>
                  <a:cubicBezTo>
                    <a:pt x="748" y="392"/>
                    <a:pt x="748" y="395"/>
                    <a:pt x="748" y="398"/>
                  </a:cubicBezTo>
                  <a:close/>
                  <a:moveTo>
                    <a:pt x="1" y="390"/>
                  </a:moveTo>
                  <a:cubicBezTo>
                    <a:pt x="1" y="387"/>
                    <a:pt x="1" y="384"/>
                    <a:pt x="1" y="381"/>
                  </a:cubicBezTo>
                  <a:cubicBezTo>
                    <a:pt x="59" y="380"/>
                    <a:pt x="59" y="380"/>
                    <a:pt x="59" y="380"/>
                  </a:cubicBezTo>
                  <a:cubicBezTo>
                    <a:pt x="59" y="382"/>
                    <a:pt x="59" y="385"/>
                    <a:pt x="59" y="387"/>
                  </a:cubicBezTo>
                  <a:lnTo>
                    <a:pt x="1" y="390"/>
                  </a:lnTo>
                  <a:close/>
                  <a:moveTo>
                    <a:pt x="748" y="382"/>
                  </a:moveTo>
                  <a:cubicBezTo>
                    <a:pt x="690" y="381"/>
                    <a:pt x="690" y="381"/>
                    <a:pt x="690" y="381"/>
                  </a:cubicBezTo>
                  <a:cubicBezTo>
                    <a:pt x="690" y="379"/>
                    <a:pt x="690" y="376"/>
                    <a:pt x="690" y="374"/>
                  </a:cubicBezTo>
                  <a:cubicBezTo>
                    <a:pt x="690" y="373"/>
                    <a:pt x="690" y="373"/>
                    <a:pt x="690" y="373"/>
                  </a:cubicBezTo>
                  <a:cubicBezTo>
                    <a:pt x="749" y="373"/>
                    <a:pt x="749" y="373"/>
                    <a:pt x="749" y="373"/>
                  </a:cubicBezTo>
                  <a:cubicBezTo>
                    <a:pt x="749" y="374"/>
                    <a:pt x="749" y="374"/>
                    <a:pt x="749" y="374"/>
                  </a:cubicBezTo>
                  <a:cubicBezTo>
                    <a:pt x="749" y="377"/>
                    <a:pt x="749" y="379"/>
                    <a:pt x="748" y="382"/>
                  </a:cubicBezTo>
                  <a:close/>
                  <a:moveTo>
                    <a:pt x="59" y="374"/>
                  </a:moveTo>
                  <a:cubicBezTo>
                    <a:pt x="42" y="374"/>
                    <a:pt x="42" y="374"/>
                    <a:pt x="42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1"/>
                    <a:pt x="0" y="368"/>
                    <a:pt x="1" y="365"/>
                  </a:cubicBezTo>
                  <a:cubicBezTo>
                    <a:pt x="59" y="367"/>
                    <a:pt x="59" y="367"/>
                    <a:pt x="59" y="367"/>
                  </a:cubicBezTo>
                  <a:cubicBezTo>
                    <a:pt x="59" y="369"/>
                    <a:pt x="59" y="371"/>
                    <a:pt x="59" y="374"/>
                  </a:cubicBezTo>
                  <a:close/>
                  <a:moveTo>
                    <a:pt x="690" y="367"/>
                  </a:moveTo>
                  <a:cubicBezTo>
                    <a:pt x="690" y="365"/>
                    <a:pt x="690" y="362"/>
                    <a:pt x="690" y="360"/>
                  </a:cubicBezTo>
                  <a:cubicBezTo>
                    <a:pt x="748" y="357"/>
                    <a:pt x="748" y="357"/>
                    <a:pt x="748" y="357"/>
                  </a:cubicBezTo>
                  <a:cubicBezTo>
                    <a:pt x="748" y="360"/>
                    <a:pt x="748" y="363"/>
                    <a:pt x="748" y="366"/>
                  </a:cubicBezTo>
                  <a:lnTo>
                    <a:pt x="690" y="367"/>
                  </a:lnTo>
                  <a:close/>
                  <a:moveTo>
                    <a:pt x="59" y="360"/>
                  </a:moveTo>
                  <a:cubicBezTo>
                    <a:pt x="1" y="358"/>
                    <a:pt x="1" y="358"/>
                    <a:pt x="1" y="358"/>
                  </a:cubicBezTo>
                  <a:cubicBezTo>
                    <a:pt x="1" y="355"/>
                    <a:pt x="1" y="352"/>
                    <a:pt x="1" y="349"/>
                  </a:cubicBezTo>
                  <a:cubicBezTo>
                    <a:pt x="60" y="353"/>
                    <a:pt x="60" y="353"/>
                    <a:pt x="60" y="353"/>
                  </a:cubicBezTo>
                  <a:cubicBezTo>
                    <a:pt x="59" y="356"/>
                    <a:pt x="59" y="358"/>
                    <a:pt x="59" y="360"/>
                  </a:cubicBezTo>
                  <a:close/>
                  <a:moveTo>
                    <a:pt x="689" y="354"/>
                  </a:moveTo>
                  <a:cubicBezTo>
                    <a:pt x="689" y="351"/>
                    <a:pt x="689" y="349"/>
                    <a:pt x="689" y="346"/>
                  </a:cubicBezTo>
                  <a:cubicBezTo>
                    <a:pt x="747" y="342"/>
                    <a:pt x="747" y="342"/>
                    <a:pt x="747" y="342"/>
                  </a:cubicBezTo>
                  <a:cubicBezTo>
                    <a:pt x="747" y="344"/>
                    <a:pt x="748" y="347"/>
                    <a:pt x="748" y="350"/>
                  </a:cubicBezTo>
                  <a:lnTo>
                    <a:pt x="689" y="354"/>
                  </a:lnTo>
                  <a:close/>
                  <a:moveTo>
                    <a:pt x="60" y="347"/>
                  </a:moveTo>
                  <a:cubicBezTo>
                    <a:pt x="2" y="342"/>
                    <a:pt x="2" y="342"/>
                    <a:pt x="2" y="342"/>
                  </a:cubicBezTo>
                  <a:cubicBezTo>
                    <a:pt x="2" y="339"/>
                    <a:pt x="2" y="336"/>
                    <a:pt x="3" y="334"/>
                  </a:cubicBezTo>
                  <a:cubicBezTo>
                    <a:pt x="61" y="340"/>
                    <a:pt x="61" y="340"/>
                    <a:pt x="61" y="340"/>
                  </a:cubicBezTo>
                  <a:cubicBezTo>
                    <a:pt x="60" y="342"/>
                    <a:pt x="60" y="345"/>
                    <a:pt x="60" y="347"/>
                  </a:cubicBezTo>
                  <a:close/>
                  <a:moveTo>
                    <a:pt x="688" y="340"/>
                  </a:moveTo>
                  <a:cubicBezTo>
                    <a:pt x="688" y="338"/>
                    <a:pt x="688" y="336"/>
                    <a:pt x="688" y="333"/>
                  </a:cubicBezTo>
                  <a:cubicBezTo>
                    <a:pt x="746" y="326"/>
                    <a:pt x="746" y="326"/>
                    <a:pt x="746" y="326"/>
                  </a:cubicBezTo>
                  <a:cubicBezTo>
                    <a:pt x="746" y="329"/>
                    <a:pt x="746" y="331"/>
                    <a:pt x="747" y="334"/>
                  </a:cubicBezTo>
                  <a:lnTo>
                    <a:pt x="688" y="340"/>
                  </a:lnTo>
                  <a:close/>
                  <a:moveTo>
                    <a:pt x="61" y="334"/>
                  </a:moveTo>
                  <a:cubicBezTo>
                    <a:pt x="3" y="326"/>
                    <a:pt x="3" y="326"/>
                    <a:pt x="3" y="326"/>
                  </a:cubicBezTo>
                  <a:cubicBezTo>
                    <a:pt x="4" y="324"/>
                    <a:pt x="4" y="321"/>
                    <a:pt x="5" y="318"/>
                  </a:cubicBezTo>
                  <a:cubicBezTo>
                    <a:pt x="62" y="327"/>
                    <a:pt x="62" y="327"/>
                    <a:pt x="62" y="327"/>
                  </a:cubicBezTo>
                  <a:cubicBezTo>
                    <a:pt x="62" y="329"/>
                    <a:pt x="62" y="331"/>
                    <a:pt x="61" y="334"/>
                  </a:cubicBezTo>
                  <a:close/>
                  <a:moveTo>
                    <a:pt x="687" y="327"/>
                  </a:moveTo>
                  <a:cubicBezTo>
                    <a:pt x="686" y="325"/>
                    <a:pt x="686" y="322"/>
                    <a:pt x="686" y="320"/>
                  </a:cubicBezTo>
                  <a:cubicBezTo>
                    <a:pt x="743" y="310"/>
                    <a:pt x="743" y="310"/>
                    <a:pt x="743" y="310"/>
                  </a:cubicBezTo>
                  <a:cubicBezTo>
                    <a:pt x="744" y="313"/>
                    <a:pt x="744" y="316"/>
                    <a:pt x="745" y="319"/>
                  </a:cubicBezTo>
                  <a:lnTo>
                    <a:pt x="687" y="327"/>
                  </a:lnTo>
                  <a:close/>
                  <a:moveTo>
                    <a:pt x="63" y="320"/>
                  </a:moveTo>
                  <a:cubicBezTo>
                    <a:pt x="6" y="311"/>
                    <a:pt x="6" y="311"/>
                    <a:pt x="6" y="311"/>
                  </a:cubicBezTo>
                  <a:cubicBezTo>
                    <a:pt x="6" y="308"/>
                    <a:pt x="7" y="305"/>
                    <a:pt x="7" y="302"/>
                  </a:cubicBezTo>
                  <a:cubicBezTo>
                    <a:pt x="65" y="313"/>
                    <a:pt x="65" y="313"/>
                    <a:pt x="65" y="313"/>
                  </a:cubicBezTo>
                  <a:cubicBezTo>
                    <a:pt x="64" y="316"/>
                    <a:pt x="64" y="318"/>
                    <a:pt x="63" y="320"/>
                  </a:cubicBezTo>
                  <a:close/>
                  <a:moveTo>
                    <a:pt x="684" y="314"/>
                  </a:moveTo>
                  <a:cubicBezTo>
                    <a:pt x="684" y="312"/>
                    <a:pt x="683" y="309"/>
                    <a:pt x="683" y="307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741" y="297"/>
                    <a:pt x="741" y="300"/>
                    <a:pt x="742" y="303"/>
                  </a:cubicBezTo>
                  <a:lnTo>
                    <a:pt x="684" y="314"/>
                  </a:lnTo>
                  <a:close/>
                  <a:moveTo>
                    <a:pt x="66" y="307"/>
                  </a:moveTo>
                  <a:cubicBezTo>
                    <a:pt x="9" y="295"/>
                    <a:pt x="9" y="295"/>
                    <a:pt x="9" y="295"/>
                  </a:cubicBezTo>
                  <a:cubicBezTo>
                    <a:pt x="9" y="292"/>
                    <a:pt x="10" y="289"/>
                    <a:pt x="11" y="287"/>
                  </a:cubicBezTo>
                  <a:cubicBezTo>
                    <a:pt x="68" y="300"/>
                    <a:pt x="68" y="300"/>
                    <a:pt x="68" y="300"/>
                  </a:cubicBezTo>
                  <a:cubicBezTo>
                    <a:pt x="67" y="303"/>
                    <a:pt x="66" y="305"/>
                    <a:pt x="66" y="307"/>
                  </a:cubicBezTo>
                  <a:close/>
                  <a:moveTo>
                    <a:pt x="682" y="301"/>
                  </a:moveTo>
                  <a:cubicBezTo>
                    <a:pt x="681" y="298"/>
                    <a:pt x="680" y="296"/>
                    <a:pt x="680" y="294"/>
                  </a:cubicBezTo>
                  <a:cubicBezTo>
                    <a:pt x="736" y="279"/>
                    <a:pt x="736" y="279"/>
                    <a:pt x="736" y="279"/>
                  </a:cubicBezTo>
                  <a:cubicBezTo>
                    <a:pt x="737" y="282"/>
                    <a:pt x="738" y="285"/>
                    <a:pt x="739" y="287"/>
                  </a:cubicBezTo>
                  <a:lnTo>
                    <a:pt x="682" y="301"/>
                  </a:lnTo>
                  <a:close/>
                  <a:moveTo>
                    <a:pt x="69" y="294"/>
                  </a:moveTo>
                  <a:cubicBezTo>
                    <a:pt x="12" y="280"/>
                    <a:pt x="12" y="280"/>
                    <a:pt x="12" y="280"/>
                  </a:cubicBezTo>
                  <a:cubicBezTo>
                    <a:pt x="13" y="277"/>
                    <a:pt x="14" y="274"/>
                    <a:pt x="15" y="271"/>
                  </a:cubicBezTo>
                  <a:cubicBezTo>
                    <a:pt x="71" y="287"/>
                    <a:pt x="71" y="287"/>
                    <a:pt x="71" y="287"/>
                  </a:cubicBezTo>
                  <a:cubicBezTo>
                    <a:pt x="70" y="290"/>
                    <a:pt x="70" y="292"/>
                    <a:pt x="69" y="294"/>
                  </a:cubicBezTo>
                  <a:close/>
                  <a:moveTo>
                    <a:pt x="678" y="288"/>
                  </a:moveTo>
                  <a:cubicBezTo>
                    <a:pt x="678" y="286"/>
                    <a:pt x="677" y="283"/>
                    <a:pt x="676" y="281"/>
                  </a:cubicBezTo>
                  <a:cubicBezTo>
                    <a:pt x="732" y="264"/>
                    <a:pt x="732" y="264"/>
                    <a:pt x="732" y="264"/>
                  </a:cubicBezTo>
                  <a:cubicBezTo>
                    <a:pt x="733" y="266"/>
                    <a:pt x="734" y="269"/>
                    <a:pt x="735" y="272"/>
                  </a:cubicBezTo>
                  <a:lnTo>
                    <a:pt x="678" y="288"/>
                  </a:lnTo>
                  <a:close/>
                  <a:moveTo>
                    <a:pt x="73" y="281"/>
                  </a:moveTo>
                  <a:cubicBezTo>
                    <a:pt x="17" y="264"/>
                    <a:pt x="17" y="264"/>
                    <a:pt x="17" y="264"/>
                  </a:cubicBezTo>
                  <a:cubicBezTo>
                    <a:pt x="18" y="262"/>
                    <a:pt x="18" y="259"/>
                    <a:pt x="19" y="256"/>
                  </a:cubicBezTo>
                  <a:cubicBezTo>
                    <a:pt x="75" y="274"/>
                    <a:pt x="75" y="274"/>
                    <a:pt x="75" y="274"/>
                  </a:cubicBezTo>
                  <a:cubicBezTo>
                    <a:pt x="74" y="277"/>
                    <a:pt x="73" y="279"/>
                    <a:pt x="73" y="281"/>
                  </a:cubicBezTo>
                  <a:close/>
                  <a:moveTo>
                    <a:pt x="674" y="275"/>
                  </a:moveTo>
                  <a:cubicBezTo>
                    <a:pt x="674" y="273"/>
                    <a:pt x="673" y="270"/>
                    <a:pt x="672" y="268"/>
                  </a:cubicBezTo>
                  <a:cubicBezTo>
                    <a:pt x="727" y="249"/>
                    <a:pt x="727" y="249"/>
                    <a:pt x="727" y="249"/>
                  </a:cubicBezTo>
                  <a:cubicBezTo>
                    <a:pt x="728" y="251"/>
                    <a:pt x="729" y="254"/>
                    <a:pt x="730" y="257"/>
                  </a:cubicBezTo>
                  <a:lnTo>
                    <a:pt x="674" y="275"/>
                  </a:lnTo>
                  <a:close/>
                  <a:moveTo>
                    <a:pt x="77" y="269"/>
                  </a:moveTo>
                  <a:cubicBezTo>
                    <a:pt x="22" y="249"/>
                    <a:pt x="22" y="249"/>
                    <a:pt x="22" y="249"/>
                  </a:cubicBezTo>
                  <a:cubicBezTo>
                    <a:pt x="23" y="246"/>
                    <a:pt x="24" y="244"/>
                    <a:pt x="25" y="241"/>
                  </a:cubicBezTo>
                  <a:cubicBezTo>
                    <a:pt x="79" y="262"/>
                    <a:pt x="79" y="262"/>
                    <a:pt x="79" y="262"/>
                  </a:cubicBezTo>
                  <a:cubicBezTo>
                    <a:pt x="78" y="264"/>
                    <a:pt x="78" y="266"/>
                    <a:pt x="77" y="269"/>
                  </a:cubicBezTo>
                  <a:close/>
                  <a:moveTo>
                    <a:pt x="670" y="262"/>
                  </a:moveTo>
                  <a:cubicBezTo>
                    <a:pt x="669" y="260"/>
                    <a:pt x="668" y="258"/>
                    <a:pt x="667" y="256"/>
                  </a:cubicBezTo>
                  <a:cubicBezTo>
                    <a:pt x="722" y="234"/>
                    <a:pt x="722" y="234"/>
                    <a:pt x="722" y="234"/>
                  </a:cubicBezTo>
                  <a:cubicBezTo>
                    <a:pt x="723" y="236"/>
                    <a:pt x="724" y="239"/>
                    <a:pt x="725" y="242"/>
                  </a:cubicBezTo>
                  <a:lnTo>
                    <a:pt x="670" y="262"/>
                  </a:lnTo>
                  <a:close/>
                  <a:moveTo>
                    <a:pt x="82" y="256"/>
                  </a:moveTo>
                  <a:cubicBezTo>
                    <a:pt x="27" y="234"/>
                    <a:pt x="27" y="234"/>
                    <a:pt x="27" y="234"/>
                  </a:cubicBezTo>
                  <a:cubicBezTo>
                    <a:pt x="28" y="232"/>
                    <a:pt x="29" y="229"/>
                    <a:pt x="31" y="226"/>
                  </a:cubicBezTo>
                  <a:cubicBezTo>
                    <a:pt x="84" y="249"/>
                    <a:pt x="84" y="249"/>
                    <a:pt x="84" y="249"/>
                  </a:cubicBezTo>
                  <a:cubicBezTo>
                    <a:pt x="83" y="252"/>
                    <a:pt x="82" y="254"/>
                    <a:pt x="82" y="256"/>
                  </a:cubicBezTo>
                  <a:close/>
                  <a:moveTo>
                    <a:pt x="665" y="250"/>
                  </a:moveTo>
                  <a:cubicBezTo>
                    <a:pt x="664" y="248"/>
                    <a:pt x="663" y="246"/>
                    <a:pt x="662" y="243"/>
                  </a:cubicBezTo>
                  <a:cubicBezTo>
                    <a:pt x="715" y="219"/>
                    <a:pt x="715" y="219"/>
                    <a:pt x="715" y="219"/>
                  </a:cubicBezTo>
                  <a:cubicBezTo>
                    <a:pt x="716" y="222"/>
                    <a:pt x="718" y="224"/>
                    <a:pt x="719" y="227"/>
                  </a:cubicBezTo>
                  <a:lnTo>
                    <a:pt x="665" y="250"/>
                  </a:lnTo>
                  <a:close/>
                  <a:moveTo>
                    <a:pt x="87" y="244"/>
                  </a:moveTo>
                  <a:cubicBezTo>
                    <a:pt x="34" y="220"/>
                    <a:pt x="34" y="220"/>
                    <a:pt x="34" y="220"/>
                  </a:cubicBezTo>
                  <a:cubicBezTo>
                    <a:pt x="35" y="217"/>
                    <a:pt x="36" y="214"/>
                    <a:pt x="37" y="212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89" y="239"/>
                    <a:pt x="88" y="242"/>
                    <a:pt x="87" y="244"/>
                  </a:cubicBezTo>
                  <a:close/>
                  <a:moveTo>
                    <a:pt x="659" y="238"/>
                  </a:moveTo>
                  <a:cubicBezTo>
                    <a:pt x="658" y="236"/>
                    <a:pt x="657" y="234"/>
                    <a:pt x="656" y="231"/>
                  </a:cubicBezTo>
                  <a:cubicBezTo>
                    <a:pt x="708" y="205"/>
                    <a:pt x="708" y="205"/>
                    <a:pt x="708" y="205"/>
                  </a:cubicBezTo>
                  <a:cubicBezTo>
                    <a:pt x="710" y="208"/>
                    <a:pt x="711" y="210"/>
                    <a:pt x="712" y="213"/>
                  </a:cubicBezTo>
                  <a:lnTo>
                    <a:pt x="659" y="238"/>
                  </a:lnTo>
                  <a:close/>
                  <a:moveTo>
                    <a:pt x="93" y="232"/>
                  </a:moveTo>
                  <a:cubicBezTo>
                    <a:pt x="40" y="205"/>
                    <a:pt x="40" y="205"/>
                    <a:pt x="40" y="205"/>
                  </a:cubicBezTo>
                  <a:cubicBezTo>
                    <a:pt x="42" y="203"/>
                    <a:pt x="43" y="200"/>
                    <a:pt x="44" y="198"/>
                  </a:cubicBezTo>
                  <a:cubicBezTo>
                    <a:pt x="96" y="225"/>
                    <a:pt x="96" y="225"/>
                    <a:pt x="96" y="225"/>
                  </a:cubicBezTo>
                  <a:cubicBezTo>
                    <a:pt x="95" y="227"/>
                    <a:pt x="94" y="229"/>
                    <a:pt x="93" y="232"/>
                  </a:cubicBezTo>
                  <a:close/>
                  <a:moveTo>
                    <a:pt x="653" y="226"/>
                  </a:moveTo>
                  <a:cubicBezTo>
                    <a:pt x="652" y="224"/>
                    <a:pt x="651" y="222"/>
                    <a:pt x="650" y="220"/>
                  </a:cubicBezTo>
                  <a:cubicBezTo>
                    <a:pt x="701" y="191"/>
                    <a:pt x="701" y="191"/>
                    <a:pt x="701" y="191"/>
                  </a:cubicBezTo>
                  <a:cubicBezTo>
                    <a:pt x="702" y="193"/>
                    <a:pt x="704" y="196"/>
                    <a:pt x="705" y="199"/>
                  </a:cubicBezTo>
                  <a:lnTo>
                    <a:pt x="653" y="226"/>
                  </a:lnTo>
                  <a:close/>
                  <a:moveTo>
                    <a:pt x="99" y="220"/>
                  </a:moveTo>
                  <a:cubicBezTo>
                    <a:pt x="48" y="191"/>
                    <a:pt x="48" y="191"/>
                    <a:pt x="48" y="191"/>
                  </a:cubicBezTo>
                  <a:cubicBezTo>
                    <a:pt x="49" y="189"/>
                    <a:pt x="51" y="186"/>
                    <a:pt x="52" y="184"/>
                  </a:cubicBezTo>
                  <a:cubicBezTo>
                    <a:pt x="103" y="213"/>
                    <a:pt x="103" y="213"/>
                    <a:pt x="103" y="213"/>
                  </a:cubicBezTo>
                  <a:cubicBezTo>
                    <a:pt x="101" y="216"/>
                    <a:pt x="100" y="218"/>
                    <a:pt x="99" y="220"/>
                  </a:cubicBezTo>
                  <a:close/>
                  <a:moveTo>
                    <a:pt x="647" y="214"/>
                  </a:moveTo>
                  <a:cubicBezTo>
                    <a:pt x="646" y="212"/>
                    <a:pt x="644" y="210"/>
                    <a:pt x="643" y="208"/>
                  </a:cubicBezTo>
                  <a:cubicBezTo>
                    <a:pt x="693" y="177"/>
                    <a:pt x="693" y="177"/>
                    <a:pt x="693" y="177"/>
                  </a:cubicBezTo>
                  <a:cubicBezTo>
                    <a:pt x="694" y="180"/>
                    <a:pt x="696" y="182"/>
                    <a:pt x="697" y="185"/>
                  </a:cubicBezTo>
                  <a:lnTo>
                    <a:pt x="647" y="214"/>
                  </a:lnTo>
                  <a:close/>
                  <a:moveTo>
                    <a:pt x="106" y="208"/>
                  </a:moveTo>
                  <a:cubicBezTo>
                    <a:pt x="56" y="178"/>
                    <a:pt x="56" y="178"/>
                    <a:pt x="56" y="178"/>
                  </a:cubicBezTo>
                  <a:cubicBezTo>
                    <a:pt x="57" y="175"/>
                    <a:pt x="59" y="173"/>
                    <a:pt x="61" y="170"/>
                  </a:cubicBezTo>
                  <a:cubicBezTo>
                    <a:pt x="110" y="202"/>
                    <a:pt x="110" y="202"/>
                    <a:pt x="110" y="202"/>
                  </a:cubicBezTo>
                  <a:cubicBezTo>
                    <a:pt x="108" y="204"/>
                    <a:pt x="107" y="206"/>
                    <a:pt x="106" y="208"/>
                  </a:cubicBezTo>
                  <a:close/>
                  <a:moveTo>
                    <a:pt x="640" y="203"/>
                  </a:moveTo>
                  <a:cubicBezTo>
                    <a:pt x="639" y="201"/>
                    <a:pt x="637" y="199"/>
                    <a:pt x="636" y="197"/>
                  </a:cubicBezTo>
                  <a:cubicBezTo>
                    <a:pt x="684" y="164"/>
                    <a:pt x="684" y="164"/>
                    <a:pt x="684" y="164"/>
                  </a:cubicBezTo>
                  <a:cubicBezTo>
                    <a:pt x="686" y="166"/>
                    <a:pt x="688" y="169"/>
                    <a:pt x="689" y="171"/>
                  </a:cubicBezTo>
                  <a:lnTo>
                    <a:pt x="640" y="203"/>
                  </a:lnTo>
                  <a:close/>
                  <a:moveTo>
                    <a:pt x="113" y="197"/>
                  </a:moveTo>
                  <a:cubicBezTo>
                    <a:pt x="65" y="164"/>
                    <a:pt x="65" y="164"/>
                    <a:pt x="65" y="164"/>
                  </a:cubicBezTo>
                  <a:cubicBezTo>
                    <a:pt x="66" y="162"/>
                    <a:pt x="68" y="159"/>
                    <a:pt x="70" y="157"/>
                  </a:cubicBezTo>
                  <a:cubicBezTo>
                    <a:pt x="117" y="191"/>
                    <a:pt x="117" y="191"/>
                    <a:pt x="117" y="191"/>
                  </a:cubicBezTo>
                  <a:cubicBezTo>
                    <a:pt x="116" y="193"/>
                    <a:pt x="114" y="195"/>
                    <a:pt x="113" y="197"/>
                  </a:cubicBezTo>
                  <a:close/>
                  <a:moveTo>
                    <a:pt x="632" y="192"/>
                  </a:moveTo>
                  <a:cubicBezTo>
                    <a:pt x="631" y="190"/>
                    <a:pt x="630" y="188"/>
                    <a:pt x="628" y="186"/>
                  </a:cubicBezTo>
                  <a:cubicBezTo>
                    <a:pt x="675" y="151"/>
                    <a:pt x="675" y="151"/>
                    <a:pt x="675" y="151"/>
                  </a:cubicBezTo>
                  <a:cubicBezTo>
                    <a:pt x="677" y="153"/>
                    <a:pt x="679" y="156"/>
                    <a:pt x="680" y="158"/>
                  </a:cubicBezTo>
                  <a:lnTo>
                    <a:pt x="632" y="192"/>
                  </a:lnTo>
                  <a:close/>
                  <a:moveTo>
                    <a:pt x="121" y="186"/>
                  </a:moveTo>
                  <a:cubicBezTo>
                    <a:pt x="74" y="151"/>
                    <a:pt x="74" y="151"/>
                    <a:pt x="74" y="151"/>
                  </a:cubicBezTo>
                  <a:cubicBezTo>
                    <a:pt x="75" y="149"/>
                    <a:pt x="77" y="147"/>
                    <a:pt x="79" y="144"/>
                  </a:cubicBezTo>
                  <a:cubicBezTo>
                    <a:pt x="125" y="180"/>
                    <a:pt x="125" y="180"/>
                    <a:pt x="125" y="180"/>
                  </a:cubicBezTo>
                  <a:cubicBezTo>
                    <a:pt x="124" y="182"/>
                    <a:pt x="122" y="184"/>
                    <a:pt x="121" y="186"/>
                  </a:cubicBezTo>
                  <a:close/>
                  <a:moveTo>
                    <a:pt x="624" y="181"/>
                  </a:moveTo>
                  <a:cubicBezTo>
                    <a:pt x="623" y="179"/>
                    <a:pt x="622" y="177"/>
                    <a:pt x="620" y="175"/>
                  </a:cubicBezTo>
                  <a:cubicBezTo>
                    <a:pt x="665" y="139"/>
                    <a:pt x="665" y="139"/>
                    <a:pt x="665" y="139"/>
                  </a:cubicBezTo>
                  <a:cubicBezTo>
                    <a:pt x="667" y="141"/>
                    <a:pt x="669" y="143"/>
                    <a:pt x="671" y="145"/>
                  </a:cubicBezTo>
                  <a:lnTo>
                    <a:pt x="624" y="181"/>
                  </a:lnTo>
                  <a:close/>
                  <a:moveTo>
                    <a:pt x="129" y="175"/>
                  </a:moveTo>
                  <a:cubicBezTo>
                    <a:pt x="83" y="139"/>
                    <a:pt x="83" y="139"/>
                    <a:pt x="83" y="139"/>
                  </a:cubicBezTo>
                  <a:cubicBezTo>
                    <a:pt x="85" y="136"/>
                    <a:pt x="87" y="134"/>
                    <a:pt x="89" y="132"/>
                  </a:cubicBezTo>
                  <a:cubicBezTo>
                    <a:pt x="134" y="170"/>
                    <a:pt x="134" y="170"/>
                    <a:pt x="134" y="170"/>
                  </a:cubicBezTo>
                  <a:cubicBezTo>
                    <a:pt x="132" y="172"/>
                    <a:pt x="130" y="174"/>
                    <a:pt x="129" y="175"/>
                  </a:cubicBezTo>
                  <a:close/>
                  <a:moveTo>
                    <a:pt x="616" y="171"/>
                  </a:moveTo>
                  <a:cubicBezTo>
                    <a:pt x="615" y="169"/>
                    <a:pt x="613" y="167"/>
                    <a:pt x="611" y="165"/>
                  </a:cubicBezTo>
                  <a:cubicBezTo>
                    <a:pt x="655" y="126"/>
                    <a:pt x="655" y="126"/>
                    <a:pt x="655" y="126"/>
                  </a:cubicBezTo>
                  <a:cubicBezTo>
                    <a:pt x="657" y="129"/>
                    <a:pt x="659" y="131"/>
                    <a:pt x="661" y="133"/>
                  </a:cubicBezTo>
                  <a:lnTo>
                    <a:pt x="616" y="171"/>
                  </a:lnTo>
                  <a:close/>
                  <a:moveTo>
                    <a:pt x="138" y="165"/>
                  </a:moveTo>
                  <a:cubicBezTo>
                    <a:pt x="94" y="127"/>
                    <a:pt x="94" y="127"/>
                    <a:pt x="94" y="127"/>
                  </a:cubicBezTo>
                  <a:cubicBezTo>
                    <a:pt x="96" y="124"/>
                    <a:pt x="98" y="122"/>
                    <a:pt x="100" y="12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1" y="162"/>
                    <a:pt x="139" y="163"/>
                    <a:pt x="138" y="165"/>
                  </a:cubicBezTo>
                  <a:close/>
                  <a:moveTo>
                    <a:pt x="607" y="161"/>
                  </a:moveTo>
                  <a:cubicBezTo>
                    <a:pt x="606" y="159"/>
                    <a:pt x="604" y="157"/>
                    <a:pt x="602" y="155"/>
                  </a:cubicBezTo>
                  <a:cubicBezTo>
                    <a:pt x="644" y="115"/>
                    <a:pt x="644" y="115"/>
                    <a:pt x="644" y="115"/>
                  </a:cubicBezTo>
                  <a:cubicBezTo>
                    <a:pt x="646" y="117"/>
                    <a:pt x="648" y="119"/>
                    <a:pt x="650" y="121"/>
                  </a:cubicBezTo>
                  <a:lnTo>
                    <a:pt x="607" y="161"/>
                  </a:lnTo>
                  <a:close/>
                  <a:moveTo>
                    <a:pt x="147" y="155"/>
                  </a:moveTo>
                  <a:cubicBezTo>
                    <a:pt x="104" y="115"/>
                    <a:pt x="104" y="115"/>
                    <a:pt x="104" y="115"/>
                  </a:cubicBezTo>
                  <a:cubicBezTo>
                    <a:pt x="106" y="113"/>
                    <a:pt x="108" y="111"/>
                    <a:pt x="111" y="109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0" y="152"/>
                    <a:pt x="148" y="154"/>
                    <a:pt x="147" y="155"/>
                  </a:cubicBezTo>
                  <a:close/>
                  <a:moveTo>
                    <a:pt x="598" y="151"/>
                  </a:moveTo>
                  <a:cubicBezTo>
                    <a:pt x="596" y="149"/>
                    <a:pt x="595" y="147"/>
                    <a:pt x="593" y="146"/>
                  </a:cubicBezTo>
                  <a:cubicBezTo>
                    <a:pt x="633" y="104"/>
                    <a:pt x="633" y="104"/>
                    <a:pt x="633" y="104"/>
                  </a:cubicBezTo>
                  <a:cubicBezTo>
                    <a:pt x="635" y="106"/>
                    <a:pt x="637" y="108"/>
                    <a:pt x="639" y="110"/>
                  </a:cubicBezTo>
                  <a:lnTo>
                    <a:pt x="598" y="151"/>
                  </a:lnTo>
                  <a:close/>
                  <a:moveTo>
                    <a:pt x="156" y="146"/>
                  </a:moveTo>
                  <a:cubicBezTo>
                    <a:pt x="116" y="104"/>
                    <a:pt x="116" y="104"/>
                    <a:pt x="116" y="104"/>
                  </a:cubicBezTo>
                  <a:cubicBezTo>
                    <a:pt x="118" y="102"/>
                    <a:pt x="120" y="100"/>
                    <a:pt x="122" y="98"/>
                  </a:cubicBezTo>
                  <a:cubicBezTo>
                    <a:pt x="161" y="141"/>
                    <a:pt x="161" y="141"/>
                    <a:pt x="161" y="141"/>
                  </a:cubicBezTo>
                  <a:cubicBezTo>
                    <a:pt x="160" y="142"/>
                    <a:pt x="158" y="144"/>
                    <a:pt x="156" y="146"/>
                  </a:cubicBezTo>
                  <a:close/>
                  <a:moveTo>
                    <a:pt x="588" y="142"/>
                  </a:moveTo>
                  <a:cubicBezTo>
                    <a:pt x="587" y="140"/>
                    <a:pt x="585" y="138"/>
                    <a:pt x="583" y="137"/>
                  </a:cubicBezTo>
                  <a:cubicBezTo>
                    <a:pt x="622" y="93"/>
                    <a:pt x="622" y="93"/>
                    <a:pt x="622" y="93"/>
                  </a:cubicBezTo>
                  <a:cubicBezTo>
                    <a:pt x="624" y="95"/>
                    <a:pt x="626" y="97"/>
                    <a:pt x="628" y="99"/>
                  </a:cubicBezTo>
                  <a:lnTo>
                    <a:pt x="588" y="142"/>
                  </a:lnTo>
                  <a:close/>
                  <a:moveTo>
                    <a:pt x="166" y="137"/>
                  </a:moveTo>
                  <a:cubicBezTo>
                    <a:pt x="127" y="93"/>
                    <a:pt x="127" y="93"/>
                    <a:pt x="127" y="93"/>
                  </a:cubicBezTo>
                  <a:cubicBezTo>
                    <a:pt x="130" y="91"/>
                    <a:pt x="132" y="89"/>
                    <a:pt x="134" y="87"/>
                  </a:cubicBezTo>
                  <a:cubicBezTo>
                    <a:pt x="172" y="132"/>
                    <a:pt x="172" y="132"/>
                    <a:pt x="172" y="132"/>
                  </a:cubicBezTo>
                  <a:cubicBezTo>
                    <a:pt x="170" y="134"/>
                    <a:pt x="168" y="135"/>
                    <a:pt x="166" y="137"/>
                  </a:cubicBezTo>
                  <a:close/>
                  <a:moveTo>
                    <a:pt x="578" y="133"/>
                  </a:moveTo>
                  <a:cubicBezTo>
                    <a:pt x="576" y="131"/>
                    <a:pt x="575" y="130"/>
                    <a:pt x="573" y="128"/>
                  </a:cubicBezTo>
                  <a:cubicBezTo>
                    <a:pt x="609" y="83"/>
                    <a:pt x="609" y="83"/>
                    <a:pt x="609" y="83"/>
                  </a:cubicBezTo>
                  <a:cubicBezTo>
                    <a:pt x="612" y="84"/>
                    <a:pt x="614" y="86"/>
                    <a:pt x="616" y="88"/>
                  </a:cubicBezTo>
                  <a:lnTo>
                    <a:pt x="578" y="133"/>
                  </a:lnTo>
                  <a:close/>
                  <a:moveTo>
                    <a:pt x="176" y="128"/>
                  </a:moveTo>
                  <a:cubicBezTo>
                    <a:pt x="139" y="83"/>
                    <a:pt x="139" y="83"/>
                    <a:pt x="139" y="83"/>
                  </a:cubicBezTo>
                  <a:cubicBezTo>
                    <a:pt x="142" y="81"/>
                    <a:pt x="144" y="79"/>
                    <a:pt x="146" y="77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0" y="125"/>
                    <a:pt x="178" y="127"/>
                    <a:pt x="176" y="128"/>
                  </a:cubicBezTo>
                  <a:close/>
                  <a:moveTo>
                    <a:pt x="568" y="124"/>
                  </a:moveTo>
                  <a:cubicBezTo>
                    <a:pt x="566" y="123"/>
                    <a:pt x="564" y="121"/>
                    <a:pt x="562" y="120"/>
                  </a:cubicBezTo>
                  <a:cubicBezTo>
                    <a:pt x="597" y="73"/>
                    <a:pt x="597" y="73"/>
                    <a:pt x="597" y="73"/>
                  </a:cubicBezTo>
                  <a:cubicBezTo>
                    <a:pt x="599" y="75"/>
                    <a:pt x="601" y="76"/>
                    <a:pt x="604" y="78"/>
                  </a:cubicBezTo>
                  <a:lnTo>
                    <a:pt x="568" y="124"/>
                  </a:lnTo>
                  <a:close/>
                  <a:moveTo>
                    <a:pt x="187" y="120"/>
                  </a:moveTo>
                  <a:cubicBezTo>
                    <a:pt x="152" y="73"/>
                    <a:pt x="152" y="73"/>
                    <a:pt x="152" y="73"/>
                  </a:cubicBezTo>
                  <a:cubicBezTo>
                    <a:pt x="154" y="71"/>
                    <a:pt x="157" y="70"/>
                    <a:pt x="159" y="68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1" y="117"/>
                    <a:pt x="189" y="118"/>
                    <a:pt x="187" y="120"/>
                  </a:cubicBezTo>
                  <a:close/>
                  <a:moveTo>
                    <a:pt x="557" y="116"/>
                  </a:moveTo>
                  <a:cubicBezTo>
                    <a:pt x="555" y="115"/>
                    <a:pt x="553" y="113"/>
                    <a:pt x="551" y="112"/>
                  </a:cubicBezTo>
                  <a:cubicBezTo>
                    <a:pt x="584" y="64"/>
                    <a:pt x="584" y="64"/>
                    <a:pt x="584" y="64"/>
                  </a:cubicBezTo>
                  <a:cubicBezTo>
                    <a:pt x="586" y="65"/>
                    <a:pt x="589" y="67"/>
                    <a:pt x="591" y="69"/>
                  </a:cubicBezTo>
                  <a:lnTo>
                    <a:pt x="557" y="116"/>
                  </a:lnTo>
                  <a:close/>
                  <a:moveTo>
                    <a:pt x="198" y="112"/>
                  </a:moveTo>
                  <a:cubicBezTo>
                    <a:pt x="165" y="64"/>
                    <a:pt x="165" y="64"/>
                    <a:pt x="165" y="64"/>
                  </a:cubicBezTo>
                  <a:cubicBezTo>
                    <a:pt x="167" y="62"/>
                    <a:pt x="170" y="61"/>
                    <a:pt x="172" y="5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2" y="109"/>
                    <a:pt x="200" y="111"/>
                    <a:pt x="198" y="112"/>
                  </a:cubicBezTo>
                  <a:close/>
                  <a:moveTo>
                    <a:pt x="546" y="109"/>
                  </a:moveTo>
                  <a:cubicBezTo>
                    <a:pt x="544" y="107"/>
                    <a:pt x="542" y="106"/>
                    <a:pt x="540" y="105"/>
                  </a:cubicBezTo>
                  <a:cubicBezTo>
                    <a:pt x="571" y="55"/>
                    <a:pt x="571" y="55"/>
                    <a:pt x="571" y="55"/>
                  </a:cubicBezTo>
                  <a:cubicBezTo>
                    <a:pt x="573" y="57"/>
                    <a:pt x="575" y="58"/>
                    <a:pt x="578" y="60"/>
                  </a:cubicBezTo>
                  <a:lnTo>
                    <a:pt x="546" y="109"/>
                  </a:lnTo>
                  <a:close/>
                  <a:moveTo>
                    <a:pt x="209" y="105"/>
                  </a:moveTo>
                  <a:cubicBezTo>
                    <a:pt x="178" y="55"/>
                    <a:pt x="178" y="55"/>
                    <a:pt x="178" y="55"/>
                  </a:cubicBezTo>
                  <a:cubicBezTo>
                    <a:pt x="181" y="54"/>
                    <a:pt x="183" y="52"/>
                    <a:pt x="186" y="51"/>
                  </a:cubicBezTo>
                  <a:cubicBezTo>
                    <a:pt x="215" y="101"/>
                    <a:pt x="215" y="101"/>
                    <a:pt x="215" y="101"/>
                  </a:cubicBezTo>
                  <a:cubicBezTo>
                    <a:pt x="213" y="102"/>
                    <a:pt x="211" y="104"/>
                    <a:pt x="209" y="105"/>
                  </a:cubicBezTo>
                  <a:close/>
                  <a:moveTo>
                    <a:pt x="535" y="102"/>
                  </a:moveTo>
                  <a:cubicBezTo>
                    <a:pt x="533" y="100"/>
                    <a:pt x="530" y="99"/>
                    <a:pt x="528" y="98"/>
                  </a:cubicBezTo>
                  <a:cubicBezTo>
                    <a:pt x="557" y="47"/>
                    <a:pt x="557" y="47"/>
                    <a:pt x="557" y="47"/>
                  </a:cubicBezTo>
                  <a:cubicBezTo>
                    <a:pt x="559" y="48"/>
                    <a:pt x="562" y="50"/>
                    <a:pt x="564" y="51"/>
                  </a:cubicBezTo>
                  <a:lnTo>
                    <a:pt x="535" y="102"/>
                  </a:lnTo>
                  <a:close/>
                  <a:moveTo>
                    <a:pt x="220" y="98"/>
                  </a:moveTo>
                  <a:cubicBezTo>
                    <a:pt x="192" y="47"/>
                    <a:pt x="192" y="47"/>
                    <a:pt x="192" y="47"/>
                  </a:cubicBezTo>
                  <a:cubicBezTo>
                    <a:pt x="194" y="46"/>
                    <a:pt x="197" y="44"/>
                    <a:pt x="199" y="43"/>
                  </a:cubicBezTo>
                  <a:cubicBezTo>
                    <a:pt x="227" y="95"/>
                    <a:pt x="227" y="95"/>
                    <a:pt x="227" y="95"/>
                  </a:cubicBezTo>
                  <a:cubicBezTo>
                    <a:pt x="225" y="96"/>
                    <a:pt x="223" y="97"/>
                    <a:pt x="220" y="98"/>
                  </a:cubicBezTo>
                  <a:close/>
                  <a:moveTo>
                    <a:pt x="523" y="95"/>
                  </a:moveTo>
                  <a:cubicBezTo>
                    <a:pt x="521" y="94"/>
                    <a:pt x="519" y="93"/>
                    <a:pt x="516" y="92"/>
                  </a:cubicBezTo>
                  <a:cubicBezTo>
                    <a:pt x="543" y="40"/>
                    <a:pt x="543" y="40"/>
                    <a:pt x="543" y="40"/>
                  </a:cubicBezTo>
                  <a:cubicBezTo>
                    <a:pt x="545" y="41"/>
                    <a:pt x="548" y="42"/>
                    <a:pt x="550" y="44"/>
                  </a:cubicBezTo>
                  <a:lnTo>
                    <a:pt x="523" y="95"/>
                  </a:lnTo>
                  <a:close/>
                  <a:moveTo>
                    <a:pt x="232" y="92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08" y="38"/>
                    <a:pt x="211" y="37"/>
                    <a:pt x="214" y="36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7" y="90"/>
                    <a:pt x="234" y="91"/>
                    <a:pt x="232" y="92"/>
                  </a:cubicBezTo>
                  <a:close/>
                  <a:moveTo>
                    <a:pt x="511" y="89"/>
                  </a:moveTo>
                  <a:cubicBezTo>
                    <a:pt x="509" y="88"/>
                    <a:pt x="507" y="87"/>
                    <a:pt x="504" y="86"/>
                  </a:cubicBezTo>
                  <a:cubicBezTo>
                    <a:pt x="528" y="33"/>
                    <a:pt x="528" y="33"/>
                    <a:pt x="528" y="33"/>
                  </a:cubicBezTo>
                  <a:cubicBezTo>
                    <a:pt x="531" y="34"/>
                    <a:pt x="534" y="35"/>
                    <a:pt x="536" y="36"/>
                  </a:cubicBezTo>
                  <a:lnTo>
                    <a:pt x="511" y="89"/>
                  </a:lnTo>
                  <a:close/>
                  <a:moveTo>
                    <a:pt x="244" y="86"/>
                  </a:moveTo>
                  <a:cubicBezTo>
                    <a:pt x="220" y="33"/>
                    <a:pt x="220" y="33"/>
                    <a:pt x="220" y="33"/>
                  </a:cubicBezTo>
                  <a:cubicBezTo>
                    <a:pt x="223" y="32"/>
                    <a:pt x="225" y="31"/>
                    <a:pt x="228" y="29"/>
                  </a:cubicBezTo>
                  <a:cubicBezTo>
                    <a:pt x="251" y="83"/>
                    <a:pt x="251" y="83"/>
                    <a:pt x="251" y="83"/>
                  </a:cubicBezTo>
                  <a:cubicBezTo>
                    <a:pt x="249" y="84"/>
                    <a:pt x="247" y="85"/>
                    <a:pt x="244" y="86"/>
                  </a:cubicBezTo>
                  <a:close/>
                  <a:moveTo>
                    <a:pt x="499" y="83"/>
                  </a:moveTo>
                  <a:cubicBezTo>
                    <a:pt x="496" y="83"/>
                    <a:pt x="494" y="82"/>
                    <a:pt x="492" y="81"/>
                  </a:cubicBezTo>
                  <a:cubicBezTo>
                    <a:pt x="514" y="26"/>
                    <a:pt x="514" y="26"/>
                    <a:pt x="514" y="26"/>
                  </a:cubicBezTo>
                  <a:cubicBezTo>
                    <a:pt x="516" y="27"/>
                    <a:pt x="519" y="29"/>
                    <a:pt x="522" y="30"/>
                  </a:cubicBezTo>
                  <a:lnTo>
                    <a:pt x="499" y="83"/>
                  </a:lnTo>
                  <a:close/>
                  <a:moveTo>
                    <a:pt x="257" y="81"/>
                  </a:moveTo>
                  <a:cubicBezTo>
                    <a:pt x="235" y="27"/>
                    <a:pt x="235" y="27"/>
                    <a:pt x="235" y="27"/>
                  </a:cubicBezTo>
                  <a:cubicBezTo>
                    <a:pt x="237" y="26"/>
                    <a:pt x="240" y="24"/>
                    <a:pt x="243" y="23"/>
                  </a:cubicBezTo>
                  <a:cubicBezTo>
                    <a:pt x="263" y="78"/>
                    <a:pt x="263" y="78"/>
                    <a:pt x="263" y="78"/>
                  </a:cubicBezTo>
                  <a:cubicBezTo>
                    <a:pt x="261" y="79"/>
                    <a:pt x="259" y="80"/>
                    <a:pt x="257" y="81"/>
                  </a:cubicBezTo>
                  <a:close/>
                  <a:moveTo>
                    <a:pt x="486" y="78"/>
                  </a:moveTo>
                  <a:cubicBezTo>
                    <a:pt x="484" y="78"/>
                    <a:pt x="482" y="77"/>
                    <a:pt x="479" y="76"/>
                  </a:cubicBezTo>
                  <a:cubicBezTo>
                    <a:pt x="499" y="21"/>
                    <a:pt x="499" y="21"/>
                    <a:pt x="499" y="21"/>
                  </a:cubicBezTo>
                  <a:cubicBezTo>
                    <a:pt x="502" y="22"/>
                    <a:pt x="504" y="23"/>
                    <a:pt x="507" y="24"/>
                  </a:cubicBezTo>
                  <a:lnTo>
                    <a:pt x="486" y="78"/>
                  </a:lnTo>
                  <a:close/>
                  <a:moveTo>
                    <a:pt x="269" y="76"/>
                  </a:moveTo>
                  <a:cubicBezTo>
                    <a:pt x="250" y="21"/>
                    <a:pt x="250" y="21"/>
                    <a:pt x="250" y="21"/>
                  </a:cubicBezTo>
                  <a:cubicBezTo>
                    <a:pt x="252" y="20"/>
                    <a:pt x="255" y="19"/>
                    <a:pt x="258" y="18"/>
                  </a:cubicBezTo>
                  <a:cubicBezTo>
                    <a:pt x="276" y="74"/>
                    <a:pt x="276" y="74"/>
                    <a:pt x="276" y="74"/>
                  </a:cubicBezTo>
                  <a:cubicBezTo>
                    <a:pt x="274" y="75"/>
                    <a:pt x="271" y="75"/>
                    <a:pt x="269" y="76"/>
                  </a:cubicBezTo>
                  <a:close/>
                  <a:moveTo>
                    <a:pt x="474" y="74"/>
                  </a:moveTo>
                  <a:cubicBezTo>
                    <a:pt x="471" y="73"/>
                    <a:pt x="469" y="72"/>
                    <a:pt x="467" y="72"/>
                  </a:cubicBezTo>
                  <a:cubicBezTo>
                    <a:pt x="484" y="16"/>
                    <a:pt x="484" y="16"/>
                    <a:pt x="484" y="16"/>
                  </a:cubicBezTo>
                  <a:cubicBezTo>
                    <a:pt x="486" y="17"/>
                    <a:pt x="489" y="18"/>
                    <a:pt x="492" y="18"/>
                  </a:cubicBezTo>
                  <a:lnTo>
                    <a:pt x="474" y="74"/>
                  </a:lnTo>
                  <a:close/>
                  <a:moveTo>
                    <a:pt x="282" y="72"/>
                  </a:moveTo>
                  <a:cubicBezTo>
                    <a:pt x="265" y="16"/>
                    <a:pt x="265" y="16"/>
                    <a:pt x="265" y="16"/>
                  </a:cubicBezTo>
                  <a:cubicBezTo>
                    <a:pt x="267" y="15"/>
                    <a:pt x="270" y="14"/>
                    <a:pt x="273" y="14"/>
                  </a:cubicBezTo>
                  <a:cubicBezTo>
                    <a:pt x="289" y="70"/>
                    <a:pt x="289" y="70"/>
                    <a:pt x="289" y="70"/>
                  </a:cubicBezTo>
                  <a:cubicBezTo>
                    <a:pt x="286" y="71"/>
                    <a:pt x="284" y="71"/>
                    <a:pt x="282" y="72"/>
                  </a:cubicBezTo>
                  <a:close/>
                  <a:moveTo>
                    <a:pt x="461" y="70"/>
                  </a:moveTo>
                  <a:cubicBezTo>
                    <a:pt x="458" y="69"/>
                    <a:pt x="456" y="69"/>
                    <a:pt x="454" y="68"/>
                  </a:cubicBezTo>
                  <a:cubicBezTo>
                    <a:pt x="468" y="12"/>
                    <a:pt x="468" y="12"/>
                    <a:pt x="468" y="12"/>
                  </a:cubicBezTo>
                  <a:cubicBezTo>
                    <a:pt x="471" y="12"/>
                    <a:pt x="474" y="13"/>
                    <a:pt x="477" y="14"/>
                  </a:cubicBezTo>
                  <a:lnTo>
                    <a:pt x="461" y="70"/>
                  </a:lnTo>
                  <a:close/>
                  <a:moveTo>
                    <a:pt x="295" y="68"/>
                  </a:moveTo>
                  <a:cubicBezTo>
                    <a:pt x="280" y="12"/>
                    <a:pt x="280" y="12"/>
                    <a:pt x="280" y="12"/>
                  </a:cubicBezTo>
                  <a:cubicBezTo>
                    <a:pt x="283" y="11"/>
                    <a:pt x="286" y="10"/>
                    <a:pt x="288" y="10"/>
                  </a:cubicBezTo>
                  <a:cubicBezTo>
                    <a:pt x="302" y="67"/>
                    <a:pt x="302" y="67"/>
                    <a:pt x="302" y="67"/>
                  </a:cubicBezTo>
                  <a:cubicBezTo>
                    <a:pt x="299" y="67"/>
                    <a:pt x="297" y="68"/>
                    <a:pt x="295" y="68"/>
                  </a:cubicBezTo>
                  <a:close/>
                  <a:moveTo>
                    <a:pt x="448" y="67"/>
                  </a:moveTo>
                  <a:cubicBezTo>
                    <a:pt x="445" y="66"/>
                    <a:pt x="443" y="66"/>
                    <a:pt x="441" y="65"/>
                  </a:cubicBezTo>
                  <a:cubicBezTo>
                    <a:pt x="453" y="8"/>
                    <a:pt x="453" y="8"/>
                    <a:pt x="453" y="8"/>
                  </a:cubicBezTo>
                  <a:cubicBezTo>
                    <a:pt x="456" y="8"/>
                    <a:pt x="459" y="9"/>
                    <a:pt x="461" y="10"/>
                  </a:cubicBezTo>
                  <a:lnTo>
                    <a:pt x="448" y="67"/>
                  </a:lnTo>
                  <a:close/>
                  <a:moveTo>
                    <a:pt x="308" y="65"/>
                  </a:moveTo>
                  <a:cubicBezTo>
                    <a:pt x="295" y="8"/>
                    <a:pt x="295" y="8"/>
                    <a:pt x="295" y="8"/>
                  </a:cubicBezTo>
                  <a:cubicBezTo>
                    <a:pt x="298" y="7"/>
                    <a:pt x="301" y="7"/>
                    <a:pt x="304" y="6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2" y="64"/>
                    <a:pt x="310" y="65"/>
                    <a:pt x="308" y="65"/>
                  </a:cubicBezTo>
                  <a:close/>
                  <a:moveTo>
                    <a:pt x="435" y="64"/>
                  </a:moveTo>
                  <a:cubicBezTo>
                    <a:pt x="432" y="63"/>
                    <a:pt x="430" y="63"/>
                    <a:pt x="428" y="63"/>
                  </a:cubicBezTo>
                  <a:cubicBezTo>
                    <a:pt x="437" y="5"/>
                    <a:pt x="437" y="5"/>
                    <a:pt x="437" y="5"/>
                  </a:cubicBezTo>
                  <a:cubicBezTo>
                    <a:pt x="440" y="5"/>
                    <a:pt x="443" y="6"/>
                    <a:pt x="446" y="6"/>
                  </a:cubicBezTo>
                  <a:lnTo>
                    <a:pt x="435" y="64"/>
                  </a:lnTo>
                  <a:close/>
                  <a:moveTo>
                    <a:pt x="321" y="63"/>
                  </a:moveTo>
                  <a:cubicBezTo>
                    <a:pt x="311" y="5"/>
                    <a:pt x="311" y="5"/>
                    <a:pt x="311" y="5"/>
                  </a:cubicBezTo>
                  <a:cubicBezTo>
                    <a:pt x="314" y="5"/>
                    <a:pt x="317" y="4"/>
                    <a:pt x="320" y="4"/>
                  </a:cubicBezTo>
                  <a:cubicBezTo>
                    <a:pt x="328" y="61"/>
                    <a:pt x="328" y="61"/>
                    <a:pt x="328" y="61"/>
                  </a:cubicBezTo>
                  <a:cubicBezTo>
                    <a:pt x="326" y="62"/>
                    <a:pt x="323" y="62"/>
                    <a:pt x="321" y="63"/>
                  </a:cubicBezTo>
                  <a:close/>
                  <a:moveTo>
                    <a:pt x="422" y="62"/>
                  </a:moveTo>
                  <a:cubicBezTo>
                    <a:pt x="419" y="61"/>
                    <a:pt x="417" y="61"/>
                    <a:pt x="414" y="61"/>
                  </a:cubicBezTo>
                  <a:cubicBezTo>
                    <a:pt x="422" y="3"/>
                    <a:pt x="422" y="3"/>
                    <a:pt x="422" y="3"/>
                  </a:cubicBezTo>
                  <a:cubicBezTo>
                    <a:pt x="424" y="3"/>
                    <a:pt x="427" y="3"/>
                    <a:pt x="430" y="4"/>
                  </a:cubicBezTo>
                  <a:lnTo>
                    <a:pt x="422" y="62"/>
                  </a:lnTo>
                  <a:close/>
                  <a:moveTo>
                    <a:pt x="334" y="61"/>
                  </a:moveTo>
                  <a:cubicBezTo>
                    <a:pt x="327" y="3"/>
                    <a:pt x="327" y="3"/>
                    <a:pt x="327" y="3"/>
                  </a:cubicBezTo>
                  <a:cubicBezTo>
                    <a:pt x="330" y="2"/>
                    <a:pt x="332" y="2"/>
                    <a:pt x="335" y="2"/>
                  </a:cubicBezTo>
                  <a:cubicBezTo>
                    <a:pt x="341" y="60"/>
                    <a:pt x="341" y="60"/>
                    <a:pt x="341" y="60"/>
                  </a:cubicBezTo>
                  <a:cubicBezTo>
                    <a:pt x="339" y="60"/>
                    <a:pt x="337" y="60"/>
                    <a:pt x="334" y="61"/>
                  </a:cubicBezTo>
                  <a:close/>
                  <a:moveTo>
                    <a:pt x="408" y="60"/>
                  </a:moveTo>
                  <a:cubicBezTo>
                    <a:pt x="406" y="60"/>
                    <a:pt x="403" y="59"/>
                    <a:pt x="401" y="59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9" y="1"/>
                    <a:pt x="412" y="1"/>
                    <a:pt x="414" y="2"/>
                  </a:cubicBezTo>
                  <a:lnTo>
                    <a:pt x="408" y="60"/>
                  </a:lnTo>
                  <a:close/>
                  <a:moveTo>
                    <a:pt x="347" y="59"/>
                  </a:moveTo>
                  <a:cubicBezTo>
                    <a:pt x="342" y="1"/>
                    <a:pt x="342" y="1"/>
                    <a:pt x="342" y="1"/>
                  </a:cubicBezTo>
                  <a:cubicBezTo>
                    <a:pt x="345" y="1"/>
                    <a:pt x="348" y="1"/>
                    <a:pt x="351" y="0"/>
                  </a:cubicBezTo>
                  <a:cubicBezTo>
                    <a:pt x="355" y="59"/>
                    <a:pt x="355" y="59"/>
                    <a:pt x="355" y="59"/>
                  </a:cubicBezTo>
                  <a:cubicBezTo>
                    <a:pt x="352" y="59"/>
                    <a:pt x="350" y="59"/>
                    <a:pt x="347" y="59"/>
                  </a:cubicBezTo>
                  <a:close/>
                  <a:moveTo>
                    <a:pt x="395" y="59"/>
                  </a:moveTo>
                  <a:cubicBezTo>
                    <a:pt x="392" y="59"/>
                    <a:pt x="390" y="58"/>
                    <a:pt x="388" y="58"/>
                  </a:cubicBezTo>
                  <a:cubicBezTo>
                    <a:pt x="390" y="0"/>
                    <a:pt x="390" y="0"/>
                    <a:pt x="390" y="0"/>
                  </a:cubicBezTo>
                  <a:cubicBezTo>
                    <a:pt x="393" y="0"/>
                    <a:pt x="396" y="0"/>
                    <a:pt x="399" y="0"/>
                  </a:cubicBezTo>
                  <a:lnTo>
                    <a:pt x="395" y="59"/>
                  </a:lnTo>
                  <a:close/>
                  <a:moveTo>
                    <a:pt x="361" y="58"/>
                  </a:moveTo>
                  <a:cubicBezTo>
                    <a:pt x="358" y="0"/>
                    <a:pt x="358" y="0"/>
                    <a:pt x="358" y="0"/>
                  </a:cubicBezTo>
                  <a:cubicBezTo>
                    <a:pt x="361" y="0"/>
                    <a:pt x="364" y="0"/>
                    <a:pt x="367" y="0"/>
                  </a:cubicBezTo>
                  <a:cubicBezTo>
                    <a:pt x="368" y="58"/>
                    <a:pt x="368" y="58"/>
                    <a:pt x="368" y="58"/>
                  </a:cubicBezTo>
                  <a:cubicBezTo>
                    <a:pt x="366" y="58"/>
                    <a:pt x="363" y="58"/>
                    <a:pt x="361" y="58"/>
                  </a:cubicBezTo>
                  <a:close/>
                  <a:moveTo>
                    <a:pt x="382" y="58"/>
                  </a:moveTo>
                  <a:cubicBezTo>
                    <a:pt x="379" y="58"/>
                    <a:pt x="377" y="58"/>
                    <a:pt x="375" y="58"/>
                  </a:cubicBezTo>
                  <a:cubicBezTo>
                    <a:pt x="374" y="58"/>
                    <a:pt x="374" y="58"/>
                    <a:pt x="374" y="58"/>
                  </a:cubicBezTo>
                  <a:cubicBezTo>
                    <a:pt x="374" y="23"/>
                    <a:pt x="374" y="23"/>
                    <a:pt x="374" y="23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7" y="0"/>
                    <a:pt x="380" y="0"/>
                    <a:pt x="383" y="0"/>
                  </a:cubicBezTo>
                  <a:lnTo>
                    <a:pt x="382" y="58"/>
                  </a:lnTo>
                  <a:close/>
                  <a:moveTo>
                    <a:pt x="374" y="23"/>
                  </a:moveTo>
                  <a:cubicBezTo>
                    <a:pt x="374" y="29"/>
                    <a:pt x="374" y="29"/>
                    <a:pt x="374" y="29"/>
                  </a:cubicBezTo>
                  <a:cubicBezTo>
                    <a:pt x="374" y="24"/>
                    <a:pt x="374" y="24"/>
                    <a:pt x="374" y="24"/>
                  </a:cubicBezTo>
                  <a:lnTo>
                    <a:pt x="374" y="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32"/>
            <p:cNvSpPr/>
            <p:nvPr/>
          </p:nvSpPr>
          <p:spPr>
            <a:xfrm>
              <a:off x="5734050" y="4329113"/>
              <a:ext cx="985838" cy="987424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293" y="585"/>
                  </a:moveTo>
                  <a:cubicBezTo>
                    <a:pt x="131" y="585"/>
                    <a:pt x="0" y="454"/>
                    <a:pt x="0" y="293"/>
                  </a:cubicBezTo>
                  <a:cubicBezTo>
                    <a:pt x="0" y="131"/>
                    <a:pt x="131" y="0"/>
                    <a:pt x="293" y="0"/>
                  </a:cubicBezTo>
                  <a:cubicBezTo>
                    <a:pt x="454" y="0"/>
                    <a:pt x="585" y="131"/>
                    <a:pt x="585" y="293"/>
                  </a:cubicBezTo>
                  <a:cubicBezTo>
                    <a:pt x="585" y="454"/>
                    <a:pt x="454" y="585"/>
                    <a:pt x="293" y="585"/>
                  </a:cubicBezTo>
                  <a:close/>
                  <a:moveTo>
                    <a:pt x="293" y="5"/>
                  </a:moveTo>
                  <a:cubicBezTo>
                    <a:pt x="134" y="5"/>
                    <a:pt x="5" y="134"/>
                    <a:pt x="5" y="293"/>
                  </a:cubicBezTo>
                  <a:cubicBezTo>
                    <a:pt x="5" y="451"/>
                    <a:pt x="134" y="580"/>
                    <a:pt x="293" y="580"/>
                  </a:cubicBezTo>
                  <a:cubicBezTo>
                    <a:pt x="451" y="580"/>
                    <a:pt x="580" y="451"/>
                    <a:pt x="580" y="293"/>
                  </a:cubicBezTo>
                  <a:cubicBezTo>
                    <a:pt x="580" y="134"/>
                    <a:pt x="451" y="5"/>
                    <a:pt x="29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32"/>
            <p:cNvSpPr/>
            <p:nvPr/>
          </p:nvSpPr>
          <p:spPr>
            <a:xfrm>
              <a:off x="5738813" y="4333875"/>
              <a:ext cx="974725" cy="976313"/>
            </a:xfrm>
            <a:custGeom>
              <a:avLst/>
              <a:gdLst/>
              <a:ahLst/>
              <a:cxnLst/>
              <a:rect l="l" t="t" r="r" b="b"/>
              <a:pathLst>
                <a:path w="578" h="579" extrusionOk="0">
                  <a:moveTo>
                    <a:pt x="290" y="0"/>
                  </a:move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8" y="0"/>
                    <a:pt x="287" y="0"/>
                    <a:pt x="287" y="0"/>
                  </a:cubicBezTo>
                  <a:cubicBezTo>
                    <a:pt x="287" y="49"/>
                    <a:pt x="287" y="49"/>
                    <a:pt x="287" y="49"/>
                  </a:cubicBezTo>
                  <a:cubicBezTo>
                    <a:pt x="288" y="49"/>
                    <a:pt x="289" y="49"/>
                    <a:pt x="290" y="49"/>
                  </a:cubicBezTo>
                  <a:lnTo>
                    <a:pt x="290" y="0"/>
                  </a:lnTo>
                  <a:close/>
                  <a:moveTo>
                    <a:pt x="234" y="5"/>
                  </a:moveTo>
                  <a:cubicBezTo>
                    <a:pt x="233" y="6"/>
                    <a:pt x="233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1" y="6"/>
                    <a:pt x="231" y="6"/>
                    <a:pt x="231" y="6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2" y="54"/>
                    <a:pt x="243" y="54"/>
                    <a:pt x="243" y="54"/>
                  </a:cubicBezTo>
                  <a:lnTo>
                    <a:pt x="234" y="5"/>
                  </a:lnTo>
                  <a:close/>
                  <a:moveTo>
                    <a:pt x="181" y="21"/>
                  </a:moveTo>
                  <a:cubicBezTo>
                    <a:pt x="180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8" y="22"/>
                    <a:pt x="178" y="22"/>
                    <a:pt x="178" y="22"/>
                  </a:cubicBezTo>
                  <a:cubicBezTo>
                    <a:pt x="197" y="68"/>
                    <a:pt x="197" y="68"/>
                    <a:pt x="197" y="68"/>
                  </a:cubicBezTo>
                  <a:cubicBezTo>
                    <a:pt x="198" y="67"/>
                    <a:pt x="198" y="67"/>
                    <a:pt x="199" y="67"/>
                  </a:cubicBezTo>
                  <a:lnTo>
                    <a:pt x="181" y="21"/>
                  </a:lnTo>
                  <a:close/>
                  <a:moveTo>
                    <a:pt x="131" y="47"/>
                  </a:moveTo>
                  <a:cubicBezTo>
                    <a:pt x="131" y="47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57" y="89"/>
                    <a:pt x="157" y="89"/>
                    <a:pt x="158" y="88"/>
                  </a:cubicBezTo>
                  <a:lnTo>
                    <a:pt x="131" y="47"/>
                  </a:lnTo>
                  <a:close/>
                  <a:moveTo>
                    <a:pt x="88" y="82"/>
                  </a:moveTo>
                  <a:cubicBezTo>
                    <a:pt x="87" y="82"/>
                    <a:pt x="87" y="83"/>
                    <a:pt x="87" y="83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120" y="119"/>
                    <a:pt x="120" y="119"/>
                    <a:pt x="120" y="119"/>
                  </a:cubicBezTo>
                  <a:cubicBezTo>
                    <a:pt x="121" y="118"/>
                    <a:pt x="121" y="118"/>
                    <a:pt x="122" y="117"/>
                  </a:cubicBezTo>
                  <a:lnTo>
                    <a:pt x="88" y="82"/>
                  </a:lnTo>
                  <a:close/>
                  <a:moveTo>
                    <a:pt x="52" y="125"/>
                  </a:move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4"/>
                    <a:pt x="92" y="153"/>
                    <a:pt x="92" y="153"/>
                  </a:cubicBezTo>
                  <a:lnTo>
                    <a:pt x="52" y="125"/>
                  </a:lnTo>
                  <a:close/>
                  <a:moveTo>
                    <a:pt x="24" y="173"/>
                  </a:move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4"/>
                    <a:pt x="24" y="175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69" y="194"/>
                    <a:pt x="69" y="194"/>
                    <a:pt x="69" y="193"/>
                  </a:cubicBezTo>
                  <a:lnTo>
                    <a:pt x="24" y="173"/>
                  </a:lnTo>
                  <a:close/>
                  <a:moveTo>
                    <a:pt x="7" y="226"/>
                  </a:moveTo>
                  <a:cubicBezTo>
                    <a:pt x="7" y="227"/>
                    <a:pt x="7" y="227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54" y="239"/>
                    <a:pt x="54" y="239"/>
                    <a:pt x="54" y="239"/>
                  </a:cubicBezTo>
                  <a:cubicBezTo>
                    <a:pt x="55" y="238"/>
                    <a:pt x="55" y="238"/>
                    <a:pt x="55" y="237"/>
                  </a:cubicBezTo>
                  <a:cubicBezTo>
                    <a:pt x="7" y="226"/>
                    <a:pt x="7" y="226"/>
                    <a:pt x="7" y="226"/>
                  </a:cubicBezTo>
                  <a:close/>
                  <a:moveTo>
                    <a:pt x="0" y="28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49" y="285"/>
                    <a:pt x="49" y="285"/>
                    <a:pt x="49" y="285"/>
                  </a:cubicBezTo>
                  <a:cubicBezTo>
                    <a:pt x="49" y="284"/>
                    <a:pt x="49" y="284"/>
                    <a:pt x="49" y="283"/>
                  </a:cubicBezTo>
                  <a:lnTo>
                    <a:pt x="0" y="281"/>
                  </a:lnTo>
                  <a:close/>
                  <a:moveTo>
                    <a:pt x="52" y="329"/>
                  </a:moveTo>
                  <a:cubicBezTo>
                    <a:pt x="4" y="337"/>
                    <a:pt x="4" y="337"/>
                    <a:pt x="4" y="337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9"/>
                    <a:pt x="4" y="339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53" y="331"/>
                    <a:pt x="53" y="331"/>
                    <a:pt x="53" y="331"/>
                  </a:cubicBezTo>
                  <a:cubicBezTo>
                    <a:pt x="53" y="331"/>
                    <a:pt x="52" y="330"/>
                    <a:pt x="52" y="329"/>
                  </a:cubicBezTo>
                  <a:close/>
                  <a:moveTo>
                    <a:pt x="64" y="374"/>
                  </a:moveTo>
                  <a:cubicBezTo>
                    <a:pt x="18" y="391"/>
                    <a:pt x="18" y="391"/>
                    <a:pt x="18" y="391"/>
                  </a:cubicBezTo>
                  <a:cubicBezTo>
                    <a:pt x="19" y="392"/>
                    <a:pt x="19" y="393"/>
                    <a:pt x="19" y="394"/>
                  </a:cubicBezTo>
                  <a:cubicBezTo>
                    <a:pt x="65" y="376"/>
                    <a:pt x="65" y="376"/>
                    <a:pt x="65" y="376"/>
                  </a:cubicBezTo>
                  <a:cubicBezTo>
                    <a:pt x="65" y="375"/>
                    <a:pt x="64" y="374"/>
                    <a:pt x="64" y="374"/>
                  </a:cubicBezTo>
                  <a:close/>
                  <a:moveTo>
                    <a:pt x="84" y="415"/>
                  </a:moveTo>
                  <a:cubicBezTo>
                    <a:pt x="43" y="441"/>
                    <a:pt x="43" y="441"/>
                    <a:pt x="43" y="441"/>
                  </a:cubicBezTo>
                  <a:cubicBezTo>
                    <a:pt x="43" y="441"/>
                    <a:pt x="43" y="442"/>
                    <a:pt x="44" y="442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86" y="417"/>
                    <a:pt x="86" y="417"/>
                    <a:pt x="86" y="417"/>
                  </a:cubicBezTo>
                  <a:cubicBezTo>
                    <a:pt x="85" y="417"/>
                    <a:pt x="85" y="416"/>
                    <a:pt x="84" y="415"/>
                  </a:cubicBezTo>
                  <a:close/>
                  <a:moveTo>
                    <a:pt x="112" y="452"/>
                  </a:moveTo>
                  <a:cubicBezTo>
                    <a:pt x="76" y="485"/>
                    <a:pt x="76" y="485"/>
                    <a:pt x="76" y="485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114" y="454"/>
                    <a:pt x="114" y="454"/>
                    <a:pt x="114" y="454"/>
                  </a:cubicBezTo>
                  <a:cubicBezTo>
                    <a:pt x="113" y="453"/>
                    <a:pt x="113" y="453"/>
                    <a:pt x="112" y="452"/>
                  </a:cubicBezTo>
                  <a:close/>
                  <a:moveTo>
                    <a:pt x="147" y="483"/>
                  </a:moveTo>
                  <a:cubicBezTo>
                    <a:pt x="118" y="523"/>
                    <a:pt x="118" y="523"/>
                    <a:pt x="118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48" y="484"/>
                    <a:pt x="147" y="484"/>
                    <a:pt x="147" y="483"/>
                  </a:cubicBezTo>
                  <a:close/>
                  <a:moveTo>
                    <a:pt x="187" y="507"/>
                  </a:moveTo>
                  <a:cubicBezTo>
                    <a:pt x="165" y="551"/>
                    <a:pt x="165" y="551"/>
                    <a:pt x="165" y="551"/>
                  </a:cubicBezTo>
                  <a:cubicBezTo>
                    <a:pt x="166" y="552"/>
                    <a:pt x="167" y="552"/>
                    <a:pt x="167" y="552"/>
                  </a:cubicBezTo>
                  <a:cubicBezTo>
                    <a:pt x="167" y="552"/>
                    <a:pt x="167" y="552"/>
                    <a:pt x="167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3"/>
                    <a:pt x="168" y="553"/>
                    <a:pt x="168" y="553"/>
                  </a:cubicBezTo>
                  <a:cubicBezTo>
                    <a:pt x="189" y="508"/>
                    <a:pt x="189" y="508"/>
                    <a:pt x="189" y="508"/>
                  </a:cubicBezTo>
                  <a:cubicBezTo>
                    <a:pt x="188" y="508"/>
                    <a:pt x="187" y="507"/>
                    <a:pt x="187" y="507"/>
                  </a:cubicBezTo>
                  <a:close/>
                  <a:moveTo>
                    <a:pt x="230" y="523"/>
                  </a:move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20" y="571"/>
                    <a:pt x="220" y="571"/>
                    <a:pt x="221" y="571"/>
                  </a:cubicBezTo>
                  <a:cubicBezTo>
                    <a:pt x="232" y="523"/>
                    <a:pt x="232" y="523"/>
                    <a:pt x="232" y="523"/>
                  </a:cubicBezTo>
                  <a:cubicBezTo>
                    <a:pt x="232" y="523"/>
                    <a:pt x="231" y="523"/>
                    <a:pt x="230" y="523"/>
                  </a:cubicBezTo>
                  <a:close/>
                  <a:moveTo>
                    <a:pt x="276" y="530"/>
                  </a:move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5" y="579"/>
                    <a:pt x="276" y="579"/>
                  </a:cubicBezTo>
                  <a:cubicBezTo>
                    <a:pt x="278" y="530"/>
                    <a:pt x="278" y="530"/>
                    <a:pt x="278" y="530"/>
                  </a:cubicBezTo>
                  <a:cubicBezTo>
                    <a:pt x="277" y="530"/>
                    <a:pt x="277" y="530"/>
                    <a:pt x="276" y="530"/>
                  </a:cubicBezTo>
                  <a:close/>
                  <a:moveTo>
                    <a:pt x="325" y="528"/>
                  </a:moveTo>
                  <a:cubicBezTo>
                    <a:pt x="324" y="528"/>
                    <a:pt x="323" y="528"/>
                    <a:pt x="322" y="528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0" y="576"/>
                    <a:pt x="331" y="576"/>
                    <a:pt x="332" y="576"/>
                  </a:cubicBezTo>
                  <a:lnTo>
                    <a:pt x="325" y="528"/>
                  </a:lnTo>
                  <a:close/>
                  <a:moveTo>
                    <a:pt x="369" y="516"/>
                  </a:moveTo>
                  <a:cubicBezTo>
                    <a:pt x="369" y="517"/>
                    <a:pt x="368" y="517"/>
                    <a:pt x="367" y="517"/>
                  </a:cubicBezTo>
                  <a:cubicBezTo>
                    <a:pt x="383" y="564"/>
                    <a:pt x="383" y="564"/>
                    <a:pt x="383" y="564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5" y="563"/>
                    <a:pt x="385" y="563"/>
                    <a:pt x="386" y="563"/>
                  </a:cubicBezTo>
                  <a:lnTo>
                    <a:pt x="369" y="516"/>
                  </a:lnTo>
                  <a:close/>
                  <a:moveTo>
                    <a:pt x="411" y="497"/>
                  </a:moveTo>
                  <a:cubicBezTo>
                    <a:pt x="411" y="497"/>
                    <a:pt x="410" y="498"/>
                    <a:pt x="409" y="498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5" y="540"/>
                    <a:pt x="436" y="540"/>
                    <a:pt x="436" y="539"/>
                  </a:cubicBezTo>
                  <a:lnTo>
                    <a:pt x="411" y="497"/>
                  </a:lnTo>
                  <a:close/>
                  <a:moveTo>
                    <a:pt x="449" y="470"/>
                  </a:moveTo>
                  <a:cubicBezTo>
                    <a:pt x="448" y="470"/>
                    <a:pt x="448" y="471"/>
                    <a:pt x="447" y="471"/>
                  </a:cubicBezTo>
                  <a:cubicBezTo>
                    <a:pt x="479" y="508"/>
                    <a:pt x="479" y="508"/>
                    <a:pt x="479" y="508"/>
                  </a:cubicBezTo>
                  <a:cubicBezTo>
                    <a:pt x="480" y="508"/>
                    <a:pt x="480" y="508"/>
                    <a:pt x="480" y="508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1" y="507"/>
                    <a:pt x="481" y="507"/>
                    <a:pt x="481" y="507"/>
                  </a:cubicBezTo>
                  <a:lnTo>
                    <a:pt x="449" y="470"/>
                  </a:lnTo>
                  <a:close/>
                  <a:moveTo>
                    <a:pt x="480" y="436"/>
                  </a:moveTo>
                  <a:cubicBezTo>
                    <a:pt x="480" y="437"/>
                    <a:pt x="479" y="437"/>
                    <a:pt x="479" y="438"/>
                  </a:cubicBezTo>
                  <a:cubicBezTo>
                    <a:pt x="518" y="468"/>
                    <a:pt x="518" y="468"/>
                    <a:pt x="518" y="468"/>
                  </a:cubicBezTo>
                  <a:cubicBezTo>
                    <a:pt x="518" y="467"/>
                    <a:pt x="519" y="467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lnTo>
                    <a:pt x="480" y="436"/>
                  </a:lnTo>
                  <a:close/>
                  <a:moveTo>
                    <a:pt x="505" y="397"/>
                  </a:moveTo>
                  <a:cubicBezTo>
                    <a:pt x="505" y="397"/>
                    <a:pt x="504" y="398"/>
                    <a:pt x="504" y="399"/>
                  </a:cubicBezTo>
                  <a:cubicBezTo>
                    <a:pt x="548" y="421"/>
                    <a:pt x="548" y="421"/>
                    <a:pt x="548" y="421"/>
                  </a:cubicBezTo>
                  <a:cubicBezTo>
                    <a:pt x="548" y="421"/>
                    <a:pt x="548" y="420"/>
                    <a:pt x="548" y="420"/>
                  </a:cubicBezTo>
                  <a:cubicBezTo>
                    <a:pt x="548" y="420"/>
                    <a:pt x="548" y="420"/>
                    <a:pt x="548" y="420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9" y="418"/>
                    <a:pt x="549" y="418"/>
                    <a:pt x="549" y="418"/>
                  </a:cubicBezTo>
                  <a:lnTo>
                    <a:pt x="505" y="397"/>
                  </a:lnTo>
                  <a:close/>
                  <a:moveTo>
                    <a:pt x="521" y="353"/>
                  </a:moveTo>
                  <a:cubicBezTo>
                    <a:pt x="521" y="354"/>
                    <a:pt x="521" y="355"/>
                    <a:pt x="521" y="356"/>
                  </a:cubicBezTo>
                  <a:cubicBezTo>
                    <a:pt x="568" y="369"/>
                    <a:pt x="568" y="369"/>
                    <a:pt x="568" y="369"/>
                  </a:cubicBezTo>
                  <a:cubicBezTo>
                    <a:pt x="568" y="368"/>
                    <a:pt x="568" y="367"/>
                    <a:pt x="569" y="366"/>
                  </a:cubicBezTo>
                  <a:lnTo>
                    <a:pt x="521" y="353"/>
                  </a:lnTo>
                  <a:close/>
                  <a:moveTo>
                    <a:pt x="529" y="308"/>
                  </a:moveTo>
                  <a:cubicBezTo>
                    <a:pt x="529" y="309"/>
                    <a:pt x="529" y="309"/>
                    <a:pt x="529" y="310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3"/>
                    <a:pt x="578" y="312"/>
                    <a:pt x="578" y="311"/>
                  </a:cubicBezTo>
                  <a:lnTo>
                    <a:pt x="529" y="308"/>
                  </a:lnTo>
                  <a:close/>
                  <a:moveTo>
                    <a:pt x="577" y="256"/>
                  </a:moveTo>
                  <a:cubicBezTo>
                    <a:pt x="528" y="261"/>
                    <a:pt x="528" y="261"/>
                    <a:pt x="528" y="261"/>
                  </a:cubicBezTo>
                  <a:cubicBezTo>
                    <a:pt x="528" y="262"/>
                    <a:pt x="528" y="263"/>
                    <a:pt x="529" y="264"/>
                  </a:cubicBezTo>
                  <a:cubicBezTo>
                    <a:pt x="577" y="259"/>
                    <a:pt x="577" y="259"/>
                    <a:pt x="577" y="259"/>
                  </a:cubicBezTo>
                  <a:cubicBezTo>
                    <a:pt x="577" y="258"/>
                    <a:pt x="577" y="257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lose/>
                  <a:moveTo>
                    <a:pt x="565" y="201"/>
                  </a:moveTo>
                  <a:cubicBezTo>
                    <a:pt x="519" y="216"/>
                    <a:pt x="519" y="216"/>
                    <a:pt x="519" y="216"/>
                  </a:cubicBezTo>
                  <a:cubicBezTo>
                    <a:pt x="519" y="217"/>
                    <a:pt x="519" y="218"/>
                    <a:pt x="519" y="219"/>
                  </a:cubicBezTo>
                  <a:cubicBezTo>
                    <a:pt x="566" y="204"/>
                    <a:pt x="566" y="204"/>
                    <a:pt x="566" y="204"/>
                  </a:cubicBezTo>
                  <a:cubicBezTo>
                    <a:pt x="566" y="203"/>
                    <a:pt x="566" y="202"/>
                    <a:pt x="565" y="201"/>
                  </a:cubicBezTo>
                  <a:close/>
                  <a:moveTo>
                    <a:pt x="543" y="150"/>
                  </a:moveTo>
                  <a:cubicBezTo>
                    <a:pt x="500" y="174"/>
                    <a:pt x="500" y="174"/>
                    <a:pt x="500" y="174"/>
                  </a:cubicBezTo>
                  <a:cubicBezTo>
                    <a:pt x="501" y="175"/>
                    <a:pt x="501" y="175"/>
                    <a:pt x="501" y="176"/>
                  </a:cubicBezTo>
                  <a:cubicBezTo>
                    <a:pt x="545" y="153"/>
                    <a:pt x="545" y="153"/>
                    <a:pt x="545" y="153"/>
                  </a:cubicBezTo>
                  <a:cubicBezTo>
                    <a:pt x="544" y="152"/>
                    <a:pt x="544" y="151"/>
                    <a:pt x="543" y="150"/>
                  </a:cubicBezTo>
                  <a:close/>
                  <a:moveTo>
                    <a:pt x="512" y="104"/>
                  </a:moveTo>
                  <a:cubicBezTo>
                    <a:pt x="474" y="136"/>
                    <a:pt x="474" y="136"/>
                    <a:pt x="474" y="136"/>
                  </a:cubicBezTo>
                  <a:cubicBezTo>
                    <a:pt x="475" y="136"/>
                    <a:pt x="475" y="137"/>
                    <a:pt x="476" y="137"/>
                  </a:cubicBezTo>
                  <a:cubicBezTo>
                    <a:pt x="514" y="106"/>
                    <a:pt x="514" y="106"/>
                    <a:pt x="514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5"/>
                    <a:pt x="512" y="105"/>
                    <a:pt x="512" y="104"/>
                  </a:cubicBezTo>
                  <a:close/>
                  <a:moveTo>
                    <a:pt x="472" y="65"/>
                  </a:moveTo>
                  <a:cubicBezTo>
                    <a:pt x="441" y="103"/>
                    <a:pt x="441" y="103"/>
                    <a:pt x="441" y="103"/>
                  </a:cubicBezTo>
                  <a:cubicBezTo>
                    <a:pt x="442" y="104"/>
                    <a:pt x="442" y="104"/>
                    <a:pt x="443" y="105"/>
                  </a:cubicBezTo>
                  <a:cubicBezTo>
                    <a:pt x="474" y="67"/>
                    <a:pt x="474" y="67"/>
                    <a:pt x="474" y="67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5"/>
                    <a:pt x="473" y="65"/>
                    <a:pt x="473" y="65"/>
                  </a:cubicBezTo>
                  <a:cubicBezTo>
                    <a:pt x="473" y="65"/>
                    <a:pt x="473" y="65"/>
                    <a:pt x="473" y="65"/>
                  </a:cubicBezTo>
                  <a:lnTo>
                    <a:pt x="472" y="65"/>
                  </a:lnTo>
                  <a:close/>
                  <a:moveTo>
                    <a:pt x="426" y="34"/>
                  </a:moveTo>
                  <a:cubicBezTo>
                    <a:pt x="403" y="77"/>
                    <a:pt x="403" y="77"/>
                    <a:pt x="403" y="77"/>
                  </a:cubicBezTo>
                  <a:cubicBezTo>
                    <a:pt x="403" y="78"/>
                    <a:pt x="404" y="78"/>
                    <a:pt x="405" y="79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7" y="35"/>
                    <a:pt x="426" y="35"/>
                    <a:pt x="426" y="34"/>
                  </a:cubicBezTo>
                  <a:close/>
                  <a:moveTo>
                    <a:pt x="374" y="13"/>
                  </a:moveTo>
                  <a:cubicBezTo>
                    <a:pt x="360" y="60"/>
                    <a:pt x="360" y="60"/>
                    <a:pt x="360" y="60"/>
                  </a:cubicBezTo>
                  <a:cubicBezTo>
                    <a:pt x="361" y="60"/>
                    <a:pt x="361" y="60"/>
                    <a:pt x="362" y="60"/>
                  </a:cubicBezTo>
                  <a:cubicBezTo>
                    <a:pt x="377" y="14"/>
                    <a:pt x="377" y="14"/>
                    <a:pt x="377" y="14"/>
                  </a:cubicBezTo>
                  <a:cubicBezTo>
                    <a:pt x="376" y="13"/>
                    <a:pt x="376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lnTo>
                    <a:pt x="374" y="13"/>
                  </a:lnTo>
                  <a:close/>
                  <a:moveTo>
                    <a:pt x="320" y="2"/>
                  </a:moveTo>
                  <a:cubicBezTo>
                    <a:pt x="315" y="51"/>
                    <a:pt x="315" y="51"/>
                    <a:pt x="315" y="51"/>
                  </a:cubicBezTo>
                  <a:cubicBezTo>
                    <a:pt x="315" y="51"/>
                    <a:pt x="316" y="51"/>
                    <a:pt x="317" y="51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322" y="2"/>
                    <a:pt x="321" y="2"/>
                    <a:pt x="320" y="2"/>
                  </a:cubicBezTo>
                  <a:cubicBezTo>
                    <a:pt x="320" y="2"/>
                    <a:pt x="320" y="2"/>
                    <a:pt x="32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32"/>
            <p:cNvSpPr/>
            <p:nvPr/>
          </p:nvSpPr>
          <p:spPr>
            <a:xfrm>
              <a:off x="5867400" y="4462463"/>
              <a:ext cx="720725" cy="722312"/>
            </a:xfrm>
            <a:custGeom>
              <a:avLst/>
              <a:gdLst/>
              <a:ahLst/>
              <a:cxnLst/>
              <a:rect l="l" t="t" r="r" b="b"/>
              <a:pathLst>
                <a:path w="428" h="428" extrusionOk="0">
                  <a:moveTo>
                    <a:pt x="214" y="422"/>
                  </a:moveTo>
                  <a:cubicBezTo>
                    <a:pt x="214" y="419"/>
                    <a:pt x="217" y="416"/>
                    <a:pt x="220" y="416"/>
                  </a:cubicBezTo>
                  <a:cubicBezTo>
                    <a:pt x="223" y="416"/>
                    <a:pt x="226" y="418"/>
                    <a:pt x="226" y="422"/>
                  </a:cubicBezTo>
                  <a:cubicBezTo>
                    <a:pt x="226" y="425"/>
                    <a:pt x="223" y="428"/>
                    <a:pt x="220" y="428"/>
                  </a:cubicBezTo>
                  <a:cubicBezTo>
                    <a:pt x="220" y="428"/>
                    <a:pt x="220" y="428"/>
                    <a:pt x="220" y="428"/>
                  </a:cubicBezTo>
                  <a:cubicBezTo>
                    <a:pt x="217" y="428"/>
                    <a:pt x="214" y="425"/>
                    <a:pt x="214" y="422"/>
                  </a:cubicBezTo>
                  <a:close/>
                  <a:moveTo>
                    <a:pt x="187" y="426"/>
                  </a:moveTo>
                  <a:cubicBezTo>
                    <a:pt x="187" y="426"/>
                    <a:pt x="187" y="426"/>
                    <a:pt x="187" y="426"/>
                  </a:cubicBezTo>
                  <a:cubicBezTo>
                    <a:pt x="184" y="426"/>
                    <a:pt x="182" y="423"/>
                    <a:pt x="182" y="420"/>
                  </a:cubicBezTo>
                  <a:cubicBezTo>
                    <a:pt x="182" y="416"/>
                    <a:pt x="185" y="414"/>
                    <a:pt x="189" y="415"/>
                  </a:cubicBezTo>
                  <a:cubicBezTo>
                    <a:pt x="189" y="415"/>
                    <a:pt x="189" y="415"/>
                    <a:pt x="189" y="415"/>
                  </a:cubicBezTo>
                  <a:cubicBezTo>
                    <a:pt x="192" y="415"/>
                    <a:pt x="194" y="418"/>
                    <a:pt x="194" y="421"/>
                  </a:cubicBezTo>
                  <a:cubicBezTo>
                    <a:pt x="193" y="424"/>
                    <a:pt x="191" y="426"/>
                    <a:pt x="188" y="426"/>
                  </a:cubicBezTo>
                  <a:lnTo>
                    <a:pt x="187" y="426"/>
                  </a:lnTo>
                  <a:close/>
                  <a:moveTo>
                    <a:pt x="246" y="419"/>
                  </a:moveTo>
                  <a:cubicBezTo>
                    <a:pt x="245" y="416"/>
                    <a:pt x="248" y="413"/>
                    <a:pt x="251" y="413"/>
                  </a:cubicBezTo>
                  <a:cubicBezTo>
                    <a:pt x="254" y="412"/>
                    <a:pt x="257" y="414"/>
                    <a:pt x="257" y="417"/>
                  </a:cubicBezTo>
                  <a:cubicBezTo>
                    <a:pt x="258" y="420"/>
                    <a:pt x="256" y="424"/>
                    <a:pt x="253" y="424"/>
                  </a:cubicBezTo>
                  <a:cubicBezTo>
                    <a:pt x="252" y="424"/>
                    <a:pt x="252" y="424"/>
                    <a:pt x="252" y="424"/>
                  </a:cubicBezTo>
                  <a:cubicBezTo>
                    <a:pt x="249" y="424"/>
                    <a:pt x="247" y="422"/>
                    <a:pt x="246" y="419"/>
                  </a:cubicBezTo>
                  <a:close/>
                  <a:moveTo>
                    <a:pt x="155" y="420"/>
                  </a:moveTo>
                  <a:cubicBezTo>
                    <a:pt x="152" y="419"/>
                    <a:pt x="150" y="415"/>
                    <a:pt x="151" y="412"/>
                  </a:cubicBezTo>
                  <a:cubicBezTo>
                    <a:pt x="152" y="409"/>
                    <a:pt x="155" y="407"/>
                    <a:pt x="158" y="408"/>
                  </a:cubicBezTo>
                  <a:cubicBezTo>
                    <a:pt x="158" y="408"/>
                    <a:pt x="158" y="408"/>
                    <a:pt x="158" y="408"/>
                  </a:cubicBezTo>
                  <a:cubicBezTo>
                    <a:pt x="161" y="409"/>
                    <a:pt x="163" y="412"/>
                    <a:pt x="162" y="416"/>
                  </a:cubicBezTo>
                  <a:cubicBezTo>
                    <a:pt x="161" y="418"/>
                    <a:pt x="159" y="420"/>
                    <a:pt x="157" y="420"/>
                  </a:cubicBezTo>
                  <a:cubicBezTo>
                    <a:pt x="156" y="420"/>
                    <a:pt x="155" y="420"/>
                    <a:pt x="155" y="420"/>
                  </a:cubicBezTo>
                  <a:close/>
                  <a:moveTo>
                    <a:pt x="277" y="412"/>
                  </a:moveTo>
                  <a:cubicBezTo>
                    <a:pt x="276" y="409"/>
                    <a:pt x="278" y="406"/>
                    <a:pt x="281" y="405"/>
                  </a:cubicBezTo>
                  <a:cubicBezTo>
                    <a:pt x="284" y="404"/>
                    <a:pt x="287" y="405"/>
                    <a:pt x="288" y="408"/>
                  </a:cubicBezTo>
                  <a:cubicBezTo>
                    <a:pt x="289" y="411"/>
                    <a:pt x="288" y="415"/>
                    <a:pt x="285" y="416"/>
                  </a:cubicBezTo>
                  <a:cubicBezTo>
                    <a:pt x="284" y="416"/>
                    <a:pt x="283" y="416"/>
                    <a:pt x="283" y="416"/>
                  </a:cubicBezTo>
                  <a:cubicBezTo>
                    <a:pt x="280" y="416"/>
                    <a:pt x="278" y="414"/>
                    <a:pt x="277" y="412"/>
                  </a:cubicBezTo>
                  <a:close/>
                  <a:moveTo>
                    <a:pt x="124" y="408"/>
                  </a:moveTo>
                  <a:cubicBezTo>
                    <a:pt x="121" y="407"/>
                    <a:pt x="120" y="403"/>
                    <a:pt x="121" y="400"/>
                  </a:cubicBezTo>
                  <a:cubicBezTo>
                    <a:pt x="122" y="397"/>
                    <a:pt x="126" y="396"/>
                    <a:pt x="129" y="398"/>
                  </a:cubicBezTo>
                  <a:cubicBezTo>
                    <a:pt x="132" y="399"/>
                    <a:pt x="133" y="402"/>
                    <a:pt x="132" y="405"/>
                  </a:cubicBezTo>
                  <a:cubicBezTo>
                    <a:pt x="131" y="407"/>
                    <a:pt x="129" y="409"/>
                    <a:pt x="126" y="409"/>
                  </a:cubicBezTo>
                  <a:cubicBezTo>
                    <a:pt x="126" y="409"/>
                    <a:pt x="125" y="409"/>
                    <a:pt x="124" y="408"/>
                  </a:cubicBezTo>
                  <a:close/>
                  <a:moveTo>
                    <a:pt x="307" y="400"/>
                  </a:moveTo>
                  <a:cubicBezTo>
                    <a:pt x="305" y="397"/>
                    <a:pt x="306" y="394"/>
                    <a:pt x="309" y="392"/>
                  </a:cubicBezTo>
                  <a:cubicBezTo>
                    <a:pt x="312" y="391"/>
                    <a:pt x="316" y="392"/>
                    <a:pt x="317" y="394"/>
                  </a:cubicBezTo>
                  <a:cubicBezTo>
                    <a:pt x="319" y="397"/>
                    <a:pt x="318" y="401"/>
                    <a:pt x="315" y="402"/>
                  </a:cubicBezTo>
                  <a:cubicBezTo>
                    <a:pt x="314" y="403"/>
                    <a:pt x="313" y="403"/>
                    <a:pt x="312" y="403"/>
                  </a:cubicBezTo>
                  <a:cubicBezTo>
                    <a:pt x="310" y="403"/>
                    <a:pt x="308" y="402"/>
                    <a:pt x="307" y="400"/>
                  </a:cubicBezTo>
                  <a:close/>
                  <a:moveTo>
                    <a:pt x="95" y="392"/>
                  </a:moveTo>
                  <a:cubicBezTo>
                    <a:pt x="93" y="390"/>
                    <a:pt x="92" y="387"/>
                    <a:pt x="94" y="384"/>
                  </a:cubicBezTo>
                  <a:cubicBezTo>
                    <a:pt x="95" y="381"/>
                    <a:pt x="99" y="381"/>
                    <a:pt x="102" y="382"/>
                  </a:cubicBezTo>
                  <a:cubicBezTo>
                    <a:pt x="104" y="384"/>
                    <a:pt x="105" y="388"/>
                    <a:pt x="103" y="390"/>
                  </a:cubicBezTo>
                  <a:cubicBezTo>
                    <a:pt x="102" y="392"/>
                    <a:pt x="100" y="393"/>
                    <a:pt x="98" y="393"/>
                  </a:cubicBezTo>
                  <a:cubicBezTo>
                    <a:pt x="97" y="393"/>
                    <a:pt x="96" y="393"/>
                    <a:pt x="95" y="392"/>
                  </a:cubicBezTo>
                  <a:close/>
                  <a:moveTo>
                    <a:pt x="334" y="383"/>
                  </a:moveTo>
                  <a:cubicBezTo>
                    <a:pt x="332" y="381"/>
                    <a:pt x="333" y="377"/>
                    <a:pt x="335" y="375"/>
                  </a:cubicBezTo>
                  <a:cubicBezTo>
                    <a:pt x="338" y="373"/>
                    <a:pt x="342" y="374"/>
                    <a:pt x="344" y="376"/>
                  </a:cubicBezTo>
                  <a:cubicBezTo>
                    <a:pt x="346" y="379"/>
                    <a:pt x="345" y="383"/>
                    <a:pt x="342" y="385"/>
                  </a:cubicBezTo>
                  <a:cubicBezTo>
                    <a:pt x="341" y="385"/>
                    <a:pt x="340" y="386"/>
                    <a:pt x="339" y="386"/>
                  </a:cubicBezTo>
                  <a:cubicBezTo>
                    <a:pt x="337" y="386"/>
                    <a:pt x="335" y="385"/>
                    <a:pt x="334" y="383"/>
                  </a:cubicBezTo>
                  <a:close/>
                  <a:moveTo>
                    <a:pt x="69" y="372"/>
                  </a:moveTo>
                  <a:cubicBezTo>
                    <a:pt x="69" y="372"/>
                    <a:pt x="69" y="372"/>
                    <a:pt x="69" y="372"/>
                  </a:cubicBezTo>
                  <a:cubicBezTo>
                    <a:pt x="67" y="370"/>
                    <a:pt x="67" y="366"/>
                    <a:pt x="69" y="364"/>
                  </a:cubicBezTo>
                  <a:cubicBezTo>
                    <a:pt x="71" y="361"/>
                    <a:pt x="75" y="361"/>
                    <a:pt x="77" y="363"/>
                  </a:cubicBezTo>
                  <a:cubicBezTo>
                    <a:pt x="79" y="365"/>
                    <a:pt x="80" y="369"/>
                    <a:pt x="77" y="371"/>
                  </a:cubicBezTo>
                  <a:cubicBezTo>
                    <a:pt x="76" y="373"/>
                    <a:pt x="75" y="373"/>
                    <a:pt x="73" y="373"/>
                  </a:cubicBezTo>
                  <a:cubicBezTo>
                    <a:pt x="72" y="373"/>
                    <a:pt x="70" y="373"/>
                    <a:pt x="69" y="372"/>
                  </a:cubicBezTo>
                  <a:close/>
                  <a:moveTo>
                    <a:pt x="359" y="363"/>
                  </a:moveTo>
                  <a:cubicBezTo>
                    <a:pt x="357" y="361"/>
                    <a:pt x="357" y="357"/>
                    <a:pt x="359" y="355"/>
                  </a:cubicBezTo>
                  <a:cubicBezTo>
                    <a:pt x="359" y="355"/>
                    <a:pt x="359" y="355"/>
                    <a:pt x="359" y="355"/>
                  </a:cubicBezTo>
                  <a:cubicBezTo>
                    <a:pt x="361" y="352"/>
                    <a:pt x="365" y="352"/>
                    <a:pt x="367" y="354"/>
                  </a:cubicBezTo>
                  <a:cubicBezTo>
                    <a:pt x="369" y="357"/>
                    <a:pt x="369" y="360"/>
                    <a:pt x="367" y="363"/>
                  </a:cubicBezTo>
                  <a:cubicBezTo>
                    <a:pt x="366" y="364"/>
                    <a:pt x="364" y="364"/>
                    <a:pt x="363" y="364"/>
                  </a:cubicBezTo>
                  <a:cubicBezTo>
                    <a:pt x="361" y="364"/>
                    <a:pt x="360" y="364"/>
                    <a:pt x="359" y="363"/>
                  </a:cubicBezTo>
                  <a:close/>
                  <a:moveTo>
                    <a:pt x="47" y="348"/>
                  </a:moveTo>
                  <a:cubicBezTo>
                    <a:pt x="45" y="345"/>
                    <a:pt x="45" y="342"/>
                    <a:pt x="48" y="340"/>
                  </a:cubicBezTo>
                  <a:cubicBezTo>
                    <a:pt x="50" y="338"/>
                    <a:pt x="54" y="338"/>
                    <a:pt x="56" y="340"/>
                  </a:cubicBezTo>
                  <a:cubicBezTo>
                    <a:pt x="58" y="343"/>
                    <a:pt x="57" y="347"/>
                    <a:pt x="55" y="349"/>
                  </a:cubicBezTo>
                  <a:cubicBezTo>
                    <a:pt x="54" y="350"/>
                    <a:pt x="53" y="350"/>
                    <a:pt x="51" y="350"/>
                  </a:cubicBezTo>
                  <a:cubicBezTo>
                    <a:pt x="50" y="350"/>
                    <a:pt x="48" y="349"/>
                    <a:pt x="47" y="348"/>
                  </a:cubicBezTo>
                  <a:close/>
                  <a:moveTo>
                    <a:pt x="380" y="339"/>
                  </a:moveTo>
                  <a:cubicBezTo>
                    <a:pt x="377" y="337"/>
                    <a:pt x="377" y="333"/>
                    <a:pt x="379" y="331"/>
                  </a:cubicBezTo>
                  <a:cubicBezTo>
                    <a:pt x="381" y="328"/>
                    <a:pt x="384" y="327"/>
                    <a:pt x="387" y="329"/>
                  </a:cubicBezTo>
                  <a:cubicBezTo>
                    <a:pt x="389" y="331"/>
                    <a:pt x="390" y="335"/>
                    <a:pt x="388" y="337"/>
                  </a:cubicBezTo>
                  <a:cubicBezTo>
                    <a:pt x="387" y="339"/>
                    <a:pt x="385" y="340"/>
                    <a:pt x="383" y="340"/>
                  </a:cubicBezTo>
                  <a:cubicBezTo>
                    <a:pt x="382" y="340"/>
                    <a:pt x="381" y="339"/>
                    <a:pt x="380" y="339"/>
                  </a:cubicBezTo>
                  <a:close/>
                  <a:moveTo>
                    <a:pt x="28" y="321"/>
                  </a:moveTo>
                  <a:cubicBezTo>
                    <a:pt x="26" y="318"/>
                    <a:pt x="27" y="314"/>
                    <a:pt x="30" y="313"/>
                  </a:cubicBezTo>
                  <a:cubicBezTo>
                    <a:pt x="33" y="311"/>
                    <a:pt x="37" y="312"/>
                    <a:pt x="38" y="315"/>
                  </a:cubicBezTo>
                  <a:cubicBezTo>
                    <a:pt x="40" y="318"/>
                    <a:pt x="39" y="321"/>
                    <a:pt x="36" y="323"/>
                  </a:cubicBezTo>
                  <a:cubicBezTo>
                    <a:pt x="35" y="323"/>
                    <a:pt x="34" y="324"/>
                    <a:pt x="33" y="324"/>
                  </a:cubicBezTo>
                  <a:cubicBezTo>
                    <a:pt x="31" y="324"/>
                    <a:pt x="29" y="323"/>
                    <a:pt x="28" y="321"/>
                  </a:cubicBezTo>
                  <a:close/>
                  <a:moveTo>
                    <a:pt x="397" y="312"/>
                  </a:moveTo>
                  <a:cubicBezTo>
                    <a:pt x="394" y="310"/>
                    <a:pt x="393" y="307"/>
                    <a:pt x="395" y="304"/>
                  </a:cubicBezTo>
                  <a:cubicBezTo>
                    <a:pt x="396" y="301"/>
                    <a:pt x="400" y="300"/>
                    <a:pt x="403" y="301"/>
                  </a:cubicBezTo>
                  <a:cubicBezTo>
                    <a:pt x="405" y="303"/>
                    <a:pt x="407" y="306"/>
                    <a:pt x="405" y="309"/>
                  </a:cubicBezTo>
                  <a:cubicBezTo>
                    <a:pt x="404" y="311"/>
                    <a:pt x="402" y="312"/>
                    <a:pt x="400" y="312"/>
                  </a:cubicBezTo>
                  <a:cubicBezTo>
                    <a:pt x="399" y="312"/>
                    <a:pt x="398" y="312"/>
                    <a:pt x="397" y="312"/>
                  </a:cubicBezTo>
                  <a:close/>
                  <a:moveTo>
                    <a:pt x="14" y="291"/>
                  </a:moveTo>
                  <a:cubicBezTo>
                    <a:pt x="13" y="288"/>
                    <a:pt x="14" y="285"/>
                    <a:pt x="17" y="283"/>
                  </a:cubicBezTo>
                  <a:cubicBezTo>
                    <a:pt x="20" y="282"/>
                    <a:pt x="24" y="284"/>
                    <a:pt x="25" y="287"/>
                  </a:cubicBezTo>
                  <a:cubicBezTo>
                    <a:pt x="26" y="290"/>
                    <a:pt x="24" y="293"/>
                    <a:pt x="21" y="294"/>
                  </a:cubicBezTo>
                  <a:cubicBezTo>
                    <a:pt x="21" y="295"/>
                    <a:pt x="20" y="295"/>
                    <a:pt x="19" y="295"/>
                  </a:cubicBezTo>
                  <a:cubicBezTo>
                    <a:pt x="17" y="295"/>
                    <a:pt x="15" y="293"/>
                    <a:pt x="14" y="291"/>
                  </a:cubicBezTo>
                  <a:close/>
                  <a:moveTo>
                    <a:pt x="410" y="282"/>
                  </a:moveTo>
                  <a:cubicBezTo>
                    <a:pt x="407" y="281"/>
                    <a:pt x="405" y="278"/>
                    <a:pt x="406" y="275"/>
                  </a:cubicBezTo>
                  <a:cubicBezTo>
                    <a:pt x="407" y="272"/>
                    <a:pt x="411" y="270"/>
                    <a:pt x="414" y="271"/>
                  </a:cubicBezTo>
                  <a:cubicBezTo>
                    <a:pt x="417" y="272"/>
                    <a:pt x="419" y="275"/>
                    <a:pt x="418" y="279"/>
                  </a:cubicBezTo>
                  <a:cubicBezTo>
                    <a:pt x="417" y="281"/>
                    <a:pt x="414" y="283"/>
                    <a:pt x="412" y="283"/>
                  </a:cubicBezTo>
                  <a:cubicBezTo>
                    <a:pt x="411" y="283"/>
                    <a:pt x="411" y="283"/>
                    <a:pt x="410" y="282"/>
                  </a:cubicBezTo>
                  <a:close/>
                  <a:moveTo>
                    <a:pt x="4" y="259"/>
                  </a:moveTo>
                  <a:cubicBezTo>
                    <a:pt x="4" y="256"/>
                    <a:pt x="6" y="253"/>
                    <a:pt x="9" y="252"/>
                  </a:cubicBezTo>
                  <a:cubicBezTo>
                    <a:pt x="12" y="252"/>
                    <a:pt x="15" y="254"/>
                    <a:pt x="16" y="257"/>
                  </a:cubicBezTo>
                  <a:cubicBezTo>
                    <a:pt x="16" y="260"/>
                    <a:pt x="14" y="263"/>
                    <a:pt x="11" y="264"/>
                  </a:cubicBezTo>
                  <a:cubicBezTo>
                    <a:pt x="11" y="264"/>
                    <a:pt x="10" y="264"/>
                    <a:pt x="10" y="264"/>
                  </a:cubicBezTo>
                  <a:cubicBezTo>
                    <a:pt x="7" y="264"/>
                    <a:pt x="5" y="262"/>
                    <a:pt x="4" y="259"/>
                  </a:cubicBezTo>
                  <a:close/>
                  <a:moveTo>
                    <a:pt x="418" y="251"/>
                  </a:moveTo>
                  <a:cubicBezTo>
                    <a:pt x="415" y="251"/>
                    <a:pt x="413" y="248"/>
                    <a:pt x="414" y="245"/>
                  </a:cubicBezTo>
                  <a:cubicBezTo>
                    <a:pt x="414" y="242"/>
                    <a:pt x="417" y="239"/>
                    <a:pt x="420" y="240"/>
                  </a:cubicBezTo>
                  <a:cubicBezTo>
                    <a:pt x="423" y="240"/>
                    <a:pt x="426" y="243"/>
                    <a:pt x="425" y="246"/>
                  </a:cubicBezTo>
                  <a:cubicBezTo>
                    <a:pt x="425" y="249"/>
                    <a:pt x="422" y="251"/>
                    <a:pt x="419" y="251"/>
                  </a:cubicBezTo>
                  <a:lnTo>
                    <a:pt x="418" y="251"/>
                  </a:lnTo>
                  <a:close/>
                  <a:moveTo>
                    <a:pt x="0" y="227"/>
                  </a:moveTo>
                  <a:cubicBezTo>
                    <a:pt x="0" y="227"/>
                    <a:pt x="0" y="227"/>
                    <a:pt x="0" y="227"/>
                  </a:cubicBezTo>
                  <a:cubicBezTo>
                    <a:pt x="0" y="224"/>
                    <a:pt x="2" y="221"/>
                    <a:pt x="5" y="221"/>
                  </a:cubicBezTo>
                  <a:cubicBezTo>
                    <a:pt x="9" y="220"/>
                    <a:pt x="11" y="223"/>
                    <a:pt x="11" y="226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12" y="229"/>
                    <a:pt x="9" y="232"/>
                    <a:pt x="6" y="232"/>
                  </a:cubicBezTo>
                  <a:cubicBezTo>
                    <a:pt x="6" y="232"/>
                    <a:pt x="6" y="232"/>
                    <a:pt x="6" y="232"/>
                  </a:cubicBezTo>
                  <a:cubicBezTo>
                    <a:pt x="3" y="232"/>
                    <a:pt x="0" y="230"/>
                    <a:pt x="0" y="227"/>
                  </a:cubicBezTo>
                  <a:close/>
                  <a:moveTo>
                    <a:pt x="416" y="214"/>
                  </a:moveTo>
                  <a:cubicBezTo>
                    <a:pt x="416" y="210"/>
                    <a:pt x="419" y="208"/>
                    <a:pt x="422" y="208"/>
                  </a:cubicBezTo>
                  <a:cubicBezTo>
                    <a:pt x="425" y="208"/>
                    <a:pt x="428" y="210"/>
                    <a:pt x="428" y="214"/>
                  </a:cubicBezTo>
                  <a:cubicBezTo>
                    <a:pt x="428" y="217"/>
                    <a:pt x="425" y="219"/>
                    <a:pt x="422" y="219"/>
                  </a:cubicBezTo>
                  <a:cubicBezTo>
                    <a:pt x="419" y="219"/>
                    <a:pt x="416" y="217"/>
                    <a:pt x="416" y="214"/>
                  </a:cubicBezTo>
                  <a:close/>
                  <a:moveTo>
                    <a:pt x="6" y="200"/>
                  </a:moveTo>
                  <a:cubicBezTo>
                    <a:pt x="2" y="200"/>
                    <a:pt x="0" y="197"/>
                    <a:pt x="0" y="194"/>
                  </a:cubicBezTo>
                  <a:cubicBezTo>
                    <a:pt x="1" y="191"/>
                    <a:pt x="3" y="188"/>
                    <a:pt x="7" y="189"/>
                  </a:cubicBezTo>
                  <a:cubicBezTo>
                    <a:pt x="10" y="189"/>
                    <a:pt x="12" y="192"/>
                    <a:pt x="12" y="195"/>
                  </a:cubicBezTo>
                  <a:cubicBezTo>
                    <a:pt x="12" y="198"/>
                    <a:pt x="9" y="200"/>
                    <a:pt x="6" y="200"/>
                  </a:cubicBezTo>
                  <a:close/>
                  <a:moveTo>
                    <a:pt x="414" y="189"/>
                  </a:moveTo>
                  <a:cubicBezTo>
                    <a:pt x="414" y="189"/>
                    <a:pt x="414" y="189"/>
                    <a:pt x="414" y="189"/>
                  </a:cubicBezTo>
                  <a:cubicBezTo>
                    <a:pt x="414" y="186"/>
                    <a:pt x="416" y="183"/>
                    <a:pt x="419" y="182"/>
                  </a:cubicBezTo>
                  <a:cubicBezTo>
                    <a:pt x="423" y="182"/>
                    <a:pt x="426" y="184"/>
                    <a:pt x="426" y="187"/>
                  </a:cubicBezTo>
                  <a:cubicBezTo>
                    <a:pt x="426" y="191"/>
                    <a:pt x="424" y="194"/>
                    <a:pt x="421" y="194"/>
                  </a:cubicBezTo>
                  <a:cubicBezTo>
                    <a:pt x="420" y="194"/>
                    <a:pt x="420" y="194"/>
                    <a:pt x="420" y="194"/>
                  </a:cubicBezTo>
                  <a:cubicBezTo>
                    <a:pt x="417" y="194"/>
                    <a:pt x="415" y="192"/>
                    <a:pt x="414" y="189"/>
                  </a:cubicBezTo>
                  <a:close/>
                  <a:moveTo>
                    <a:pt x="10" y="168"/>
                  </a:moveTo>
                  <a:cubicBezTo>
                    <a:pt x="7" y="168"/>
                    <a:pt x="5" y="165"/>
                    <a:pt x="6" y="161"/>
                  </a:cubicBezTo>
                  <a:cubicBezTo>
                    <a:pt x="7" y="158"/>
                    <a:pt x="10" y="156"/>
                    <a:pt x="13" y="157"/>
                  </a:cubicBezTo>
                  <a:cubicBezTo>
                    <a:pt x="16" y="158"/>
                    <a:pt x="18" y="161"/>
                    <a:pt x="17" y="164"/>
                  </a:cubicBezTo>
                  <a:cubicBezTo>
                    <a:pt x="17" y="167"/>
                    <a:pt x="14" y="169"/>
                    <a:pt x="12" y="169"/>
                  </a:cubicBezTo>
                  <a:cubicBezTo>
                    <a:pt x="11" y="169"/>
                    <a:pt x="11" y="169"/>
                    <a:pt x="10" y="168"/>
                  </a:cubicBezTo>
                  <a:close/>
                  <a:moveTo>
                    <a:pt x="408" y="158"/>
                  </a:moveTo>
                  <a:cubicBezTo>
                    <a:pt x="408" y="158"/>
                    <a:pt x="408" y="158"/>
                    <a:pt x="408" y="158"/>
                  </a:cubicBezTo>
                  <a:cubicBezTo>
                    <a:pt x="407" y="155"/>
                    <a:pt x="409" y="152"/>
                    <a:pt x="412" y="151"/>
                  </a:cubicBezTo>
                  <a:cubicBezTo>
                    <a:pt x="415" y="150"/>
                    <a:pt x="419" y="152"/>
                    <a:pt x="419" y="155"/>
                  </a:cubicBezTo>
                  <a:cubicBezTo>
                    <a:pt x="420" y="158"/>
                    <a:pt x="419" y="162"/>
                    <a:pt x="415" y="162"/>
                  </a:cubicBezTo>
                  <a:cubicBezTo>
                    <a:pt x="415" y="163"/>
                    <a:pt x="414" y="163"/>
                    <a:pt x="414" y="163"/>
                  </a:cubicBezTo>
                  <a:cubicBezTo>
                    <a:pt x="411" y="163"/>
                    <a:pt x="409" y="161"/>
                    <a:pt x="408" y="158"/>
                  </a:cubicBezTo>
                  <a:close/>
                  <a:moveTo>
                    <a:pt x="19" y="138"/>
                  </a:moveTo>
                  <a:cubicBezTo>
                    <a:pt x="16" y="137"/>
                    <a:pt x="15" y="133"/>
                    <a:pt x="16" y="130"/>
                  </a:cubicBezTo>
                  <a:cubicBezTo>
                    <a:pt x="18" y="127"/>
                    <a:pt x="21" y="126"/>
                    <a:pt x="24" y="127"/>
                  </a:cubicBezTo>
                  <a:cubicBezTo>
                    <a:pt x="27" y="128"/>
                    <a:pt x="28" y="132"/>
                    <a:pt x="27" y="135"/>
                  </a:cubicBezTo>
                  <a:cubicBezTo>
                    <a:pt x="26" y="137"/>
                    <a:pt x="24" y="138"/>
                    <a:pt x="22" y="138"/>
                  </a:cubicBezTo>
                  <a:cubicBezTo>
                    <a:pt x="21" y="138"/>
                    <a:pt x="20" y="138"/>
                    <a:pt x="19" y="138"/>
                  </a:cubicBezTo>
                  <a:close/>
                  <a:moveTo>
                    <a:pt x="397" y="129"/>
                  </a:moveTo>
                  <a:cubicBezTo>
                    <a:pt x="396" y="126"/>
                    <a:pt x="397" y="123"/>
                    <a:pt x="400" y="121"/>
                  </a:cubicBezTo>
                  <a:cubicBezTo>
                    <a:pt x="403" y="120"/>
                    <a:pt x="407" y="121"/>
                    <a:pt x="408" y="124"/>
                  </a:cubicBezTo>
                  <a:cubicBezTo>
                    <a:pt x="408" y="124"/>
                    <a:pt x="408" y="124"/>
                    <a:pt x="408" y="124"/>
                  </a:cubicBezTo>
                  <a:cubicBezTo>
                    <a:pt x="409" y="127"/>
                    <a:pt x="408" y="131"/>
                    <a:pt x="405" y="132"/>
                  </a:cubicBezTo>
                  <a:cubicBezTo>
                    <a:pt x="404" y="132"/>
                    <a:pt x="404" y="133"/>
                    <a:pt x="403" y="133"/>
                  </a:cubicBezTo>
                  <a:cubicBezTo>
                    <a:pt x="401" y="133"/>
                    <a:pt x="398" y="131"/>
                    <a:pt x="397" y="129"/>
                  </a:cubicBezTo>
                  <a:close/>
                  <a:moveTo>
                    <a:pt x="33" y="109"/>
                  </a:moveTo>
                  <a:cubicBezTo>
                    <a:pt x="31" y="107"/>
                    <a:pt x="30" y="104"/>
                    <a:pt x="32" y="101"/>
                  </a:cubicBezTo>
                  <a:cubicBezTo>
                    <a:pt x="33" y="98"/>
                    <a:pt x="37" y="97"/>
                    <a:pt x="40" y="99"/>
                  </a:cubicBezTo>
                  <a:cubicBezTo>
                    <a:pt x="42" y="101"/>
                    <a:pt x="43" y="104"/>
                    <a:pt x="41" y="107"/>
                  </a:cubicBezTo>
                  <a:cubicBezTo>
                    <a:pt x="40" y="109"/>
                    <a:pt x="38" y="110"/>
                    <a:pt x="36" y="110"/>
                  </a:cubicBezTo>
                  <a:cubicBezTo>
                    <a:pt x="35" y="110"/>
                    <a:pt x="34" y="110"/>
                    <a:pt x="33" y="109"/>
                  </a:cubicBezTo>
                  <a:close/>
                  <a:moveTo>
                    <a:pt x="382" y="102"/>
                  </a:moveTo>
                  <a:cubicBezTo>
                    <a:pt x="381" y="99"/>
                    <a:pt x="381" y="96"/>
                    <a:pt x="384" y="94"/>
                  </a:cubicBezTo>
                  <a:cubicBezTo>
                    <a:pt x="387" y="92"/>
                    <a:pt x="390" y="93"/>
                    <a:pt x="392" y="96"/>
                  </a:cubicBezTo>
                  <a:cubicBezTo>
                    <a:pt x="394" y="98"/>
                    <a:pt x="393" y="102"/>
                    <a:pt x="390" y="104"/>
                  </a:cubicBezTo>
                  <a:cubicBezTo>
                    <a:pt x="389" y="104"/>
                    <a:pt x="388" y="105"/>
                    <a:pt x="387" y="105"/>
                  </a:cubicBezTo>
                  <a:cubicBezTo>
                    <a:pt x="385" y="105"/>
                    <a:pt x="383" y="104"/>
                    <a:pt x="382" y="102"/>
                  </a:cubicBezTo>
                  <a:close/>
                  <a:moveTo>
                    <a:pt x="52" y="83"/>
                  </a:moveTo>
                  <a:cubicBezTo>
                    <a:pt x="49" y="80"/>
                    <a:pt x="49" y="77"/>
                    <a:pt x="51" y="74"/>
                  </a:cubicBezTo>
                  <a:cubicBezTo>
                    <a:pt x="53" y="72"/>
                    <a:pt x="57" y="72"/>
                    <a:pt x="59" y="74"/>
                  </a:cubicBezTo>
                  <a:cubicBezTo>
                    <a:pt x="62" y="76"/>
                    <a:pt x="62" y="79"/>
                    <a:pt x="60" y="82"/>
                  </a:cubicBezTo>
                  <a:cubicBezTo>
                    <a:pt x="59" y="83"/>
                    <a:pt x="57" y="84"/>
                    <a:pt x="55" y="84"/>
                  </a:cubicBezTo>
                  <a:cubicBezTo>
                    <a:pt x="54" y="84"/>
                    <a:pt x="53" y="83"/>
                    <a:pt x="52" y="83"/>
                  </a:cubicBezTo>
                  <a:close/>
                  <a:moveTo>
                    <a:pt x="363" y="77"/>
                  </a:moveTo>
                  <a:cubicBezTo>
                    <a:pt x="363" y="77"/>
                    <a:pt x="363" y="77"/>
                    <a:pt x="363" y="77"/>
                  </a:cubicBezTo>
                  <a:cubicBezTo>
                    <a:pt x="361" y="75"/>
                    <a:pt x="361" y="71"/>
                    <a:pt x="364" y="69"/>
                  </a:cubicBezTo>
                  <a:cubicBezTo>
                    <a:pt x="366" y="67"/>
                    <a:pt x="370" y="67"/>
                    <a:pt x="372" y="70"/>
                  </a:cubicBezTo>
                  <a:cubicBezTo>
                    <a:pt x="374" y="72"/>
                    <a:pt x="374" y="76"/>
                    <a:pt x="371" y="78"/>
                  </a:cubicBezTo>
                  <a:cubicBezTo>
                    <a:pt x="370" y="79"/>
                    <a:pt x="369" y="79"/>
                    <a:pt x="367" y="79"/>
                  </a:cubicBezTo>
                  <a:cubicBezTo>
                    <a:pt x="366" y="79"/>
                    <a:pt x="364" y="79"/>
                    <a:pt x="363" y="77"/>
                  </a:cubicBezTo>
                  <a:close/>
                  <a:moveTo>
                    <a:pt x="74" y="59"/>
                  </a:moveTo>
                  <a:cubicBezTo>
                    <a:pt x="72" y="57"/>
                    <a:pt x="72" y="53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7" y="49"/>
                    <a:pt x="80" y="49"/>
                    <a:pt x="83" y="52"/>
                  </a:cubicBezTo>
                  <a:cubicBezTo>
                    <a:pt x="85" y="54"/>
                    <a:pt x="84" y="58"/>
                    <a:pt x="82" y="60"/>
                  </a:cubicBezTo>
                  <a:cubicBezTo>
                    <a:pt x="81" y="61"/>
                    <a:pt x="79" y="61"/>
                    <a:pt x="78" y="61"/>
                  </a:cubicBezTo>
                  <a:cubicBezTo>
                    <a:pt x="76" y="61"/>
                    <a:pt x="75" y="61"/>
                    <a:pt x="74" y="59"/>
                  </a:cubicBezTo>
                  <a:close/>
                  <a:moveTo>
                    <a:pt x="340" y="56"/>
                  </a:moveTo>
                  <a:cubicBezTo>
                    <a:pt x="338" y="54"/>
                    <a:pt x="338" y="50"/>
                    <a:pt x="340" y="48"/>
                  </a:cubicBezTo>
                  <a:cubicBezTo>
                    <a:pt x="342" y="45"/>
                    <a:pt x="345" y="45"/>
                    <a:pt x="348" y="47"/>
                  </a:cubicBezTo>
                  <a:cubicBezTo>
                    <a:pt x="350" y="49"/>
                    <a:pt x="351" y="53"/>
                    <a:pt x="349" y="55"/>
                  </a:cubicBezTo>
                  <a:cubicBezTo>
                    <a:pt x="348" y="57"/>
                    <a:pt x="346" y="57"/>
                    <a:pt x="344" y="57"/>
                  </a:cubicBezTo>
                  <a:cubicBezTo>
                    <a:pt x="343" y="57"/>
                    <a:pt x="342" y="57"/>
                    <a:pt x="340" y="56"/>
                  </a:cubicBezTo>
                  <a:close/>
                  <a:moveTo>
                    <a:pt x="99" y="40"/>
                  </a:moveTo>
                  <a:cubicBezTo>
                    <a:pt x="97" y="37"/>
                    <a:pt x="98" y="33"/>
                    <a:pt x="101" y="32"/>
                  </a:cubicBezTo>
                  <a:cubicBezTo>
                    <a:pt x="104" y="30"/>
                    <a:pt x="107" y="31"/>
                    <a:pt x="109" y="33"/>
                  </a:cubicBezTo>
                  <a:cubicBezTo>
                    <a:pt x="111" y="36"/>
                    <a:pt x="110" y="40"/>
                    <a:pt x="107" y="42"/>
                  </a:cubicBezTo>
                  <a:cubicBezTo>
                    <a:pt x="106" y="42"/>
                    <a:pt x="105" y="42"/>
                    <a:pt x="104" y="42"/>
                  </a:cubicBezTo>
                  <a:cubicBezTo>
                    <a:pt x="102" y="42"/>
                    <a:pt x="100" y="41"/>
                    <a:pt x="99" y="40"/>
                  </a:cubicBezTo>
                  <a:close/>
                  <a:moveTo>
                    <a:pt x="315" y="38"/>
                  </a:moveTo>
                  <a:cubicBezTo>
                    <a:pt x="312" y="37"/>
                    <a:pt x="311" y="33"/>
                    <a:pt x="313" y="30"/>
                  </a:cubicBezTo>
                  <a:cubicBezTo>
                    <a:pt x="314" y="28"/>
                    <a:pt x="318" y="27"/>
                    <a:pt x="321" y="28"/>
                  </a:cubicBezTo>
                  <a:cubicBezTo>
                    <a:pt x="323" y="30"/>
                    <a:pt x="324" y="33"/>
                    <a:pt x="323" y="36"/>
                  </a:cubicBezTo>
                  <a:cubicBezTo>
                    <a:pt x="322" y="38"/>
                    <a:pt x="320" y="39"/>
                    <a:pt x="318" y="39"/>
                  </a:cubicBezTo>
                  <a:cubicBezTo>
                    <a:pt x="317" y="39"/>
                    <a:pt x="316" y="39"/>
                    <a:pt x="315" y="38"/>
                  </a:cubicBezTo>
                  <a:close/>
                  <a:moveTo>
                    <a:pt x="127" y="24"/>
                  </a:moveTo>
                  <a:cubicBezTo>
                    <a:pt x="126" y="21"/>
                    <a:pt x="127" y="18"/>
                    <a:pt x="130" y="16"/>
                  </a:cubicBezTo>
                  <a:cubicBezTo>
                    <a:pt x="133" y="15"/>
                    <a:pt x="136" y="17"/>
                    <a:pt x="138" y="20"/>
                  </a:cubicBezTo>
                  <a:cubicBezTo>
                    <a:pt x="139" y="23"/>
                    <a:pt x="138" y="26"/>
                    <a:pt x="135" y="27"/>
                  </a:cubicBezTo>
                  <a:cubicBezTo>
                    <a:pt x="134" y="28"/>
                    <a:pt x="133" y="28"/>
                    <a:pt x="132" y="28"/>
                  </a:cubicBezTo>
                  <a:cubicBezTo>
                    <a:pt x="130" y="28"/>
                    <a:pt x="128" y="26"/>
                    <a:pt x="127" y="24"/>
                  </a:cubicBezTo>
                  <a:close/>
                  <a:moveTo>
                    <a:pt x="287" y="25"/>
                  </a:moveTo>
                  <a:cubicBezTo>
                    <a:pt x="284" y="24"/>
                    <a:pt x="282" y="20"/>
                    <a:pt x="283" y="17"/>
                  </a:cubicBezTo>
                  <a:cubicBezTo>
                    <a:pt x="285" y="14"/>
                    <a:pt x="288" y="13"/>
                    <a:pt x="291" y="14"/>
                  </a:cubicBezTo>
                  <a:cubicBezTo>
                    <a:pt x="294" y="15"/>
                    <a:pt x="295" y="19"/>
                    <a:pt x="294" y="22"/>
                  </a:cubicBezTo>
                  <a:cubicBezTo>
                    <a:pt x="293" y="24"/>
                    <a:pt x="291" y="25"/>
                    <a:pt x="289" y="25"/>
                  </a:cubicBezTo>
                  <a:cubicBezTo>
                    <a:pt x="288" y="25"/>
                    <a:pt x="287" y="25"/>
                    <a:pt x="287" y="25"/>
                  </a:cubicBezTo>
                  <a:close/>
                  <a:moveTo>
                    <a:pt x="157" y="13"/>
                  </a:moveTo>
                  <a:cubicBezTo>
                    <a:pt x="156" y="10"/>
                    <a:pt x="158" y="7"/>
                    <a:pt x="161" y="6"/>
                  </a:cubicBezTo>
                  <a:cubicBezTo>
                    <a:pt x="164" y="5"/>
                    <a:pt x="168" y="7"/>
                    <a:pt x="168" y="10"/>
                  </a:cubicBezTo>
                  <a:cubicBezTo>
                    <a:pt x="169" y="13"/>
                    <a:pt x="167" y="17"/>
                    <a:pt x="164" y="17"/>
                  </a:cubicBezTo>
                  <a:cubicBezTo>
                    <a:pt x="164" y="17"/>
                    <a:pt x="163" y="17"/>
                    <a:pt x="163" y="17"/>
                  </a:cubicBezTo>
                  <a:cubicBezTo>
                    <a:pt x="160" y="17"/>
                    <a:pt x="158" y="16"/>
                    <a:pt x="157" y="13"/>
                  </a:cubicBezTo>
                  <a:close/>
                  <a:moveTo>
                    <a:pt x="257" y="16"/>
                  </a:moveTo>
                  <a:cubicBezTo>
                    <a:pt x="254" y="15"/>
                    <a:pt x="252" y="12"/>
                    <a:pt x="252" y="9"/>
                  </a:cubicBezTo>
                  <a:cubicBezTo>
                    <a:pt x="253" y="6"/>
                    <a:pt x="256" y="4"/>
                    <a:pt x="259" y="5"/>
                  </a:cubicBezTo>
                  <a:cubicBezTo>
                    <a:pt x="263" y="5"/>
                    <a:pt x="265" y="8"/>
                    <a:pt x="264" y="11"/>
                  </a:cubicBezTo>
                  <a:cubicBezTo>
                    <a:pt x="263" y="14"/>
                    <a:pt x="261" y="16"/>
                    <a:pt x="258" y="16"/>
                  </a:cubicBezTo>
                  <a:cubicBezTo>
                    <a:pt x="258" y="16"/>
                    <a:pt x="257" y="16"/>
                    <a:pt x="257" y="16"/>
                  </a:cubicBezTo>
                  <a:close/>
                  <a:moveTo>
                    <a:pt x="189" y="7"/>
                  </a:moveTo>
                  <a:cubicBezTo>
                    <a:pt x="188" y="4"/>
                    <a:pt x="191" y="1"/>
                    <a:pt x="194" y="0"/>
                  </a:cubicBezTo>
                  <a:cubicBezTo>
                    <a:pt x="197" y="0"/>
                    <a:pt x="200" y="3"/>
                    <a:pt x="200" y="6"/>
                  </a:cubicBezTo>
                  <a:cubicBezTo>
                    <a:pt x="200" y="9"/>
                    <a:pt x="198" y="12"/>
                    <a:pt x="195" y="12"/>
                  </a:cubicBezTo>
                  <a:cubicBezTo>
                    <a:pt x="194" y="12"/>
                    <a:pt x="194" y="12"/>
                    <a:pt x="194" y="12"/>
                  </a:cubicBezTo>
                  <a:cubicBezTo>
                    <a:pt x="191" y="12"/>
                    <a:pt x="189" y="10"/>
                    <a:pt x="189" y="7"/>
                  </a:cubicBezTo>
                  <a:close/>
                  <a:moveTo>
                    <a:pt x="226" y="12"/>
                  </a:moveTo>
                  <a:cubicBezTo>
                    <a:pt x="223" y="11"/>
                    <a:pt x="220" y="9"/>
                    <a:pt x="221" y="5"/>
                  </a:cubicBezTo>
                  <a:cubicBezTo>
                    <a:pt x="221" y="2"/>
                    <a:pt x="224" y="0"/>
                    <a:pt x="227" y="0"/>
                  </a:cubicBezTo>
                  <a:cubicBezTo>
                    <a:pt x="230" y="0"/>
                    <a:pt x="232" y="3"/>
                    <a:pt x="232" y="6"/>
                  </a:cubicBezTo>
                  <a:cubicBezTo>
                    <a:pt x="232" y="9"/>
                    <a:pt x="229" y="12"/>
                    <a:pt x="226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32"/>
            <p:cNvSpPr/>
            <p:nvPr/>
          </p:nvSpPr>
          <p:spPr>
            <a:xfrm>
              <a:off x="5913438" y="4510088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371" h="371" extrusionOk="0">
                  <a:moveTo>
                    <a:pt x="186" y="371"/>
                  </a:moveTo>
                  <a:cubicBezTo>
                    <a:pt x="83" y="371"/>
                    <a:pt x="0" y="288"/>
                    <a:pt x="0" y="186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6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"/>
                  </a:moveTo>
                  <a:cubicBezTo>
                    <a:pt x="88" y="8"/>
                    <a:pt x="8" y="88"/>
                    <a:pt x="8" y="186"/>
                  </a:cubicBezTo>
                  <a:cubicBezTo>
                    <a:pt x="8" y="283"/>
                    <a:pt x="88" y="363"/>
                    <a:pt x="186" y="363"/>
                  </a:cubicBezTo>
                  <a:cubicBezTo>
                    <a:pt x="283" y="363"/>
                    <a:pt x="363" y="283"/>
                    <a:pt x="363" y="186"/>
                  </a:cubicBezTo>
                  <a:cubicBezTo>
                    <a:pt x="363" y="88"/>
                    <a:pt x="283" y="8"/>
                    <a:pt x="186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32"/>
            <p:cNvSpPr/>
            <p:nvPr/>
          </p:nvSpPr>
          <p:spPr>
            <a:xfrm>
              <a:off x="5978525" y="4573588"/>
              <a:ext cx="496888" cy="498475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8" y="295"/>
                  </a:moveTo>
                  <a:cubicBezTo>
                    <a:pt x="66" y="295"/>
                    <a:pt x="0" y="229"/>
                    <a:pt x="0" y="148"/>
                  </a:cubicBezTo>
                  <a:cubicBezTo>
                    <a:pt x="0" y="66"/>
                    <a:pt x="66" y="0"/>
                    <a:pt x="148" y="0"/>
                  </a:cubicBezTo>
                  <a:cubicBezTo>
                    <a:pt x="229" y="0"/>
                    <a:pt x="295" y="66"/>
                    <a:pt x="295" y="148"/>
                  </a:cubicBezTo>
                  <a:cubicBezTo>
                    <a:pt x="295" y="229"/>
                    <a:pt x="229" y="295"/>
                    <a:pt x="148" y="295"/>
                  </a:cubicBezTo>
                  <a:close/>
                  <a:moveTo>
                    <a:pt x="148" y="31"/>
                  </a:moveTo>
                  <a:cubicBezTo>
                    <a:pt x="83" y="31"/>
                    <a:pt x="31" y="83"/>
                    <a:pt x="31" y="148"/>
                  </a:cubicBezTo>
                  <a:cubicBezTo>
                    <a:pt x="31" y="212"/>
                    <a:pt x="83" y="264"/>
                    <a:pt x="148" y="264"/>
                  </a:cubicBezTo>
                  <a:cubicBezTo>
                    <a:pt x="212" y="264"/>
                    <a:pt x="264" y="212"/>
                    <a:pt x="264" y="148"/>
                  </a:cubicBezTo>
                  <a:cubicBezTo>
                    <a:pt x="264" y="83"/>
                    <a:pt x="212" y="31"/>
                    <a:pt x="148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31"/>
          <p:cNvSpPr txBox="1">
            <a:spLocks noGrp="1"/>
          </p:cNvSpPr>
          <p:nvPr>
            <p:ph type="title"/>
          </p:nvPr>
        </p:nvSpPr>
        <p:spPr>
          <a:xfrm>
            <a:off x="4174101" y="481142"/>
            <a:ext cx="1952405" cy="5426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/>
              <a:t>Penjelasan</a:t>
            </a:r>
            <a:endParaRPr sz="2400" dirty="0"/>
          </a:p>
        </p:txBody>
      </p:sp>
      <p:sp>
        <p:nvSpPr>
          <p:cNvPr id="1239" name="Google Shape;1239;p31"/>
          <p:cNvSpPr txBox="1">
            <a:spLocks noGrp="1"/>
          </p:cNvSpPr>
          <p:nvPr>
            <p:ph type="subTitle" idx="1"/>
          </p:nvPr>
        </p:nvSpPr>
        <p:spPr>
          <a:xfrm>
            <a:off x="4195164" y="938675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050" dirty="0">
                <a:latin typeface="+mn-lt"/>
              </a:rPr>
              <a:t>ISO 27001 pada </a:t>
            </a:r>
            <a:r>
              <a:rPr lang="en-ID" sz="1050" dirty="0" err="1">
                <a:latin typeface="+mn-lt"/>
              </a:rPr>
              <a:t>dasarnya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adalah</a:t>
            </a:r>
            <a:r>
              <a:rPr lang="en-ID" sz="1050" dirty="0">
                <a:latin typeface="+mn-lt"/>
              </a:rPr>
              <a:t> salah </a:t>
            </a:r>
            <a:r>
              <a:rPr lang="en-ID" sz="1050" dirty="0" err="1">
                <a:latin typeface="+mn-lt"/>
              </a:rPr>
              <a:t>satu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wujud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standarisasi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internasional</a:t>
            </a:r>
            <a:r>
              <a:rPr lang="en-ID" sz="1050" dirty="0">
                <a:latin typeface="+mn-lt"/>
              </a:rPr>
              <a:t> yang </a:t>
            </a:r>
            <a:r>
              <a:rPr lang="en-ID" sz="1050" dirty="0" err="1">
                <a:latin typeface="+mn-lt"/>
              </a:rPr>
              <a:t>menetapkan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spesifikasi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tertentu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untuk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keperluan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sistem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manajemen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keamanan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informasi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atau</a:t>
            </a:r>
            <a:r>
              <a:rPr lang="en-ID" sz="1050" dirty="0">
                <a:latin typeface="+mn-lt"/>
              </a:rPr>
              <a:t> yang </a:t>
            </a:r>
            <a:r>
              <a:rPr lang="en-ID" sz="1050" dirty="0" err="1">
                <a:latin typeface="+mn-lt"/>
              </a:rPr>
              <a:t>banyak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dikenal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dengan</a:t>
            </a:r>
            <a:r>
              <a:rPr lang="en-ID" sz="1050" dirty="0">
                <a:latin typeface="+mn-lt"/>
              </a:rPr>
              <a:t> ISMS (Information Security Management System). ISMS </a:t>
            </a:r>
            <a:r>
              <a:rPr lang="en-ID" sz="1050" dirty="0" err="1">
                <a:latin typeface="+mn-lt"/>
              </a:rPr>
              <a:t>terdiri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dari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prosedur</a:t>
            </a:r>
            <a:r>
              <a:rPr lang="en-ID" sz="1050" dirty="0">
                <a:latin typeface="+mn-lt"/>
              </a:rPr>
              <a:t>, </a:t>
            </a:r>
            <a:r>
              <a:rPr lang="en-ID" sz="1050" dirty="0" err="1">
                <a:latin typeface="+mn-lt"/>
              </a:rPr>
              <a:t>kebijakan</a:t>
            </a:r>
            <a:r>
              <a:rPr lang="en-ID" sz="1050" dirty="0">
                <a:latin typeface="+mn-lt"/>
              </a:rPr>
              <a:t>, dan </a:t>
            </a:r>
            <a:r>
              <a:rPr lang="en-ID" sz="1050" dirty="0" err="1">
                <a:latin typeface="+mn-lt"/>
              </a:rPr>
              <a:t>kontrol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lainnya</a:t>
            </a:r>
            <a:r>
              <a:rPr lang="en-ID" sz="1050" dirty="0">
                <a:latin typeface="+mn-lt"/>
              </a:rPr>
              <a:t> yang </a:t>
            </a:r>
            <a:r>
              <a:rPr lang="en-ID" sz="1050" dirty="0" err="1">
                <a:latin typeface="+mn-lt"/>
              </a:rPr>
              <a:t>melibatkan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teknologi</a:t>
            </a:r>
            <a:r>
              <a:rPr lang="en-ID" sz="1050" dirty="0">
                <a:latin typeface="+mn-lt"/>
              </a:rPr>
              <a:t>, orang, dan proses yang </a:t>
            </a:r>
            <a:r>
              <a:rPr lang="en-ID" sz="1050" dirty="0" err="1">
                <a:latin typeface="+mn-lt"/>
              </a:rPr>
              <a:t>kompleks</a:t>
            </a:r>
            <a:r>
              <a:rPr lang="en-ID" sz="1050" dirty="0">
                <a:latin typeface="+mn-lt"/>
              </a:rPr>
              <a:t>. </a:t>
            </a:r>
            <a:r>
              <a:rPr lang="en-ID" sz="1050" dirty="0" err="1">
                <a:latin typeface="+mn-lt"/>
              </a:rPr>
              <a:t>Landasan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dari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didirikannya</a:t>
            </a:r>
            <a:r>
              <a:rPr lang="en-ID" sz="1050" dirty="0">
                <a:latin typeface="+mn-lt"/>
              </a:rPr>
              <a:t> ISO/IEC ISMES </a:t>
            </a:r>
            <a:r>
              <a:rPr lang="en-ID" sz="1050" dirty="0" err="1">
                <a:latin typeface="+mn-lt"/>
              </a:rPr>
              <a:t>adalah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manajemen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risiko</a:t>
            </a:r>
            <a:r>
              <a:rPr lang="en-ID" sz="1050" dirty="0">
                <a:latin typeface="+mn-lt"/>
              </a:rPr>
              <a:t>, yang </a:t>
            </a:r>
            <a:r>
              <a:rPr lang="en-ID" sz="1050" dirty="0" err="1">
                <a:latin typeface="+mn-lt"/>
              </a:rPr>
              <a:t>bertujuan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untuk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menentukan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kontrol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keamanan</a:t>
            </a:r>
            <a:r>
              <a:rPr lang="en-ID" sz="1050" dirty="0">
                <a:latin typeface="+mn-lt"/>
              </a:rPr>
              <a:t> mana yang </a:t>
            </a:r>
            <a:r>
              <a:rPr lang="en-ID" sz="1050" dirty="0" err="1">
                <a:latin typeface="+mn-lt"/>
              </a:rPr>
              <a:t>memang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harus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dipelihara</a:t>
            </a:r>
            <a:r>
              <a:rPr lang="en-ID" sz="1050" dirty="0">
                <a:latin typeface="+mn-lt"/>
              </a:rPr>
              <a:t> dan </a:t>
            </a:r>
            <a:r>
              <a:rPr lang="en-ID" sz="1050" dirty="0" err="1">
                <a:latin typeface="+mn-lt"/>
              </a:rPr>
              <a:t>diterapkan</a:t>
            </a:r>
            <a:r>
              <a:rPr lang="en-ID" sz="1050" dirty="0">
                <a:latin typeface="+mn-lt"/>
              </a:rPr>
              <a:t>. </a:t>
            </a:r>
            <a:r>
              <a:rPr lang="en-ID" sz="1050" dirty="0" err="1">
                <a:latin typeface="+mn-lt"/>
              </a:rPr>
              <a:t>Versi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terbaru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dari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standar</a:t>
            </a:r>
            <a:r>
              <a:rPr lang="en-ID" sz="1050" dirty="0">
                <a:latin typeface="+mn-lt"/>
              </a:rPr>
              <a:t> ISO 27001 </a:t>
            </a:r>
            <a:r>
              <a:rPr lang="en-ID" sz="1050" dirty="0" err="1">
                <a:latin typeface="+mn-lt"/>
              </a:rPr>
              <a:t>dikeluarkan</a:t>
            </a:r>
            <a:r>
              <a:rPr lang="en-ID" sz="1050" dirty="0">
                <a:latin typeface="+mn-lt"/>
              </a:rPr>
              <a:t> pada </a:t>
            </a:r>
            <a:r>
              <a:rPr lang="en-ID" sz="1050" dirty="0" err="1">
                <a:latin typeface="+mn-lt"/>
              </a:rPr>
              <a:t>bulan</a:t>
            </a:r>
            <a:r>
              <a:rPr lang="en-ID" sz="1050" dirty="0">
                <a:latin typeface="+mn-lt"/>
              </a:rPr>
              <a:t> September </a:t>
            </a:r>
            <a:r>
              <a:rPr lang="en-ID" sz="1050" dirty="0" err="1">
                <a:latin typeface="+mn-lt"/>
              </a:rPr>
              <a:t>tahun</a:t>
            </a:r>
            <a:r>
              <a:rPr lang="en-ID" sz="1050" dirty="0">
                <a:latin typeface="+mn-lt"/>
              </a:rPr>
              <a:t> 2013 </a:t>
            </a:r>
            <a:r>
              <a:rPr lang="en-ID" sz="1050" dirty="0" err="1">
                <a:latin typeface="+mn-lt"/>
              </a:rPr>
              <a:t>lalu</a:t>
            </a:r>
            <a:r>
              <a:rPr lang="en-ID" sz="1050" dirty="0">
                <a:latin typeface="+mn-lt"/>
              </a:rPr>
              <a:t>, </a:t>
            </a:r>
            <a:r>
              <a:rPr lang="en-ID" sz="1050" dirty="0" err="1">
                <a:latin typeface="+mn-lt"/>
              </a:rPr>
              <a:t>menggantikan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versi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sebelumnya</a:t>
            </a:r>
            <a:r>
              <a:rPr lang="en-ID" sz="1050" dirty="0">
                <a:latin typeface="+mn-lt"/>
              </a:rPr>
              <a:t> yang </a:t>
            </a:r>
            <a:r>
              <a:rPr lang="en-ID" sz="1050" dirty="0" err="1">
                <a:latin typeface="+mn-lt"/>
              </a:rPr>
              <a:t>diterbitkan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tahun</a:t>
            </a:r>
            <a:r>
              <a:rPr lang="en-ID" sz="1050" dirty="0">
                <a:latin typeface="+mn-lt"/>
              </a:rPr>
              <a:t> 2005. </a:t>
            </a:r>
            <a:r>
              <a:rPr lang="en-ID" sz="1050" dirty="0" err="1">
                <a:latin typeface="+mn-lt"/>
              </a:rPr>
              <a:t>Dengan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adanya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sertifikasi</a:t>
            </a:r>
            <a:r>
              <a:rPr lang="en-ID" sz="1050" dirty="0">
                <a:latin typeface="+mn-lt"/>
              </a:rPr>
              <a:t> ISO 27001, </a:t>
            </a:r>
            <a:r>
              <a:rPr lang="en-ID" sz="1050" dirty="0" err="1">
                <a:latin typeface="+mn-lt"/>
              </a:rPr>
              <a:t>maka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perusahaan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akan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memanfaatkan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standarisasi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ini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untuk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mengelola</a:t>
            </a:r>
            <a:r>
              <a:rPr lang="en-ID" sz="1050" dirty="0">
                <a:latin typeface="+mn-lt"/>
              </a:rPr>
              <a:t> dan </a:t>
            </a:r>
            <a:r>
              <a:rPr lang="en-ID" sz="1050" dirty="0" err="1">
                <a:latin typeface="+mn-lt"/>
              </a:rPr>
              <a:t>mengendalikan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serta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menjaga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risiko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keamanan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informasi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perusahaan</a:t>
            </a:r>
            <a:r>
              <a:rPr lang="en-ID" sz="1050" dirty="0">
                <a:latin typeface="+mn-lt"/>
              </a:rPr>
              <a:t> yang </a:t>
            </a:r>
            <a:r>
              <a:rPr lang="en-ID" sz="1050" dirty="0" err="1">
                <a:latin typeface="+mn-lt"/>
              </a:rPr>
              <a:t>mencakup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kerahasiaan</a:t>
            </a:r>
            <a:r>
              <a:rPr lang="en-ID" sz="1050" dirty="0">
                <a:latin typeface="+mn-lt"/>
              </a:rPr>
              <a:t>, </a:t>
            </a:r>
            <a:r>
              <a:rPr lang="en-ID" sz="1050" dirty="0" err="1">
                <a:latin typeface="+mn-lt"/>
              </a:rPr>
              <a:t>ketersediaan</a:t>
            </a:r>
            <a:r>
              <a:rPr lang="en-ID" sz="1050" dirty="0">
                <a:latin typeface="+mn-lt"/>
              </a:rPr>
              <a:t>, dan </a:t>
            </a:r>
            <a:r>
              <a:rPr lang="en-ID" sz="1050" dirty="0" err="1">
                <a:latin typeface="+mn-lt"/>
              </a:rPr>
              <a:t>integritas</a:t>
            </a:r>
            <a:r>
              <a:rPr lang="en-ID" sz="1050" dirty="0">
                <a:latin typeface="+mn-lt"/>
              </a:rPr>
              <a:t>. </a:t>
            </a:r>
            <a:r>
              <a:rPr lang="en-ID" sz="1050" dirty="0" err="1">
                <a:latin typeface="+mn-lt"/>
              </a:rPr>
              <a:t>Dikembangkannya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standar</a:t>
            </a:r>
            <a:r>
              <a:rPr lang="en-ID" sz="1050" dirty="0">
                <a:latin typeface="+mn-lt"/>
              </a:rPr>
              <a:t> ISO 27001 </a:t>
            </a:r>
            <a:r>
              <a:rPr lang="en-ID" sz="1050" dirty="0" err="1">
                <a:latin typeface="+mn-lt"/>
              </a:rPr>
              <a:t>adalah</a:t>
            </a:r>
            <a:r>
              <a:rPr lang="en-ID" sz="1050" dirty="0">
                <a:latin typeface="+mn-lt"/>
              </a:rPr>
              <a:t> agar </a:t>
            </a:r>
            <a:r>
              <a:rPr lang="en-ID" sz="1050" dirty="0" err="1">
                <a:latin typeface="+mn-lt"/>
              </a:rPr>
              <a:t>bisa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menerapkan</a:t>
            </a:r>
            <a:r>
              <a:rPr lang="en-ID" sz="1050" dirty="0">
                <a:latin typeface="+mn-lt"/>
              </a:rPr>
              <a:t>, </a:t>
            </a:r>
            <a:r>
              <a:rPr lang="en-ID" sz="1050" dirty="0" err="1">
                <a:latin typeface="+mn-lt"/>
              </a:rPr>
              <a:t>menetapkan</a:t>
            </a:r>
            <a:r>
              <a:rPr lang="en-ID" sz="1050" dirty="0">
                <a:latin typeface="+mn-lt"/>
              </a:rPr>
              <a:t>, </a:t>
            </a:r>
            <a:r>
              <a:rPr lang="en-ID" sz="1050" dirty="0" err="1">
                <a:latin typeface="+mn-lt"/>
              </a:rPr>
              <a:t>memantau</a:t>
            </a:r>
            <a:r>
              <a:rPr lang="en-ID" sz="1050" dirty="0">
                <a:latin typeface="+mn-lt"/>
              </a:rPr>
              <a:t>, </a:t>
            </a:r>
            <a:r>
              <a:rPr lang="en-ID" sz="1050" dirty="0" err="1">
                <a:latin typeface="+mn-lt"/>
              </a:rPr>
              <a:t>mengoperasikan</a:t>
            </a:r>
            <a:r>
              <a:rPr lang="en-ID" sz="1050" dirty="0">
                <a:latin typeface="+mn-lt"/>
              </a:rPr>
              <a:t>, </a:t>
            </a:r>
            <a:r>
              <a:rPr lang="en-ID" sz="1050" dirty="0" err="1">
                <a:latin typeface="+mn-lt"/>
              </a:rPr>
              <a:t>memelihara</a:t>
            </a:r>
            <a:r>
              <a:rPr lang="en-ID" sz="1050" dirty="0">
                <a:latin typeface="+mn-lt"/>
              </a:rPr>
              <a:t>, </a:t>
            </a:r>
            <a:r>
              <a:rPr lang="en-ID" sz="1050" dirty="0" err="1">
                <a:latin typeface="+mn-lt"/>
              </a:rPr>
              <a:t>mengkaji</a:t>
            </a:r>
            <a:r>
              <a:rPr lang="en-ID" sz="1050" dirty="0">
                <a:latin typeface="+mn-lt"/>
              </a:rPr>
              <a:t>, </a:t>
            </a:r>
            <a:r>
              <a:rPr lang="en-ID" sz="1050" dirty="0" err="1">
                <a:latin typeface="+mn-lt"/>
              </a:rPr>
              <a:t>serta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meningkatkan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sistem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manajemen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keamanan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informasi</a:t>
            </a:r>
            <a:r>
              <a:rPr lang="en-ID" sz="1050" dirty="0">
                <a:latin typeface="+mn-lt"/>
              </a:rPr>
              <a:t> yang </a:t>
            </a:r>
            <a:r>
              <a:rPr lang="en-ID" sz="1050" dirty="0" err="1">
                <a:latin typeface="+mn-lt"/>
              </a:rPr>
              <a:t>terdapat</a:t>
            </a:r>
            <a:r>
              <a:rPr lang="en-ID" sz="1050" dirty="0">
                <a:latin typeface="+mn-lt"/>
              </a:rPr>
              <a:t> di </a:t>
            </a:r>
            <a:r>
              <a:rPr lang="en-ID" sz="1050" dirty="0" err="1">
                <a:latin typeface="+mn-lt"/>
              </a:rPr>
              <a:t>dalam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suatu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perusahaan</a:t>
            </a:r>
            <a:r>
              <a:rPr lang="en-ID" sz="1050" dirty="0">
                <a:latin typeface="+mn-lt"/>
              </a:rPr>
              <a:t>. </a:t>
            </a:r>
            <a:r>
              <a:rPr lang="en-ID" sz="1050" dirty="0" err="1">
                <a:latin typeface="+mn-lt"/>
              </a:rPr>
              <a:t>Standar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sertifikasi</a:t>
            </a:r>
            <a:r>
              <a:rPr lang="en-ID" sz="1050" dirty="0">
                <a:latin typeface="+mn-lt"/>
              </a:rPr>
              <a:t> yang </a:t>
            </a:r>
            <a:r>
              <a:rPr lang="en-ID" sz="1050" dirty="0" err="1">
                <a:latin typeface="+mn-lt"/>
              </a:rPr>
              <a:t>terakreditasi</a:t>
            </a:r>
            <a:r>
              <a:rPr lang="en-ID" sz="1050" dirty="0">
                <a:latin typeface="+mn-lt"/>
              </a:rPr>
              <a:t> dan juga </a:t>
            </a:r>
            <a:r>
              <a:rPr lang="en-ID" sz="1050" dirty="0" err="1">
                <a:latin typeface="+mn-lt"/>
              </a:rPr>
              <a:t>diakui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secara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menyeluruh</a:t>
            </a:r>
            <a:r>
              <a:rPr lang="en-ID" sz="1050" dirty="0">
                <a:latin typeface="+mn-lt"/>
              </a:rPr>
              <a:t> di </a:t>
            </a:r>
            <a:r>
              <a:rPr lang="en-ID" sz="1050" dirty="0" err="1">
                <a:latin typeface="+mn-lt"/>
              </a:rPr>
              <a:t>seluruh</a:t>
            </a:r>
            <a:r>
              <a:rPr lang="en-ID" sz="1050" dirty="0">
                <a:latin typeface="+mn-lt"/>
              </a:rPr>
              <a:t> dunia </a:t>
            </a:r>
            <a:r>
              <a:rPr lang="en-ID" sz="1050" dirty="0" err="1">
                <a:latin typeface="+mn-lt"/>
              </a:rPr>
              <a:t>ini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menjadi</a:t>
            </a:r>
            <a:r>
              <a:rPr lang="en-ID" sz="1050" dirty="0">
                <a:latin typeface="+mn-lt"/>
              </a:rPr>
              <a:t> parameter </a:t>
            </a:r>
            <a:r>
              <a:rPr lang="en-ID" sz="1050" dirty="0" err="1">
                <a:latin typeface="+mn-lt"/>
              </a:rPr>
              <a:t>bahwa</a:t>
            </a:r>
            <a:r>
              <a:rPr lang="en-ID" sz="1050" dirty="0">
                <a:latin typeface="+mn-lt"/>
              </a:rPr>
              <a:t> ISMS </a:t>
            </a:r>
            <a:r>
              <a:rPr lang="en-ID" sz="1050" dirty="0" err="1">
                <a:latin typeface="+mn-lt"/>
              </a:rPr>
              <a:t>perusahaan</a:t>
            </a:r>
            <a:r>
              <a:rPr lang="en-ID" sz="1050" dirty="0">
                <a:latin typeface="+mn-lt"/>
              </a:rPr>
              <a:t> Anda </a:t>
            </a:r>
            <a:r>
              <a:rPr lang="en-ID" sz="1050" dirty="0" err="1">
                <a:latin typeface="+mn-lt"/>
              </a:rPr>
              <a:t>sudah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sesuai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dengan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praktik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keamanan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informasi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terbaik</a:t>
            </a:r>
            <a:r>
              <a:rPr lang="en-ID" sz="1050" dirty="0">
                <a:latin typeface="+mn-lt"/>
              </a:rPr>
              <a:t> yang </a:t>
            </a:r>
            <a:r>
              <a:rPr lang="en-ID" sz="1050" dirty="0" err="1">
                <a:latin typeface="+mn-lt"/>
              </a:rPr>
              <a:t>memang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sudah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distandarisasi</a:t>
            </a:r>
            <a:r>
              <a:rPr lang="en-ID" sz="1050" dirty="0">
                <a:latin typeface="+mn-lt"/>
              </a:rPr>
              <a:t>.</a:t>
            </a:r>
            <a:endParaRPr sz="1050" dirty="0">
              <a:latin typeface="+mn-lt"/>
            </a:endParaRPr>
          </a:p>
        </p:txBody>
      </p:sp>
      <p:pic>
        <p:nvPicPr>
          <p:cNvPr id="1240" name="Google Shape;1240;p31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27143" r="27143"/>
          <a:stretch/>
        </p:blipFill>
        <p:spPr>
          <a:xfrm>
            <a:off x="713225" y="539500"/>
            <a:ext cx="2787000" cy="4064400"/>
          </a:xfrm>
          <a:prstGeom prst="snip2DiagRect">
            <a:avLst>
              <a:gd name="adj1" fmla="val 0"/>
              <a:gd name="adj2" fmla="val 21599"/>
            </a:avLst>
          </a:prstGeom>
        </p:spPr>
      </p:pic>
      <p:grpSp>
        <p:nvGrpSpPr>
          <p:cNvPr id="1241" name="Google Shape;1241;p31"/>
          <p:cNvGrpSpPr/>
          <p:nvPr/>
        </p:nvGrpSpPr>
        <p:grpSpPr>
          <a:xfrm>
            <a:off x="237431" y="64537"/>
            <a:ext cx="951612" cy="950150"/>
            <a:chOff x="422275" y="2508250"/>
            <a:chExt cx="1033462" cy="1031875"/>
          </a:xfrm>
        </p:grpSpPr>
        <p:sp>
          <p:nvSpPr>
            <p:cNvPr id="1242" name="Google Shape;1242;p31"/>
            <p:cNvSpPr/>
            <p:nvPr/>
          </p:nvSpPr>
          <p:spPr>
            <a:xfrm>
              <a:off x="422275" y="3025775"/>
              <a:ext cx="84138" cy="217488"/>
            </a:xfrm>
            <a:custGeom>
              <a:avLst/>
              <a:gdLst/>
              <a:ahLst/>
              <a:cxnLst/>
              <a:rect l="l" t="t" r="r" b="b"/>
              <a:pathLst>
                <a:path w="49" h="129" extrusionOk="0">
                  <a:moveTo>
                    <a:pt x="29" y="129"/>
                  </a:moveTo>
                  <a:cubicBezTo>
                    <a:pt x="10" y="88"/>
                    <a:pt x="0" y="45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41"/>
                    <a:pt x="32" y="82"/>
                    <a:pt x="49" y="119"/>
                  </a:cubicBezTo>
                  <a:lnTo>
                    <a:pt x="29" y="12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31"/>
            <p:cNvSpPr/>
            <p:nvPr/>
          </p:nvSpPr>
          <p:spPr>
            <a:xfrm>
              <a:off x="509588" y="3287713"/>
              <a:ext cx="176213" cy="174625"/>
            </a:xfrm>
            <a:custGeom>
              <a:avLst/>
              <a:gdLst/>
              <a:ahLst/>
              <a:cxnLst/>
              <a:rect l="l" t="t" r="r" b="b"/>
              <a:pathLst>
                <a:path w="105" h="103" extrusionOk="0">
                  <a:moveTo>
                    <a:pt x="93" y="103"/>
                  </a:moveTo>
                  <a:cubicBezTo>
                    <a:pt x="56" y="80"/>
                    <a:pt x="24" y="49"/>
                    <a:pt x="0" y="1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41" y="34"/>
                    <a:pt x="71" y="63"/>
                    <a:pt x="105" y="84"/>
                  </a:cubicBezTo>
                  <a:lnTo>
                    <a:pt x="93" y="103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31"/>
            <p:cNvSpPr/>
            <p:nvPr/>
          </p:nvSpPr>
          <p:spPr>
            <a:xfrm>
              <a:off x="728663" y="3460750"/>
              <a:ext cx="96838" cy="65087"/>
            </a:xfrm>
            <a:custGeom>
              <a:avLst/>
              <a:gdLst/>
              <a:ahLst/>
              <a:cxnLst/>
              <a:rect l="l" t="t" r="r" b="b"/>
              <a:pathLst>
                <a:path w="58" h="39" extrusionOk="0">
                  <a:moveTo>
                    <a:pt x="52" y="39"/>
                  </a:moveTo>
                  <a:cubicBezTo>
                    <a:pt x="34" y="34"/>
                    <a:pt x="17" y="28"/>
                    <a:pt x="0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5" y="7"/>
                    <a:pt x="41" y="12"/>
                    <a:pt x="58" y="16"/>
                  </a:cubicBezTo>
                  <a:lnTo>
                    <a:pt x="52" y="3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31"/>
            <p:cNvSpPr/>
            <p:nvPr/>
          </p:nvSpPr>
          <p:spPr>
            <a:xfrm>
              <a:off x="874713" y="3465513"/>
              <a:ext cx="260350" cy="74612"/>
            </a:xfrm>
            <a:custGeom>
              <a:avLst/>
              <a:gdLst/>
              <a:ahLst/>
              <a:cxnLst/>
              <a:rect l="l" t="t" r="r" b="b"/>
              <a:pathLst>
                <a:path w="154" h="44" extrusionOk="0">
                  <a:moveTo>
                    <a:pt x="38" y="44"/>
                  </a:moveTo>
                  <a:cubicBezTo>
                    <a:pt x="25" y="44"/>
                    <a:pt x="13" y="44"/>
                    <a:pt x="0" y="42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15" y="21"/>
                    <a:pt x="26" y="22"/>
                    <a:pt x="38" y="22"/>
                  </a:cubicBezTo>
                  <a:cubicBezTo>
                    <a:pt x="75" y="22"/>
                    <a:pt x="111" y="14"/>
                    <a:pt x="145" y="0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17" y="37"/>
                    <a:pt x="78" y="44"/>
                    <a:pt x="38" y="4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31"/>
            <p:cNvSpPr/>
            <p:nvPr/>
          </p:nvSpPr>
          <p:spPr>
            <a:xfrm>
              <a:off x="1198563" y="3281363"/>
              <a:ext cx="174625" cy="176212"/>
            </a:xfrm>
            <a:custGeom>
              <a:avLst/>
              <a:gdLst/>
              <a:ahLst/>
              <a:cxnLst/>
              <a:rect l="l" t="t" r="r" b="b"/>
              <a:pathLst>
                <a:path w="103" h="104" extrusionOk="0">
                  <a:moveTo>
                    <a:pt x="12" y="104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33" y="63"/>
                    <a:pt x="63" y="34"/>
                    <a:pt x="84" y="0"/>
                  </a:cubicBezTo>
                  <a:cubicBezTo>
                    <a:pt x="103" y="12"/>
                    <a:pt x="103" y="12"/>
                    <a:pt x="103" y="12"/>
                  </a:cubicBezTo>
                  <a:cubicBezTo>
                    <a:pt x="80" y="49"/>
                    <a:pt x="49" y="81"/>
                    <a:pt x="12" y="10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31"/>
            <p:cNvSpPr/>
            <p:nvPr/>
          </p:nvSpPr>
          <p:spPr>
            <a:xfrm>
              <a:off x="1406525" y="2925763"/>
              <a:ext cx="49212" cy="198437"/>
            </a:xfrm>
            <a:custGeom>
              <a:avLst/>
              <a:gdLst/>
              <a:ahLst/>
              <a:cxnLst/>
              <a:rect l="l" t="t" r="r" b="b"/>
              <a:pathLst>
                <a:path w="29" h="118" extrusionOk="0">
                  <a:moveTo>
                    <a:pt x="23" y="118"/>
                  </a:moveTo>
                  <a:cubicBezTo>
                    <a:pt x="0" y="113"/>
                    <a:pt x="0" y="113"/>
                    <a:pt x="0" y="113"/>
                  </a:cubicBezTo>
                  <a:cubicBezTo>
                    <a:pt x="4" y="95"/>
                    <a:pt x="6" y="77"/>
                    <a:pt x="6" y="59"/>
                  </a:cubicBezTo>
                  <a:cubicBezTo>
                    <a:pt x="6" y="40"/>
                    <a:pt x="4" y="22"/>
                    <a:pt x="0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19"/>
                    <a:pt x="29" y="39"/>
                    <a:pt x="29" y="59"/>
                  </a:cubicBezTo>
                  <a:cubicBezTo>
                    <a:pt x="29" y="78"/>
                    <a:pt x="27" y="98"/>
                    <a:pt x="23" y="118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31"/>
            <p:cNvSpPr/>
            <p:nvPr/>
          </p:nvSpPr>
          <p:spPr>
            <a:xfrm>
              <a:off x="1219200" y="2606675"/>
              <a:ext cx="198437" cy="242888"/>
            </a:xfrm>
            <a:custGeom>
              <a:avLst/>
              <a:gdLst/>
              <a:ahLst/>
              <a:cxnLst/>
              <a:rect l="l" t="t" r="r" b="b"/>
              <a:pathLst>
                <a:path w="118" h="144" extrusionOk="0">
                  <a:moveTo>
                    <a:pt x="97" y="144"/>
                  </a:moveTo>
                  <a:cubicBezTo>
                    <a:pt x="77" y="94"/>
                    <a:pt x="44" y="51"/>
                    <a:pt x="0" y="1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1" y="35"/>
                    <a:pt x="97" y="81"/>
                    <a:pt x="118" y="135"/>
                  </a:cubicBezTo>
                  <a:lnTo>
                    <a:pt x="97" y="144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1"/>
            <p:cNvSpPr/>
            <p:nvPr/>
          </p:nvSpPr>
          <p:spPr>
            <a:xfrm>
              <a:off x="877888" y="2508250"/>
              <a:ext cx="315913" cy="101600"/>
            </a:xfrm>
            <a:custGeom>
              <a:avLst/>
              <a:gdLst/>
              <a:ahLst/>
              <a:cxnLst/>
              <a:rect l="l" t="t" r="r" b="b"/>
              <a:pathLst>
                <a:path w="187" h="60" extrusionOk="0">
                  <a:moveTo>
                    <a:pt x="176" y="60"/>
                  </a:moveTo>
                  <a:cubicBezTo>
                    <a:pt x="134" y="36"/>
                    <a:pt x="85" y="23"/>
                    <a:pt x="36" y="23"/>
                  </a:cubicBezTo>
                  <a:cubicBezTo>
                    <a:pt x="25" y="23"/>
                    <a:pt x="14" y="23"/>
                    <a:pt x="3" y="2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2" y="0"/>
                    <a:pt x="24" y="0"/>
                    <a:pt x="36" y="0"/>
                  </a:cubicBezTo>
                  <a:cubicBezTo>
                    <a:pt x="89" y="0"/>
                    <a:pt x="142" y="14"/>
                    <a:pt x="187" y="40"/>
                  </a:cubicBezTo>
                  <a:lnTo>
                    <a:pt x="176" y="60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1"/>
            <p:cNvSpPr/>
            <p:nvPr/>
          </p:nvSpPr>
          <p:spPr>
            <a:xfrm>
              <a:off x="665163" y="2522538"/>
              <a:ext cx="160337" cy="95250"/>
            </a:xfrm>
            <a:custGeom>
              <a:avLst/>
              <a:gdLst/>
              <a:ahLst/>
              <a:cxnLst/>
              <a:rect l="l" t="t" r="r" b="b"/>
              <a:pathLst>
                <a:path w="95" h="57" extrusionOk="0">
                  <a:moveTo>
                    <a:pt x="12" y="57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28" y="21"/>
                    <a:pt x="58" y="8"/>
                    <a:pt x="89" y="0"/>
                  </a:cubicBezTo>
                  <a:cubicBezTo>
                    <a:pt x="95" y="23"/>
                    <a:pt x="95" y="23"/>
                    <a:pt x="95" y="23"/>
                  </a:cubicBezTo>
                  <a:cubicBezTo>
                    <a:pt x="65" y="30"/>
                    <a:pt x="38" y="41"/>
                    <a:pt x="12" y="57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31"/>
            <p:cNvSpPr/>
            <p:nvPr/>
          </p:nvSpPr>
          <p:spPr>
            <a:xfrm>
              <a:off x="431800" y="2651125"/>
              <a:ext cx="177800" cy="284163"/>
            </a:xfrm>
            <a:custGeom>
              <a:avLst/>
              <a:gdLst/>
              <a:ahLst/>
              <a:cxnLst/>
              <a:rect l="l" t="t" r="r" b="b"/>
              <a:pathLst>
                <a:path w="106" h="169" extrusionOk="0">
                  <a:moveTo>
                    <a:pt x="23" y="169"/>
                  </a:moveTo>
                  <a:cubicBezTo>
                    <a:pt x="0" y="165"/>
                    <a:pt x="0" y="165"/>
                    <a:pt x="0" y="165"/>
                  </a:cubicBezTo>
                  <a:cubicBezTo>
                    <a:pt x="12" y="101"/>
                    <a:pt x="43" y="44"/>
                    <a:pt x="90" y="0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63" y="57"/>
                    <a:pt x="34" y="110"/>
                    <a:pt x="23" y="169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31"/>
            <p:cNvSpPr/>
            <p:nvPr/>
          </p:nvSpPr>
          <p:spPr>
            <a:xfrm>
              <a:off x="520700" y="3173413"/>
              <a:ext cx="111125" cy="152400"/>
            </a:xfrm>
            <a:custGeom>
              <a:avLst/>
              <a:gdLst/>
              <a:ahLst/>
              <a:cxnLst/>
              <a:rect l="l" t="t" r="r" b="b"/>
              <a:pathLst>
                <a:path w="66" h="90" extrusionOk="0">
                  <a:moveTo>
                    <a:pt x="52" y="90"/>
                  </a:moveTo>
                  <a:cubicBezTo>
                    <a:pt x="29" y="66"/>
                    <a:pt x="12" y="38"/>
                    <a:pt x="0" y="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28"/>
                    <a:pt x="45" y="55"/>
                    <a:pt x="66" y="77"/>
                  </a:cubicBezTo>
                  <a:lnTo>
                    <a:pt x="52" y="90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31"/>
            <p:cNvSpPr/>
            <p:nvPr/>
          </p:nvSpPr>
          <p:spPr>
            <a:xfrm>
              <a:off x="649288" y="3340100"/>
              <a:ext cx="290512" cy="131762"/>
            </a:xfrm>
            <a:custGeom>
              <a:avLst/>
              <a:gdLst/>
              <a:ahLst/>
              <a:cxnLst/>
              <a:rect l="l" t="t" r="r" b="b"/>
              <a:pathLst>
                <a:path w="172" h="78" extrusionOk="0">
                  <a:moveTo>
                    <a:pt x="172" y="78"/>
                  </a:moveTo>
                  <a:cubicBezTo>
                    <a:pt x="109" y="78"/>
                    <a:pt x="48" y="55"/>
                    <a:pt x="0" y="1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7" y="38"/>
                    <a:pt x="113" y="59"/>
                    <a:pt x="172" y="59"/>
                  </a:cubicBezTo>
                  <a:lnTo>
                    <a:pt x="172" y="7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31"/>
            <p:cNvSpPr/>
            <p:nvPr/>
          </p:nvSpPr>
          <p:spPr>
            <a:xfrm>
              <a:off x="1025525" y="3335338"/>
              <a:ext cx="207963" cy="127000"/>
            </a:xfrm>
            <a:custGeom>
              <a:avLst/>
              <a:gdLst/>
              <a:ahLst/>
              <a:cxnLst/>
              <a:rect l="l" t="t" r="r" b="b"/>
              <a:pathLst>
                <a:path w="124" h="75" extrusionOk="0">
                  <a:moveTo>
                    <a:pt x="4" y="75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41" y="48"/>
                    <a:pt x="80" y="28"/>
                    <a:pt x="112" y="0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90" y="45"/>
                    <a:pt x="49" y="66"/>
                    <a:pt x="4" y="7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31"/>
            <p:cNvSpPr/>
            <p:nvPr/>
          </p:nvSpPr>
          <p:spPr>
            <a:xfrm>
              <a:off x="1246188" y="3165475"/>
              <a:ext cx="112712" cy="160337"/>
            </a:xfrm>
            <a:custGeom>
              <a:avLst/>
              <a:gdLst/>
              <a:ahLst/>
              <a:cxnLst/>
              <a:rect l="l" t="t" r="r" b="b"/>
              <a:pathLst>
                <a:path w="67" h="95" extrusionOk="0">
                  <a:moveTo>
                    <a:pt x="14" y="9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2" y="58"/>
                    <a:pt x="38" y="30"/>
                    <a:pt x="49" y="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56" y="39"/>
                    <a:pt x="37" y="69"/>
                    <a:pt x="14" y="9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31"/>
            <p:cNvSpPr/>
            <p:nvPr/>
          </p:nvSpPr>
          <p:spPr>
            <a:xfrm>
              <a:off x="1341438" y="2919413"/>
              <a:ext cx="44450" cy="182562"/>
            </a:xfrm>
            <a:custGeom>
              <a:avLst/>
              <a:gdLst/>
              <a:ahLst/>
              <a:cxnLst/>
              <a:rect l="l" t="t" r="r" b="b"/>
              <a:pathLst>
                <a:path w="26" h="109" extrusionOk="0">
                  <a:moveTo>
                    <a:pt x="22" y="109"/>
                  </a:moveTo>
                  <a:cubicBezTo>
                    <a:pt x="3" y="106"/>
                    <a:pt x="3" y="106"/>
                    <a:pt x="3" y="106"/>
                  </a:cubicBezTo>
                  <a:cubicBezTo>
                    <a:pt x="6" y="92"/>
                    <a:pt x="7" y="77"/>
                    <a:pt x="7" y="63"/>
                  </a:cubicBezTo>
                  <a:cubicBezTo>
                    <a:pt x="7" y="43"/>
                    <a:pt x="5" y="23"/>
                    <a:pt x="0" y="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3" y="20"/>
                    <a:pt x="26" y="41"/>
                    <a:pt x="26" y="63"/>
                  </a:cubicBezTo>
                  <a:cubicBezTo>
                    <a:pt x="26" y="78"/>
                    <a:pt x="25" y="94"/>
                    <a:pt x="22" y="109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31"/>
            <p:cNvSpPr/>
            <p:nvPr/>
          </p:nvSpPr>
          <p:spPr>
            <a:xfrm>
              <a:off x="1244600" y="2720975"/>
              <a:ext cx="112712" cy="155575"/>
            </a:xfrm>
            <a:custGeom>
              <a:avLst/>
              <a:gdLst/>
              <a:ahLst/>
              <a:cxnLst/>
              <a:rect l="l" t="t" r="r" b="b"/>
              <a:pathLst>
                <a:path w="67" h="92" extrusionOk="0">
                  <a:moveTo>
                    <a:pt x="49" y="92"/>
                  </a:moveTo>
                  <a:cubicBezTo>
                    <a:pt x="38" y="63"/>
                    <a:pt x="21" y="36"/>
                    <a:pt x="0" y="1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7" y="25"/>
                    <a:pt x="55" y="54"/>
                    <a:pt x="67" y="85"/>
                  </a:cubicBezTo>
                  <a:lnTo>
                    <a:pt x="49" y="92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31"/>
            <p:cNvSpPr/>
            <p:nvPr/>
          </p:nvSpPr>
          <p:spPr>
            <a:xfrm>
              <a:off x="1030288" y="2587625"/>
              <a:ext cx="192087" cy="115887"/>
            </a:xfrm>
            <a:custGeom>
              <a:avLst/>
              <a:gdLst/>
              <a:ahLst/>
              <a:cxnLst/>
              <a:rect l="l" t="t" r="r" b="b"/>
              <a:pathLst>
                <a:path w="114" h="68" extrusionOk="0">
                  <a:moveTo>
                    <a:pt x="102" y="68"/>
                  </a:moveTo>
                  <a:cubicBezTo>
                    <a:pt x="72" y="44"/>
                    <a:pt x="37" y="27"/>
                    <a:pt x="0" y="1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4" y="9"/>
                    <a:pt x="82" y="27"/>
                    <a:pt x="114" y="53"/>
                  </a:cubicBezTo>
                  <a:lnTo>
                    <a:pt x="102" y="6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31"/>
            <p:cNvSpPr/>
            <p:nvPr/>
          </p:nvSpPr>
          <p:spPr>
            <a:xfrm>
              <a:off x="706438" y="2576513"/>
              <a:ext cx="276225" cy="92075"/>
            </a:xfrm>
            <a:custGeom>
              <a:avLst/>
              <a:gdLst/>
              <a:ahLst/>
              <a:cxnLst/>
              <a:rect l="l" t="t" r="r" b="b"/>
              <a:pathLst>
                <a:path w="164" h="55" extrusionOk="0">
                  <a:moveTo>
                    <a:pt x="10" y="55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42" y="14"/>
                    <a:pt x="89" y="0"/>
                    <a:pt x="138" y="0"/>
                  </a:cubicBezTo>
                  <a:cubicBezTo>
                    <a:pt x="146" y="0"/>
                    <a:pt x="155" y="1"/>
                    <a:pt x="164" y="2"/>
                  </a:cubicBezTo>
                  <a:cubicBezTo>
                    <a:pt x="162" y="21"/>
                    <a:pt x="162" y="21"/>
                    <a:pt x="162" y="21"/>
                  </a:cubicBezTo>
                  <a:cubicBezTo>
                    <a:pt x="154" y="20"/>
                    <a:pt x="146" y="20"/>
                    <a:pt x="138" y="20"/>
                  </a:cubicBezTo>
                  <a:cubicBezTo>
                    <a:pt x="93" y="20"/>
                    <a:pt x="49" y="32"/>
                    <a:pt x="10" y="5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31"/>
            <p:cNvSpPr/>
            <p:nvPr/>
          </p:nvSpPr>
          <p:spPr>
            <a:xfrm>
              <a:off x="523875" y="2673350"/>
              <a:ext cx="155575" cy="195263"/>
            </a:xfrm>
            <a:custGeom>
              <a:avLst/>
              <a:gdLst/>
              <a:ahLst/>
              <a:cxnLst/>
              <a:rect l="l" t="t" r="r" b="b"/>
              <a:pathLst>
                <a:path w="92" h="115" extrusionOk="0">
                  <a:moveTo>
                    <a:pt x="18" y="115"/>
                  </a:moveTo>
                  <a:cubicBezTo>
                    <a:pt x="0" y="108"/>
                    <a:pt x="0" y="108"/>
                    <a:pt x="0" y="108"/>
                  </a:cubicBezTo>
                  <a:cubicBezTo>
                    <a:pt x="17" y="66"/>
                    <a:pt x="45" y="29"/>
                    <a:pt x="81" y="0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59" y="41"/>
                    <a:pt x="34" y="76"/>
                    <a:pt x="18" y="11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31"/>
            <p:cNvSpPr/>
            <p:nvPr/>
          </p:nvSpPr>
          <p:spPr>
            <a:xfrm>
              <a:off x="492125" y="2916238"/>
              <a:ext cx="44450" cy="211138"/>
            </a:xfrm>
            <a:custGeom>
              <a:avLst/>
              <a:gdLst/>
              <a:ahLst/>
              <a:cxnLst/>
              <a:rect l="l" t="t" r="r" b="b"/>
              <a:pathLst>
                <a:path w="26" h="125" extrusionOk="0">
                  <a:moveTo>
                    <a:pt x="7" y="125"/>
                  </a:moveTo>
                  <a:cubicBezTo>
                    <a:pt x="2" y="105"/>
                    <a:pt x="0" y="84"/>
                    <a:pt x="0" y="64"/>
                  </a:cubicBezTo>
                  <a:cubicBezTo>
                    <a:pt x="0" y="42"/>
                    <a:pt x="2" y="21"/>
                    <a:pt x="7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1" y="24"/>
                    <a:pt x="19" y="44"/>
                    <a:pt x="19" y="64"/>
                  </a:cubicBezTo>
                  <a:cubicBezTo>
                    <a:pt x="19" y="83"/>
                    <a:pt x="21" y="102"/>
                    <a:pt x="25" y="121"/>
                  </a:cubicBezTo>
                  <a:lnTo>
                    <a:pt x="7" y="125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31"/>
            <p:cNvSpPr/>
            <p:nvPr/>
          </p:nvSpPr>
          <p:spPr>
            <a:xfrm>
              <a:off x="939800" y="3117850"/>
              <a:ext cx="366713" cy="287337"/>
            </a:xfrm>
            <a:custGeom>
              <a:avLst/>
              <a:gdLst/>
              <a:ahLst/>
              <a:cxnLst/>
              <a:rect l="l" t="t" r="r" b="b"/>
              <a:pathLst>
                <a:path w="218" h="170" extrusionOk="0">
                  <a:moveTo>
                    <a:pt x="0" y="170"/>
                  </a:moveTo>
                  <a:cubicBezTo>
                    <a:pt x="0" y="161"/>
                    <a:pt x="0" y="161"/>
                    <a:pt x="0" y="161"/>
                  </a:cubicBezTo>
                  <a:cubicBezTo>
                    <a:pt x="98" y="161"/>
                    <a:pt x="183" y="95"/>
                    <a:pt x="209" y="0"/>
                  </a:cubicBezTo>
                  <a:cubicBezTo>
                    <a:pt x="218" y="3"/>
                    <a:pt x="218" y="3"/>
                    <a:pt x="218" y="3"/>
                  </a:cubicBezTo>
                  <a:cubicBezTo>
                    <a:pt x="192" y="101"/>
                    <a:pt x="102" y="170"/>
                    <a:pt x="0" y="1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31"/>
            <p:cNvSpPr/>
            <p:nvPr/>
          </p:nvSpPr>
          <p:spPr>
            <a:xfrm>
              <a:off x="1298575" y="2960688"/>
              <a:ext cx="20638" cy="65088"/>
            </a:xfrm>
            <a:custGeom>
              <a:avLst/>
              <a:gdLst/>
              <a:ahLst/>
              <a:cxnLst/>
              <a:rect l="l" t="t" r="r" b="b"/>
              <a:pathLst>
                <a:path w="12" h="38" extrusionOk="0">
                  <a:moveTo>
                    <a:pt x="12" y="38"/>
                  </a:moveTo>
                  <a:cubicBezTo>
                    <a:pt x="3" y="38"/>
                    <a:pt x="3" y="38"/>
                    <a:pt x="3" y="38"/>
                  </a:cubicBezTo>
                  <a:cubicBezTo>
                    <a:pt x="3" y="26"/>
                    <a:pt x="2" y="13"/>
                    <a:pt x="0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12"/>
                    <a:pt x="12" y="25"/>
                    <a:pt x="12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31"/>
            <p:cNvSpPr/>
            <p:nvPr/>
          </p:nvSpPr>
          <p:spPr>
            <a:xfrm>
              <a:off x="1169988" y="2730500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29" y="36"/>
                  </a:moveTo>
                  <a:cubicBezTo>
                    <a:pt x="20" y="26"/>
                    <a:pt x="10" y="16"/>
                    <a:pt x="0" y="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9"/>
                    <a:pt x="27" y="19"/>
                    <a:pt x="36" y="30"/>
                  </a:cubicBezTo>
                  <a:lnTo>
                    <a:pt x="29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31"/>
            <p:cNvSpPr/>
            <p:nvPr/>
          </p:nvSpPr>
          <p:spPr>
            <a:xfrm>
              <a:off x="979488" y="2646363"/>
              <a:ext cx="173037" cy="76200"/>
            </a:xfrm>
            <a:custGeom>
              <a:avLst/>
              <a:gdLst/>
              <a:ahLst/>
              <a:cxnLst/>
              <a:rect l="l" t="t" r="r" b="b"/>
              <a:pathLst>
                <a:path w="103" h="45" extrusionOk="0">
                  <a:moveTo>
                    <a:pt x="97" y="45"/>
                  </a:moveTo>
                  <a:cubicBezTo>
                    <a:pt x="69" y="25"/>
                    <a:pt x="35" y="13"/>
                    <a:pt x="0" y="9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8" y="4"/>
                    <a:pt x="73" y="17"/>
                    <a:pt x="103" y="37"/>
                  </a:cubicBezTo>
                  <a:lnTo>
                    <a:pt x="97" y="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31"/>
            <p:cNvSpPr/>
            <p:nvPr/>
          </p:nvSpPr>
          <p:spPr>
            <a:xfrm>
              <a:off x="860425" y="2643188"/>
              <a:ext cx="79375" cy="23812"/>
            </a:xfrm>
            <a:custGeom>
              <a:avLst/>
              <a:gdLst/>
              <a:ahLst/>
              <a:cxnLst/>
              <a:rect l="l" t="t" r="r" b="b"/>
              <a:pathLst>
                <a:path w="47" h="14" extrusionOk="0">
                  <a:moveTo>
                    <a:pt x="2" y="14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5" y="2"/>
                    <a:pt x="31" y="0"/>
                    <a:pt x="47" y="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32" y="10"/>
                    <a:pt x="16" y="11"/>
                    <a:pt x="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31"/>
            <p:cNvSpPr/>
            <p:nvPr/>
          </p:nvSpPr>
          <p:spPr>
            <a:xfrm>
              <a:off x="576263" y="2673350"/>
              <a:ext cx="219075" cy="239712"/>
            </a:xfrm>
            <a:custGeom>
              <a:avLst/>
              <a:gdLst/>
              <a:ahLst/>
              <a:cxnLst/>
              <a:rect l="l" t="t" r="r" b="b"/>
              <a:pathLst>
                <a:path w="130" h="142" extrusionOk="0">
                  <a:moveTo>
                    <a:pt x="9" y="142"/>
                  </a:moveTo>
                  <a:cubicBezTo>
                    <a:pt x="0" y="139"/>
                    <a:pt x="0" y="139"/>
                    <a:pt x="0" y="139"/>
                  </a:cubicBezTo>
                  <a:cubicBezTo>
                    <a:pt x="20" y="77"/>
                    <a:pt x="66" y="26"/>
                    <a:pt x="126" y="0"/>
                  </a:cubicBezTo>
                  <a:cubicBezTo>
                    <a:pt x="130" y="9"/>
                    <a:pt x="130" y="9"/>
                    <a:pt x="130" y="9"/>
                  </a:cubicBezTo>
                  <a:cubicBezTo>
                    <a:pt x="72" y="34"/>
                    <a:pt x="28" y="82"/>
                    <a:pt x="9" y="1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31"/>
            <p:cNvSpPr/>
            <p:nvPr/>
          </p:nvSpPr>
          <p:spPr>
            <a:xfrm>
              <a:off x="557213" y="2947988"/>
              <a:ext cx="23812" cy="77787"/>
            </a:xfrm>
            <a:custGeom>
              <a:avLst/>
              <a:gdLst/>
              <a:ahLst/>
              <a:cxnLst/>
              <a:rect l="l" t="t" r="r" b="b"/>
              <a:pathLst>
                <a:path w="14" h="46" extrusionOk="0">
                  <a:moveTo>
                    <a:pt x="10" y="46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30"/>
                    <a:pt x="2" y="15"/>
                    <a:pt x="5" y="0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1" y="16"/>
                    <a:pt x="10" y="31"/>
                    <a:pt x="10" y="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31"/>
            <p:cNvSpPr/>
            <p:nvPr/>
          </p:nvSpPr>
          <p:spPr>
            <a:xfrm>
              <a:off x="576263" y="3135313"/>
              <a:ext cx="155575" cy="201613"/>
            </a:xfrm>
            <a:custGeom>
              <a:avLst/>
              <a:gdLst/>
              <a:ahLst/>
              <a:cxnLst/>
              <a:rect l="l" t="t" r="r" b="b"/>
              <a:pathLst>
                <a:path w="92" h="120" extrusionOk="0">
                  <a:moveTo>
                    <a:pt x="87" y="120"/>
                  </a:moveTo>
                  <a:cubicBezTo>
                    <a:pt x="46" y="92"/>
                    <a:pt x="15" y="50"/>
                    <a:pt x="0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3" y="46"/>
                    <a:pt x="53" y="85"/>
                    <a:pt x="92" y="112"/>
                  </a:cubicBezTo>
                  <a:lnTo>
                    <a:pt x="87" y="1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31"/>
            <p:cNvSpPr/>
            <p:nvPr/>
          </p:nvSpPr>
          <p:spPr>
            <a:xfrm>
              <a:off x="777875" y="3354388"/>
              <a:ext cx="53975" cy="33338"/>
            </a:xfrm>
            <a:custGeom>
              <a:avLst/>
              <a:gdLst/>
              <a:ahLst/>
              <a:cxnLst/>
              <a:rect l="l" t="t" r="r" b="b"/>
              <a:pathLst>
                <a:path w="32" h="20" extrusionOk="0">
                  <a:moveTo>
                    <a:pt x="29" y="20"/>
                  </a:moveTo>
                  <a:cubicBezTo>
                    <a:pt x="19" y="17"/>
                    <a:pt x="9" y="13"/>
                    <a:pt x="0" y="9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3" y="4"/>
                    <a:pt x="22" y="8"/>
                    <a:pt x="32" y="11"/>
                  </a:cubicBezTo>
                  <a:lnTo>
                    <a:pt x="29" y="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Manfaat</a:t>
            </a:r>
            <a:endParaRPr dirty="0"/>
          </a:p>
        </p:txBody>
      </p:sp>
      <p:sp>
        <p:nvSpPr>
          <p:cNvPr id="1324" name="Google Shape;1324;p33"/>
          <p:cNvSpPr txBox="1">
            <a:spLocks noGrp="1"/>
          </p:cNvSpPr>
          <p:nvPr>
            <p:ph type="subTitle" idx="3"/>
          </p:nvPr>
        </p:nvSpPr>
        <p:spPr>
          <a:xfrm>
            <a:off x="719999" y="1017725"/>
            <a:ext cx="4001625" cy="2335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>
                <a:latin typeface="+mn-lt"/>
              </a:rPr>
              <a:t>Melindungi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berbagai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informasi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milik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karyawan</a:t>
            </a:r>
            <a:r>
              <a:rPr lang="en-ID" dirty="0">
                <a:latin typeface="+mn-lt"/>
              </a:rPr>
              <a:t> dan </a:t>
            </a:r>
            <a:r>
              <a:rPr lang="en-ID" dirty="0" err="1">
                <a:latin typeface="+mn-lt"/>
              </a:rPr>
              <a:t>konsumen</a:t>
            </a:r>
            <a:endParaRPr lang="en-ID" dirty="0">
              <a:latin typeface="+mn-lt"/>
            </a:endParaRPr>
          </a:p>
          <a:p>
            <a:pPr marL="228600" lvl="0" indent="-2286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>
                <a:latin typeface="+mn-lt"/>
              </a:rPr>
              <a:t>Mengantisipasi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serangan</a:t>
            </a:r>
            <a:r>
              <a:rPr lang="en-ID" dirty="0">
                <a:latin typeface="+mn-lt"/>
              </a:rPr>
              <a:t> cyber</a:t>
            </a:r>
          </a:p>
          <a:p>
            <a:pPr marL="228600" lvl="0" indent="-2286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>
                <a:latin typeface="+mn-lt"/>
              </a:rPr>
              <a:t>Mengelola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risiko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keamanan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sistem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informasi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secara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lebih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efektif</a:t>
            </a:r>
            <a:r>
              <a:rPr lang="en-ID" dirty="0">
                <a:latin typeface="+mn-lt"/>
              </a:rPr>
              <a:t> dan </a:t>
            </a:r>
            <a:r>
              <a:rPr lang="en-ID" dirty="0" err="1">
                <a:latin typeface="+mn-lt"/>
              </a:rPr>
              <a:t>lebih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tepat</a:t>
            </a:r>
            <a:endParaRPr lang="en-ID" dirty="0">
              <a:latin typeface="+mn-lt"/>
            </a:endParaRPr>
          </a:p>
          <a:p>
            <a:pPr marL="228600" lvl="0" indent="-2286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>
                <a:latin typeface="+mn-lt"/>
              </a:rPr>
              <a:t>Menekan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anggaran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keamanan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informasi</a:t>
            </a:r>
            <a:r>
              <a:rPr lang="en-ID" dirty="0">
                <a:latin typeface="+mn-lt"/>
              </a:rPr>
              <a:t>, </a:t>
            </a:r>
            <a:r>
              <a:rPr lang="en-ID" dirty="0" err="1">
                <a:latin typeface="+mn-lt"/>
              </a:rPr>
              <a:t>karena</a:t>
            </a:r>
            <a:r>
              <a:rPr lang="en-ID" dirty="0">
                <a:latin typeface="+mn-lt"/>
              </a:rPr>
              <a:t> Anda </a:t>
            </a:r>
            <a:r>
              <a:rPr lang="en-ID" dirty="0" err="1">
                <a:latin typeface="+mn-lt"/>
              </a:rPr>
              <a:t>hanya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harus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menerapkan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kontrol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keamanan</a:t>
            </a:r>
            <a:r>
              <a:rPr lang="en-ID" dirty="0">
                <a:latin typeface="+mn-lt"/>
              </a:rPr>
              <a:t> yang </a:t>
            </a:r>
            <a:r>
              <a:rPr lang="en-ID" dirty="0" err="1">
                <a:latin typeface="+mn-lt"/>
              </a:rPr>
              <a:t>memang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diperlukan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saja</a:t>
            </a:r>
            <a:r>
              <a:rPr lang="en-ID" dirty="0">
                <a:latin typeface="+mn-lt"/>
              </a:rPr>
              <a:t>, </a:t>
            </a:r>
            <a:r>
              <a:rPr lang="en-ID" dirty="0" err="1">
                <a:latin typeface="+mn-lt"/>
              </a:rPr>
              <a:t>namun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dengan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hasil</a:t>
            </a:r>
            <a:r>
              <a:rPr lang="en-ID" dirty="0">
                <a:latin typeface="+mn-lt"/>
              </a:rPr>
              <a:t> yang </a:t>
            </a:r>
            <a:r>
              <a:rPr lang="en-ID" dirty="0" err="1">
                <a:latin typeface="+mn-lt"/>
              </a:rPr>
              <a:t>lebih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maksimal</a:t>
            </a:r>
            <a:endParaRPr lang="en-ID" dirty="0">
              <a:latin typeface="+mn-lt"/>
            </a:endParaRPr>
          </a:p>
          <a:p>
            <a:pPr marL="228600" lvl="0" indent="-2286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>
                <a:latin typeface="+mn-lt"/>
              </a:rPr>
              <a:t>Akan </a:t>
            </a:r>
            <a:r>
              <a:rPr lang="en-ID" dirty="0" err="1">
                <a:latin typeface="+mn-lt"/>
              </a:rPr>
              <a:t>lebih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patuh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dalam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hal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pekerjaan</a:t>
            </a:r>
            <a:r>
              <a:rPr lang="en-ID" dirty="0">
                <a:latin typeface="+mn-lt"/>
              </a:rPr>
              <a:t>, </a:t>
            </a:r>
            <a:r>
              <a:rPr lang="en-ID" dirty="0" err="1">
                <a:latin typeface="+mn-lt"/>
              </a:rPr>
              <a:t>karena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terdapat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standarisasi</a:t>
            </a:r>
            <a:r>
              <a:rPr lang="en-ID" dirty="0">
                <a:latin typeface="+mn-lt"/>
              </a:rPr>
              <a:t> yang </a:t>
            </a:r>
            <a:r>
              <a:rPr lang="en-ID" dirty="0" err="1">
                <a:latin typeface="+mn-lt"/>
              </a:rPr>
              <a:t>sudah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ditetapkan</a:t>
            </a:r>
            <a:endParaRPr lang="en-ID" dirty="0">
              <a:latin typeface="+mn-lt"/>
            </a:endParaRPr>
          </a:p>
          <a:p>
            <a:pPr marL="228600" lvl="0" indent="-2286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>
                <a:latin typeface="+mn-lt"/>
              </a:rPr>
              <a:t>Meningkatkan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kredibilitas</a:t>
            </a:r>
            <a:r>
              <a:rPr lang="en-ID" dirty="0">
                <a:latin typeface="+mn-lt"/>
              </a:rPr>
              <a:t> dan juga branding </a:t>
            </a:r>
            <a:r>
              <a:rPr lang="en-ID" dirty="0" err="1">
                <a:latin typeface="+mn-lt"/>
              </a:rPr>
              <a:t>perusahaan</a:t>
            </a:r>
            <a:endParaRPr lang="en-ID" dirty="0">
              <a:latin typeface="+mn-lt"/>
            </a:endParaRPr>
          </a:p>
          <a:p>
            <a:pPr marL="228600" lvl="0" indent="-2286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>
                <a:latin typeface="+mn-lt"/>
              </a:rPr>
              <a:t>Membantu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menarik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pelanggan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baru</a:t>
            </a:r>
            <a:r>
              <a:rPr lang="en-ID" dirty="0">
                <a:latin typeface="+mn-lt"/>
              </a:rPr>
              <a:t> dan juga </a:t>
            </a:r>
            <a:r>
              <a:rPr lang="en-ID" dirty="0" err="1">
                <a:latin typeface="+mn-lt"/>
              </a:rPr>
              <a:t>mempertahankan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klien</a:t>
            </a:r>
            <a:r>
              <a:rPr lang="en-ID" dirty="0">
                <a:latin typeface="+mn-lt"/>
              </a:rPr>
              <a:t> yang </a:t>
            </a:r>
            <a:r>
              <a:rPr lang="en-ID" dirty="0" err="1">
                <a:latin typeface="+mn-lt"/>
              </a:rPr>
              <a:t>sudah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ada</a:t>
            </a:r>
            <a:endParaRPr dirty="0">
              <a:latin typeface="+mn-lt"/>
            </a:endParaRPr>
          </a:p>
        </p:txBody>
      </p:sp>
      <p:pic>
        <p:nvPicPr>
          <p:cNvPr id="1326" name="Google Shape;1326;p33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20466" r="20466"/>
          <a:stretch/>
        </p:blipFill>
        <p:spPr>
          <a:xfrm>
            <a:off x="4829575" y="539550"/>
            <a:ext cx="3601200" cy="4064400"/>
          </a:xfrm>
          <a:prstGeom prst="snip2DiagRect">
            <a:avLst>
              <a:gd name="adj1" fmla="val 0"/>
              <a:gd name="adj2" fmla="val 16667"/>
            </a:avLst>
          </a:prstGeom>
        </p:spPr>
      </p:pic>
      <p:grpSp>
        <p:nvGrpSpPr>
          <p:cNvPr id="1327" name="Google Shape;1327;p33"/>
          <p:cNvGrpSpPr/>
          <p:nvPr/>
        </p:nvGrpSpPr>
        <p:grpSpPr>
          <a:xfrm>
            <a:off x="7918800" y="4092025"/>
            <a:ext cx="1023938" cy="1023938"/>
            <a:chOff x="9247188" y="5834063"/>
            <a:chExt cx="1023938" cy="1023938"/>
          </a:xfrm>
        </p:grpSpPr>
        <p:sp>
          <p:nvSpPr>
            <p:cNvPr id="1328" name="Google Shape;1328;p33"/>
            <p:cNvSpPr/>
            <p:nvPr/>
          </p:nvSpPr>
          <p:spPr>
            <a:xfrm>
              <a:off x="9247188" y="5834063"/>
              <a:ext cx="1023938" cy="1023938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304" y="607"/>
                  </a:moveTo>
                  <a:cubicBezTo>
                    <a:pt x="136" y="607"/>
                    <a:pt x="0" y="471"/>
                    <a:pt x="0" y="304"/>
                  </a:cubicBezTo>
                  <a:cubicBezTo>
                    <a:pt x="0" y="136"/>
                    <a:pt x="136" y="0"/>
                    <a:pt x="304" y="0"/>
                  </a:cubicBezTo>
                  <a:cubicBezTo>
                    <a:pt x="471" y="0"/>
                    <a:pt x="607" y="136"/>
                    <a:pt x="607" y="304"/>
                  </a:cubicBezTo>
                  <a:cubicBezTo>
                    <a:pt x="607" y="471"/>
                    <a:pt x="471" y="607"/>
                    <a:pt x="304" y="607"/>
                  </a:cubicBezTo>
                  <a:close/>
                  <a:moveTo>
                    <a:pt x="304" y="5"/>
                  </a:moveTo>
                  <a:cubicBezTo>
                    <a:pt x="139" y="5"/>
                    <a:pt x="5" y="139"/>
                    <a:pt x="5" y="304"/>
                  </a:cubicBezTo>
                  <a:cubicBezTo>
                    <a:pt x="5" y="468"/>
                    <a:pt x="139" y="602"/>
                    <a:pt x="304" y="602"/>
                  </a:cubicBezTo>
                  <a:cubicBezTo>
                    <a:pt x="468" y="602"/>
                    <a:pt x="602" y="468"/>
                    <a:pt x="602" y="304"/>
                  </a:cubicBezTo>
                  <a:cubicBezTo>
                    <a:pt x="602" y="139"/>
                    <a:pt x="468" y="5"/>
                    <a:pt x="30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33"/>
            <p:cNvSpPr/>
            <p:nvPr/>
          </p:nvSpPr>
          <p:spPr>
            <a:xfrm>
              <a:off x="9274175" y="5861050"/>
              <a:ext cx="969963" cy="969963"/>
            </a:xfrm>
            <a:custGeom>
              <a:avLst/>
              <a:gdLst/>
              <a:ahLst/>
              <a:cxnLst/>
              <a:rect l="l" t="t" r="r" b="b"/>
              <a:pathLst>
                <a:path w="575" h="575" extrusionOk="0">
                  <a:moveTo>
                    <a:pt x="288" y="575"/>
                  </a:moveTo>
                  <a:cubicBezTo>
                    <a:pt x="129" y="575"/>
                    <a:pt x="0" y="446"/>
                    <a:pt x="0" y="288"/>
                  </a:cubicBezTo>
                  <a:cubicBezTo>
                    <a:pt x="0" y="129"/>
                    <a:pt x="129" y="0"/>
                    <a:pt x="288" y="0"/>
                  </a:cubicBezTo>
                  <a:cubicBezTo>
                    <a:pt x="446" y="0"/>
                    <a:pt x="575" y="129"/>
                    <a:pt x="575" y="288"/>
                  </a:cubicBezTo>
                  <a:cubicBezTo>
                    <a:pt x="575" y="446"/>
                    <a:pt x="446" y="575"/>
                    <a:pt x="288" y="575"/>
                  </a:cubicBezTo>
                  <a:close/>
                  <a:moveTo>
                    <a:pt x="288" y="11"/>
                  </a:moveTo>
                  <a:cubicBezTo>
                    <a:pt x="135" y="11"/>
                    <a:pt x="11" y="135"/>
                    <a:pt x="11" y="288"/>
                  </a:cubicBezTo>
                  <a:cubicBezTo>
                    <a:pt x="11" y="440"/>
                    <a:pt x="135" y="565"/>
                    <a:pt x="288" y="565"/>
                  </a:cubicBezTo>
                  <a:cubicBezTo>
                    <a:pt x="440" y="565"/>
                    <a:pt x="565" y="440"/>
                    <a:pt x="565" y="288"/>
                  </a:cubicBezTo>
                  <a:cubicBezTo>
                    <a:pt x="565" y="135"/>
                    <a:pt x="440" y="11"/>
                    <a:pt x="288" y="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33"/>
            <p:cNvSpPr/>
            <p:nvPr/>
          </p:nvSpPr>
          <p:spPr>
            <a:xfrm>
              <a:off x="9377363" y="5962650"/>
              <a:ext cx="763587" cy="765175"/>
            </a:xfrm>
            <a:custGeom>
              <a:avLst/>
              <a:gdLst/>
              <a:ahLst/>
              <a:cxnLst/>
              <a:rect l="l" t="t" r="r" b="b"/>
              <a:pathLst>
                <a:path w="453" h="454" extrusionOk="0">
                  <a:moveTo>
                    <a:pt x="227" y="454"/>
                  </a:moveTo>
                  <a:cubicBezTo>
                    <a:pt x="209" y="454"/>
                    <a:pt x="191" y="452"/>
                    <a:pt x="173" y="448"/>
                  </a:cubicBezTo>
                  <a:cubicBezTo>
                    <a:pt x="184" y="405"/>
                    <a:pt x="184" y="405"/>
                    <a:pt x="184" y="405"/>
                  </a:cubicBezTo>
                  <a:cubicBezTo>
                    <a:pt x="201" y="409"/>
                    <a:pt x="219" y="411"/>
                    <a:pt x="236" y="410"/>
                  </a:cubicBezTo>
                  <a:cubicBezTo>
                    <a:pt x="239" y="454"/>
                    <a:pt x="239" y="454"/>
                    <a:pt x="239" y="454"/>
                  </a:cubicBezTo>
                  <a:cubicBezTo>
                    <a:pt x="235" y="454"/>
                    <a:pt x="231" y="454"/>
                    <a:pt x="227" y="454"/>
                  </a:cubicBezTo>
                  <a:close/>
                  <a:moveTo>
                    <a:pt x="259" y="452"/>
                  </a:moveTo>
                  <a:cubicBezTo>
                    <a:pt x="253" y="408"/>
                    <a:pt x="253" y="408"/>
                    <a:pt x="253" y="408"/>
                  </a:cubicBezTo>
                  <a:cubicBezTo>
                    <a:pt x="270" y="406"/>
                    <a:pt x="287" y="401"/>
                    <a:pt x="303" y="394"/>
                  </a:cubicBezTo>
                  <a:cubicBezTo>
                    <a:pt x="322" y="433"/>
                    <a:pt x="322" y="433"/>
                    <a:pt x="322" y="433"/>
                  </a:cubicBezTo>
                  <a:cubicBezTo>
                    <a:pt x="302" y="443"/>
                    <a:pt x="280" y="449"/>
                    <a:pt x="259" y="452"/>
                  </a:cubicBezTo>
                  <a:close/>
                  <a:moveTo>
                    <a:pt x="154" y="442"/>
                  </a:moveTo>
                  <a:cubicBezTo>
                    <a:pt x="133" y="435"/>
                    <a:pt x="114" y="425"/>
                    <a:pt x="96" y="413"/>
                  </a:cubicBezTo>
                  <a:cubicBezTo>
                    <a:pt x="121" y="377"/>
                    <a:pt x="121" y="377"/>
                    <a:pt x="121" y="377"/>
                  </a:cubicBezTo>
                  <a:cubicBezTo>
                    <a:pt x="136" y="387"/>
                    <a:pt x="151" y="395"/>
                    <a:pt x="168" y="401"/>
                  </a:cubicBezTo>
                  <a:lnTo>
                    <a:pt x="154" y="442"/>
                  </a:lnTo>
                  <a:close/>
                  <a:moveTo>
                    <a:pt x="340" y="424"/>
                  </a:moveTo>
                  <a:cubicBezTo>
                    <a:pt x="318" y="386"/>
                    <a:pt x="318" y="386"/>
                    <a:pt x="318" y="386"/>
                  </a:cubicBezTo>
                  <a:cubicBezTo>
                    <a:pt x="333" y="377"/>
                    <a:pt x="347" y="366"/>
                    <a:pt x="359" y="353"/>
                  </a:cubicBezTo>
                  <a:cubicBezTo>
                    <a:pt x="391" y="384"/>
                    <a:pt x="391" y="384"/>
                    <a:pt x="391" y="384"/>
                  </a:cubicBezTo>
                  <a:cubicBezTo>
                    <a:pt x="376" y="400"/>
                    <a:pt x="359" y="413"/>
                    <a:pt x="340" y="424"/>
                  </a:cubicBezTo>
                  <a:close/>
                  <a:moveTo>
                    <a:pt x="80" y="400"/>
                  </a:moveTo>
                  <a:cubicBezTo>
                    <a:pt x="63" y="386"/>
                    <a:pt x="48" y="369"/>
                    <a:pt x="36" y="351"/>
                  </a:cubicBezTo>
                  <a:cubicBezTo>
                    <a:pt x="73" y="327"/>
                    <a:pt x="73" y="327"/>
                    <a:pt x="73" y="327"/>
                  </a:cubicBezTo>
                  <a:cubicBezTo>
                    <a:pt x="83" y="342"/>
                    <a:pt x="95" y="355"/>
                    <a:pt x="108" y="367"/>
                  </a:cubicBezTo>
                  <a:lnTo>
                    <a:pt x="80" y="400"/>
                  </a:lnTo>
                  <a:close/>
                  <a:moveTo>
                    <a:pt x="404" y="368"/>
                  </a:moveTo>
                  <a:cubicBezTo>
                    <a:pt x="370" y="341"/>
                    <a:pt x="370" y="341"/>
                    <a:pt x="370" y="341"/>
                  </a:cubicBezTo>
                  <a:cubicBezTo>
                    <a:pt x="381" y="327"/>
                    <a:pt x="390" y="312"/>
                    <a:pt x="396" y="295"/>
                  </a:cubicBezTo>
                  <a:cubicBezTo>
                    <a:pt x="437" y="312"/>
                    <a:pt x="437" y="312"/>
                    <a:pt x="437" y="312"/>
                  </a:cubicBezTo>
                  <a:cubicBezTo>
                    <a:pt x="429" y="332"/>
                    <a:pt x="418" y="351"/>
                    <a:pt x="404" y="368"/>
                  </a:cubicBezTo>
                  <a:close/>
                  <a:moveTo>
                    <a:pt x="26" y="334"/>
                  </a:moveTo>
                  <a:cubicBezTo>
                    <a:pt x="16" y="314"/>
                    <a:pt x="9" y="293"/>
                    <a:pt x="4" y="272"/>
                  </a:cubicBezTo>
                  <a:cubicBezTo>
                    <a:pt x="47" y="263"/>
                    <a:pt x="47" y="263"/>
                    <a:pt x="47" y="263"/>
                  </a:cubicBezTo>
                  <a:cubicBezTo>
                    <a:pt x="51" y="281"/>
                    <a:pt x="57" y="297"/>
                    <a:pt x="65" y="313"/>
                  </a:cubicBezTo>
                  <a:lnTo>
                    <a:pt x="26" y="334"/>
                  </a:lnTo>
                  <a:close/>
                  <a:moveTo>
                    <a:pt x="444" y="293"/>
                  </a:moveTo>
                  <a:cubicBezTo>
                    <a:pt x="402" y="280"/>
                    <a:pt x="402" y="280"/>
                    <a:pt x="402" y="280"/>
                  </a:cubicBezTo>
                  <a:cubicBezTo>
                    <a:pt x="407" y="263"/>
                    <a:pt x="409" y="246"/>
                    <a:pt x="409" y="228"/>
                  </a:cubicBezTo>
                  <a:cubicBezTo>
                    <a:pt x="409" y="215"/>
                    <a:pt x="408" y="202"/>
                    <a:pt x="405" y="189"/>
                  </a:cubicBezTo>
                  <a:cubicBezTo>
                    <a:pt x="448" y="180"/>
                    <a:pt x="448" y="180"/>
                    <a:pt x="448" y="180"/>
                  </a:cubicBezTo>
                  <a:cubicBezTo>
                    <a:pt x="452" y="195"/>
                    <a:pt x="453" y="212"/>
                    <a:pt x="453" y="228"/>
                  </a:cubicBezTo>
                  <a:cubicBezTo>
                    <a:pt x="453" y="250"/>
                    <a:pt x="450" y="272"/>
                    <a:pt x="444" y="293"/>
                  </a:cubicBezTo>
                  <a:close/>
                  <a:moveTo>
                    <a:pt x="1" y="252"/>
                  </a:moveTo>
                  <a:cubicBezTo>
                    <a:pt x="0" y="244"/>
                    <a:pt x="0" y="236"/>
                    <a:pt x="0" y="228"/>
                  </a:cubicBezTo>
                  <a:cubicBezTo>
                    <a:pt x="0" y="214"/>
                    <a:pt x="1" y="200"/>
                    <a:pt x="4" y="186"/>
                  </a:cubicBezTo>
                  <a:cubicBezTo>
                    <a:pt x="47" y="194"/>
                    <a:pt x="47" y="194"/>
                    <a:pt x="47" y="194"/>
                  </a:cubicBezTo>
                  <a:cubicBezTo>
                    <a:pt x="45" y="205"/>
                    <a:pt x="44" y="216"/>
                    <a:pt x="44" y="228"/>
                  </a:cubicBezTo>
                  <a:cubicBezTo>
                    <a:pt x="44" y="234"/>
                    <a:pt x="44" y="241"/>
                    <a:pt x="45" y="247"/>
                  </a:cubicBezTo>
                  <a:lnTo>
                    <a:pt x="1" y="252"/>
                  </a:lnTo>
                  <a:close/>
                  <a:moveTo>
                    <a:pt x="51" y="178"/>
                  </a:moveTo>
                  <a:cubicBezTo>
                    <a:pt x="8" y="167"/>
                    <a:pt x="8" y="167"/>
                    <a:pt x="8" y="167"/>
                  </a:cubicBezTo>
                  <a:cubicBezTo>
                    <a:pt x="14" y="145"/>
                    <a:pt x="23" y="125"/>
                    <a:pt x="35" y="107"/>
                  </a:cubicBezTo>
                  <a:cubicBezTo>
                    <a:pt x="72" y="130"/>
                    <a:pt x="72" y="130"/>
                    <a:pt x="72" y="130"/>
                  </a:cubicBezTo>
                  <a:cubicBezTo>
                    <a:pt x="63" y="145"/>
                    <a:pt x="56" y="161"/>
                    <a:pt x="51" y="178"/>
                  </a:cubicBezTo>
                  <a:close/>
                  <a:moveTo>
                    <a:pt x="401" y="173"/>
                  </a:moveTo>
                  <a:cubicBezTo>
                    <a:pt x="396" y="157"/>
                    <a:pt x="388" y="140"/>
                    <a:pt x="378" y="126"/>
                  </a:cubicBezTo>
                  <a:cubicBezTo>
                    <a:pt x="415" y="101"/>
                    <a:pt x="415" y="101"/>
                    <a:pt x="415" y="101"/>
                  </a:cubicBezTo>
                  <a:cubicBezTo>
                    <a:pt x="427" y="119"/>
                    <a:pt x="437" y="139"/>
                    <a:pt x="443" y="160"/>
                  </a:cubicBezTo>
                  <a:lnTo>
                    <a:pt x="401" y="173"/>
                  </a:lnTo>
                  <a:close/>
                  <a:moveTo>
                    <a:pt x="82" y="117"/>
                  </a:moveTo>
                  <a:cubicBezTo>
                    <a:pt x="47" y="90"/>
                    <a:pt x="47" y="90"/>
                    <a:pt x="47" y="90"/>
                  </a:cubicBezTo>
                  <a:cubicBezTo>
                    <a:pt x="60" y="73"/>
                    <a:pt x="76" y="57"/>
                    <a:pt x="94" y="44"/>
                  </a:cubicBezTo>
                  <a:cubicBezTo>
                    <a:pt x="119" y="80"/>
                    <a:pt x="119" y="80"/>
                    <a:pt x="119" y="80"/>
                  </a:cubicBezTo>
                  <a:cubicBezTo>
                    <a:pt x="105" y="90"/>
                    <a:pt x="92" y="103"/>
                    <a:pt x="82" y="117"/>
                  </a:cubicBezTo>
                  <a:close/>
                  <a:moveTo>
                    <a:pt x="369" y="113"/>
                  </a:moveTo>
                  <a:cubicBezTo>
                    <a:pt x="357" y="99"/>
                    <a:pt x="344" y="87"/>
                    <a:pt x="330" y="77"/>
                  </a:cubicBezTo>
                  <a:cubicBezTo>
                    <a:pt x="354" y="41"/>
                    <a:pt x="354" y="41"/>
                    <a:pt x="354" y="41"/>
                  </a:cubicBezTo>
                  <a:cubicBezTo>
                    <a:pt x="373" y="53"/>
                    <a:pt x="389" y="68"/>
                    <a:pt x="403" y="85"/>
                  </a:cubicBezTo>
                  <a:lnTo>
                    <a:pt x="369" y="113"/>
                  </a:lnTo>
                  <a:close/>
                  <a:moveTo>
                    <a:pt x="133" y="71"/>
                  </a:moveTo>
                  <a:cubicBezTo>
                    <a:pt x="110" y="33"/>
                    <a:pt x="110" y="33"/>
                    <a:pt x="110" y="33"/>
                  </a:cubicBezTo>
                  <a:cubicBezTo>
                    <a:pt x="129" y="22"/>
                    <a:pt x="150" y="13"/>
                    <a:pt x="171" y="8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65" y="55"/>
                    <a:pt x="148" y="62"/>
                    <a:pt x="133" y="71"/>
                  </a:cubicBezTo>
                  <a:close/>
                  <a:moveTo>
                    <a:pt x="316" y="68"/>
                  </a:moveTo>
                  <a:cubicBezTo>
                    <a:pt x="300" y="60"/>
                    <a:pt x="284" y="53"/>
                    <a:pt x="266" y="49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97" y="11"/>
                    <a:pt x="318" y="19"/>
                    <a:pt x="337" y="30"/>
                  </a:cubicBezTo>
                  <a:lnTo>
                    <a:pt x="316" y="68"/>
                  </a:lnTo>
                  <a:close/>
                  <a:moveTo>
                    <a:pt x="198" y="47"/>
                  </a:moveTo>
                  <a:cubicBezTo>
                    <a:pt x="191" y="4"/>
                    <a:pt x="191" y="4"/>
                    <a:pt x="191" y="4"/>
                  </a:cubicBezTo>
                  <a:cubicBezTo>
                    <a:pt x="212" y="0"/>
                    <a:pt x="235" y="0"/>
                    <a:pt x="256" y="3"/>
                  </a:cubicBezTo>
                  <a:cubicBezTo>
                    <a:pt x="251" y="47"/>
                    <a:pt x="251" y="47"/>
                    <a:pt x="251" y="47"/>
                  </a:cubicBezTo>
                  <a:cubicBezTo>
                    <a:pt x="233" y="44"/>
                    <a:pt x="215" y="45"/>
                    <a:pt x="198" y="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33"/>
            <p:cNvSpPr/>
            <p:nvPr/>
          </p:nvSpPr>
          <p:spPr>
            <a:xfrm>
              <a:off x="9324975" y="5911850"/>
              <a:ext cx="868362" cy="868362"/>
            </a:xfrm>
            <a:custGeom>
              <a:avLst/>
              <a:gdLst/>
              <a:ahLst/>
              <a:cxnLst/>
              <a:rect l="l" t="t" r="r" b="b"/>
              <a:pathLst>
                <a:path w="515" h="515" extrusionOk="0">
                  <a:moveTo>
                    <a:pt x="255" y="515"/>
                  </a:moveTo>
                  <a:cubicBezTo>
                    <a:pt x="248" y="515"/>
                    <a:pt x="241" y="515"/>
                    <a:pt x="234" y="514"/>
                  </a:cubicBezTo>
                  <a:cubicBezTo>
                    <a:pt x="234" y="509"/>
                    <a:pt x="234" y="509"/>
                    <a:pt x="234" y="509"/>
                  </a:cubicBezTo>
                  <a:cubicBezTo>
                    <a:pt x="241" y="510"/>
                    <a:pt x="248" y="510"/>
                    <a:pt x="255" y="510"/>
                  </a:cubicBezTo>
                  <a:lnTo>
                    <a:pt x="255" y="515"/>
                  </a:lnTo>
                  <a:close/>
                  <a:moveTo>
                    <a:pt x="265" y="515"/>
                  </a:moveTo>
                  <a:cubicBezTo>
                    <a:pt x="265" y="510"/>
                    <a:pt x="265" y="510"/>
                    <a:pt x="265" y="510"/>
                  </a:cubicBezTo>
                  <a:cubicBezTo>
                    <a:pt x="272" y="510"/>
                    <a:pt x="279" y="509"/>
                    <a:pt x="285" y="509"/>
                  </a:cubicBezTo>
                  <a:cubicBezTo>
                    <a:pt x="286" y="514"/>
                    <a:pt x="286" y="514"/>
                    <a:pt x="286" y="514"/>
                  </a:cubicBezTo>
                  <a:cubicBezTo>
                    <a:pt x="279" y="515"/>
                    <a:pt x="272" y="515"/>
                    <a:pt x="265" y="515"/>
                  </a:cubicBezTo>
                  <a:close/>
                  <a:moveTo>
                    <a:pt x="223" y="513"/>
                  </a:moveTo>
                  <a:cubicBezTo>
                    <a:pt x="217" y="512"/>
                    <a:pt x="210" y="511"/>
                    <a:pt x="203" y="510"/>
                  </a:cubicBezTo>
                  <a:cubicBezTo>
                    <a:pt x="204" y="504"/>
                    <a:pt x="204" y="504"/>
                    <a:pt x="204" y="504"/>
                  </a:cubicBezTo>
                  <a:cubicBezTo>
                    <a:pt x="211" y="506"/>
                    <a:pt x="217" y="507"/>
                    <a:pt x="224" y="508"/>
                  </a:cubicBezTo>
                  <a:lnTo>
                    <a:pt x="223" y="513"/>
                  </a:lnTo>
                  <a:close/>
                  <a:moveTo>
                    <a:pt x="296" y="512"/>
                  </a:moveTo>
                  <a:cubicBezTo>
                    <a:pt x="296" y="507"/>
                    <a:pt x="296" y="507"/>
                    <a:pt x="296" y="507"/>
                  </a:cubicBezTo>
                  <a:cubicBezTo>
                    <a:pt x="302" y="506"/>
                    <a:pt x="309" y="505"/>
                    <a:pt x="316" y="503"/>
                  </a:cubicBezTo>
                  <a:cubicBezTo>
                    <a:pt x="317" y="509"/>
                    <a:pt x="317" y="509"/>
                    <a:pt x="317" y="509"/>
                  </a:cubicBezTo>
                  <a:cubicBezTo>
                    <a:pt x="310" y="510"/>
                    <a:pt x="303" y="511"/>
                    <a:pt x="296" y="512"/>
                  </a:cubicBezTo>
                  <a:close/>
                  <a:moveTo>
                    <a:pt x="193" y="507"/>
                  </a:moveTo>
                  <a:cubicBezTo>
                    <a:pt x="186" y="505"/>
                    <a:pt x="179" y="503"/>
                    <a:pt x="173" y="501"/>
                  </a:cubicBezTo>
                  <a:cubicBezTo>
                    <a:pt x="174" y="496"/>
                    <a:pt x="174" y="496"/>
                    <a:pt x="174" y="496"/>
                  </a:cubicBezTo>
                  <a:cubicBezTo>
                    <a:pt x="181" y="498"/>
                    <a:pt x="187" y="500"/>
                    <a:pt x="194" y="502"/>
                  </a:cubicBezTo>
                  <a:lnTo>
                    <a:pt x="193" y="507"/>
                  </a:lnTo>
                  <a:close/>
                  <a:moveTo>
                    <a:pt x="327" y="506"/>
                  </a:moveTo>
                  <a:cubicBezTo>
                    <a:pt x="326" y="501"/>
                    <a:pt x="326" y="501"/>
                    <a:pt x="326" y="501"/>
                  </a:cubicBezTo>
                  <a:cubicBezTo>
                    <a:pt x="332" y="499"/>
                    <a:pt x="339" y="497"/>
                    <a:pt x="345" y="495"/>
                  </a:cubicBezTo>
                  <a:cubicBezTo>
                    <a:pt x="347" y="499"/>
                    <a:pt x="347" y="499"/>
                    <a:pt x="347" y="499"/>
                  </a:cubicBezTo>
                  <a:cubicBezTo>
                    <a:pt x="340" y="502"/>
                    <a:pt x="334" y="504"/>
                    <a:pt x="327" y="506"/>
                  </a:cubicBezTo>
                  <a:close/>
                  <a:moveTo>
                    <a:pt x="163" y="497"/>
                  </a:moveTo>
                  <a:cubicBezTo>
                    <a:pt x="156" y="495"/>
                    <a:pt x="150" y="492"/>
                    <a:pt x="144" y="489"/>
                  </a:cubicBezTo>
                  <a:cubicBezTo>
                    <a:pt x="146" y="484"/>
                    <a:pt x="146" y="484"/>
                    <a:pt x="146" y="484"/>
                  </a:cubicBezTo>
                  <a:cubicBezTo>
                    <a:pt x="152" y="487"/>
                    <a:pt x="158" y="490"/>
                    <a:pt x="165" y="493"/>
                  </a:cubicBezTo>
                  <a:lnTo>
                    <a:pt x="163" y="497"/>
                  </a:lnTo>
                  <a:close/>
                  <a:moveTo>
                    <a:pt x="357" y="496"/>
                  </a:moveTo>
                  <a:cubicBezTo>
                    <a:pt x="355" y="491"/>
                    <a:pt x="355" y="491"/>
                    <a:pt x="355" y="491"/>
                  </a:cubicBezTo>
                  <a:cubicBezTo>
                    <a:pt x="361" y="488"/>
                    <a:pt x="367" y="485"/>
                    <a:pt x="373" y="482"/>
                  </a:cubicBezTo>
                  <a:cubicBezTo>
                    <a:pt x="376" y="487"/>
                    <a:pt x="376" y="487"/>
                    <a:pt x="376" y="487"/>
                  </a:cubicBezTo>
                  <a:cubicBezTo>
                    <a:pt x="369" y="490"/>
                    <a:pt x="363" y="493"/>
                    <a:pt x="357" y="496"/>
                  </a:cubicBezTo>
                  <a:close/>
                  <a:moveTo>
                    <a:pt x="134" y="484"/>
                  </a:moveTo>
                  <a:cubicBezTo>
                    <a:pt x="128" y="481"/>
                    <a:pt x="122" y="477"/>
                    <a:pt x="116" y="473"/>
                  </a:cubicBezTo>
                  <a:cubicBezTo>
                    <a:pt x="119" y="469"/>
                    <a:pt x="119" y="469"/>
                    <a:pt x="119" y="469"/>
                  </a:cubicBezTo>
                  <a:cubicBezTo>
                    <a:pt x="125" y="473"/>
                    <a:pt x="131" y="476"/>
                    <a:pt x="137" y="479"/>
                  </a:cubicBezTo>
                  <a:lnTo>
                    <a:pt x="134" y="484"/>
                  </a:lnTo>
                  <a:close/>
                  <a:moveTo>
                    <a:pt x="385" y="482"/>
                  </a:moveTo>
                  <a:cubicBezTo>
                    <a:pt x="382" y="477"/>
                    <a:pt x="382" y="477"/>
                    <a:pt x="382" y="477"/>
                  </a:cubicBezTo>
                  <a:cubicBezTo>
                    <a:pt x="388" y="474"/>
                    <a:pt x="394" y="470"/>
                    <a:pt x="400" y="467"/>
                  </a:cubicBezTo>
                  <a:cubicBezTo>
                    <a:pt x="402" y="471"/>
                    <a:pt x="402" y="471"/>
                    <a:pt x="402" y="471"/>
                  </a:cubicBezTo>
                  <a:cubicBezTo>
                    <a:pt x="397" y="475"/>
                    <a:pt x="391" y="478"/>
                    <a:pt x="385" y="482"/>
                  </a:cubicBezTo>
                  <a:close/>
                  <a:moveTo>
                    <a:pt x="108" y="467"/>
                  </a:moveTo>
                  <a:cubicBezTo>
                    <a:pt x="102" y="463"/>
                    <a:pt x="97" y="459"/>
                    <a:pt x="91" y="454"/>
                  </a:cubicBezTo>
                  <a:cubicBezTo>
                    <a:pt x="95" y="451"/>
                    <a:pt x="95" y="451"/>
                    <a:pt x="95" y="451"/>
                  </a:cubicBezTo>
                  <a:cubicBezTo>
                    <a:pt x="100" y="455"/>
                    <a:pt x="105" y="459"/>
                    <a:pt x="111" y="463"/>
                  </a:cubicBezTo>
                  <a:lnTo>
                    <a:pt x="108" y="467"/>
                  </a:lnTo>
                  <a:close/>
                  <a:moveTo>
                    <a:pt x="411" y="465"/>
                  </a:moveTo>
                  <a:cubicBezTo>
                    <a:pt x="408" y="461"/>
                    <a:pt x="408" y="461"/>
                    <a:pt x="408" y="461"/>
                  </a:cubicBezTo>
                  <a:cubicBezTo>
                    <a:pt x="413" y="457"/>
                    <a:pt x="419" y="452"/>
                    <a:pt x="424" y="448"/>
                  </a:cubicBezTo>
                  <a:cubicBezTo>
                    <a:pt x="427" y="452"/>
                    <a:pt x="427" y="452"/>
                    <a:pt x="427" y="452"/>
                  </a:cubicBezTo>
                  <a:cubicBezTo>
                    <a:pt x="422" y="456"/>
                    <a:pt x="417" y="461"/>
                    <a:pt x="411" y="465"/>
                  </a:cubicBezTo>
                  <a:close/>
                  <a:moveTo>
                    <a:pt x="83" y="448"/>
                  </a:moveTo>
                  <a:cubicBezTo>
                    <a:pt x="78" y="443"/>
                    <a:pt x="73" y="438"/>
                    <a:pt x="69" y="433"/>
                  </a:cubicBezTo>
                  <a:cubicBezTo>
                    <a:pt x="72" y="429"/>
                    <a:pt x="72" y="429"/>
                    <a:pt x="72" y="429"/>
                  </a:cubicBezTo>
                  <a:cubicBezTo>
                    <a:pt x="77" y="434"/>
                    <a:pt x="82" y="439"/>
                    <a:pt x="87" y="444"/>
                  </a:cubicBezTo>
                  <a:lnTo>
                    <a:pt x="83" y="448"/>
                  </a:lnTo>
                  <a:close/>
                  <a:moveTo>
                    <a:pt x="435" y="445"/>
                  </a:moveTo>
                  <a:cubicBezTo>
                    <a:pt x="431" y="441"/>
                    <a:pt x="431" y="441"/>
                    <a:pt x="431" y="441"/>
                  </a:cubicBezTo>
                  <a:cubicBezTo>
                    <a:pt x="436" y="436"/>
                    <a:pt x="441" y="431"/>
                    <a:pt x="446" y="426"/>
                  </a:cubicBezTo>
                  <a:cubicBezTo>
                    <a:pt x="450" y="430"/>
                    <a:pt x="450" y="430"/>
                    <a:pt x="450" y="430"/>
                  </a:cubicBezTo>
                  <a:cubicBezTo>
                    <a:pt x="445" y="435"/>
                    <a:pt x="440" y="440"/>
                    <a:pt x="435" y="445"/>
                  </a:cubicBezTo>
                  <a:close/>
                  <a:moveTo>
                    <a:pt x="62" y="425"/>
                  </a:moveTo>
                  <a:cubicBezTo>
                    <a:pt x="57" y="420"/>
                    <a:pt x="53" y="414"/>
                    <a:pt x="49" y="409"/>
                  </a:cubicBezTo>
                  <a:cubicBezTo>
                    <a:pt x="53" y="406"/>
                    <a:pt x="53" y="406"/>
                    <a:pt x="53" y="406"/>
                  </a:cubicBezTo>
                  <a:cubicBezTo>
                    <a:pt x="57" y="411"/>
                    <a:pt x="61" y="416"/>
                    <a:pt x="66" y="422"/>
                  </a:cubicBezTo>
                  <a:lnTo>
                    <a:pt x="62" y="425"/>
                  </a:lnTo>
                  <a:close/>
                  <a:moveTo>
                    <a:pt x="456" y="422"/>
                  </a:moveTo>
                  <a:cubicBezTo>
                    <a:pt x="452" y="418"/>
                    <a:pt x="452" y="418"/>
                    <a:pt x="452" y="418"/>
                  </a:cubicBezTo>
                  <a:cubicBezTo>
                    <a:pt x="457" y="413"/>
                    <a:pt x="461" y="408"/>
                    <a:pt x="465" y="402"/>
                  </a:cubicBezTo>
                  <a:cubicBezTo>
                    <a:pt x="469" y="405"/>
                    <a:pt x="469" y="405"/>
                    <a:pt x="469" y="405"/>
                  </a:cubicBezTo>
                  <a:cubicBezTo>
                    <a:pt x="465" y="411"/>
                    <a:pt x="461" y="416"/>
                    <a:pt x="456" y="422"/>
                  </a:cubicBezTo>
                  <a:close/>
                  <a:moveTo>
                    <a:pt x="43" y="400"/>
                  </a:moveTo>
                  <a:cubicBezTo>
                    <a:pt x="39" y="394"/>
                    <a:pt x="35" y="388"/>
                    <a:pt x="32" y="382"/>
                  </a:cubicBezTo>
                  <a:cubicBezTo>
                    <a:pt x="37" y="380"/>
                    <a:pt x="37" y="380"/>
                    <a:pt x="37" y="380"/>
                  </a:cubicBezTo>
                  <a:cubicBezTo>
                    <a:pt x="40" y="386"/>
                    <a:pt x="43" y="391"/>
                    <a:pt x="47" y="397"/>
                  </a:cubicBezTo>
                  <a:lnTo>
                    <a:pt x="43" y="400"/>
                  </a:lnTo>
                  <a:close/>
                  <a:moveTo>
                    <a:pt x="475" y="396"/>
                  </a:moveTo>
                  <a:cubicBezTo>
                    <a:pt x="471" y="394"/>
                    <a:pt x="471" y="394"/>
                    <a:pt x="471" y="394"/>
                  </a:cubicBezTo>
                  <a:cubicBezTo>
                    <a:pt x="474" y="388"/>
                    <a:pt x="478" y="382"/>
                    <a:pt x="481" y="376"/>
                  </a:cubicBezTo>
                  <a:cubicBezTo>
                    <a:pt x="485" y="378"/>
                    <a:pt x="485" y="378"/>
                    <a:pt x="485" y="378"/>
                  </a:cubicBezTo>
                  <a:cubicBezTo>
                    <a:pt x="482" y="384"/>
                    <a:pt x="479" y="391"/>
                    <a:pt x="475" y="396"/>
                  </a:cubicBezTo>
                  <a:close/>
                  <a:moveTo>
                    <a:pt x="27" y="373"/>
                  </a:moveTo>
                  <a:cubicBezTo>
                    <a:pt x="24" y="367"/>
                    <a:pt x="21" y="360"/>
                    <a:pt x="19" y="354"/>
                  </a:cubicBezTo>
                  <a:cubicBezTo>
                    <a:pt x="23" y="352"/>
                    <a:pt x="23" y="352"/>
                    <a:pt x="23" y="352"/>
                  </a:cubicBezTo>
                  <a:cubicBezTo>
                    <a:pt x="26" y="358"/>
                    <a:pt x="29" y="365"/>
                    <a:pt x="32" y="371"/>
                  </a:cubicBezTo>
                  <a:lnTo>
                    <a:pt x="27" y="373"/>
                  </a:lnTo>
                  <a:close/>
                  <a:moveTo>
                    <a:pt x="490" y="369"/>
                  </a:moveTo>
                  <a:cubicBezTo>
                    <a:pt x="485" y="367"/>
                    <a:pt x="485" y="367"/>
                    <a:pt x="485" y="367"/>
                  </a:cubicBezTo>
                  <a:cubicBezTo>
                    <a:pt x="488" y="361"/>
                    <a:pt x="491" y="354"/>
                    <a:pt x="494" y="348"/>
                  </a:cubicBezTo>
                  <a:cubicBezTo>
                    <a:pt x="498" y="350"/>
                    <a:pt x="498" y="350"/>
                    <a:pt x="498" y="350"/>
                  </a:cubicBezTo>
                  <a:cubicBezTo>
                    <a:pt x="496" y="356"/>
                    <a:pt x="493" y="363"/>
                    <a:pt x="490" y="369"/>
                  </a:cubicBezTo>
                  <a:close/>
                  <a:moveTo>
                    <a:pt x="15" y="344"/>
                  </a:moveTo>
                  <a:cubicBezTo>
                    <a:pt x="12" y="338"/>
                    <a:pt x="10" y="331"/>
                    <a:pt x="9" y="324"/>
                  </a:cubicBezTo>
                  <a:cubicBezTo>
                    <a:pt x="14" y="323"/>
                    <a:pt x="14" y="323"/>
                    <a:pt x="14" y="323"/>
                  </a:cubicBezTo>
                  <a:cubicBezTo>
                    <a:pt x="15" y="329"/>
                    <a:pt x="17" y="336"/>
                    <a:pt x="20" y="342"/>
                  </a:cubicBezTo>
                  <a:lnTo>
                    <a:pt x="15" y="344"/>
                  </a:lnTo>
                  <a:close/>
                  <a:moveTo>
                    <a:pt x="502" y="340"/>
                  </a:moveTo>
                  <a:cubicBezTo>
                    <a:pt x="497" y="338"/>
                    <a:pt x="497" y="338"/>
                    <a:pt x="497" y="338"/>
                  </a:cubicBezTo>
                  <a:cubicBezTo>
                    <a:pt x="499" y="332"/>
                    <a:pt x="501" y="325"/>
                    <a:pt x="503" y="319"/>
                  </a:cubicBezTo>
                  <a:cubicBezTo>
                    <a:pt x="508" y="320"/>
                    <a:pt x="508" y="320"/>
                    <a:pt x="508" y="320"/>
                  </a:cubicBezTo>
                  <a:cubicBezTo>
                    <a:pt x="506" y="327"/>
                    <a:pt x="504" y="333"/>
                    <a:pt x="502" y="340"/>
                  </a:cubicBezTo>
                  <a:close/>
                  <a:moveTo>
                    <a:pt x="6" y="314"/>
                  </a:moveTo>
                  <a:cubicBezTo>
                    <a:pt x="5" y="307"/>
                    <a:pt x="3" y="300"/>
                    <a:pt x="2" y="293"/>
                  </a:cubicBezTo>
                  <a:cubicBezTo>
                    <a:pt x="8" y="293"/>
                    <a:pt x="8" y="293"/>
                    <a:pt x="8" y="293"/>
                  </a:cubicBezTo>
                  <a:cubicBezTo>
                    <a:pt x="9" y="299"/>
                    <a:pt x="10" y="306"/>
                    <a:pt x="11" y="313"/>
                  </a:cubicBezTo>
                  <a:lnTo>
                    <a:pt x="6" y="314"/>
                  </a:lnTo>
                  <a:close/>
                  <a:moveTo>
                    <a:pt x="510" y="310"/>
                  </a:moveTo>
                  <a:cubicBezTo>
                    <a:pt x="505" y="309"/>
                    <a:pt x="505" y="309"/>
                    <a:pt x="505" y="309"/>
                  </a:cubicBezTo>
                  <a:cubicBezTo>
                    <a:pt x="506" y="302"/>
                    <a:pt x="507" y="295"/>
                    <a:pt x="508" y="288"/>
                  </a:cubicBezTo>
                  <a:cubicBezTo>
                    <a:pt x="513" y="289"/>
                    <a:pt x="513" y="289"/>
                    <a:pt x="513" y="289"/>
                  </a:cubicBezTo>
                  <a:cubicBezTo>
                    <a:pt x="513" y="296"/>
                    <a:pt x="511" y="303"/>
                    <a:pt x="510" y="310"/>
                  </a:cubicBezTo>
                  <a:close/>
                  <a:moveTo>
                    <a:pt x="1" y="283"/>
                  </a:moveTo>
                  <a:cubicBezTo>
                    <a:pt x="1" y="276"/>
                    <a:pt x="0" y="269"/>
                    <a:pt x="0" y="262"/>
                  </a:cubicBezTo>
                  <a:cubicBezTo>
                    <a:pt x="5" y="262"/>
                    <a:pt x="5" y="262"/>
                    <a:pt x="5" y="262"/>
                  </a:cubicBezTo>
                  <a:cubicBezTo>
                    <a:pt x="5" y="269"/>
                    <a:pt x="6" y="276"/>
                    <a:pt x="6" y="283"/>
                  </a:cubicBezTo>
                  <a:lnTo>
                    <a:pt x="1" y="283"/>
                  </a:lnTo>
                  <a:close/>
                  <a:moveTo>
                    <a:pt x="515" y="279"/>
                  </a:moveTo>
                  <a:cubicBezTo>
                    <a:pt x="509" y="278"/>
                    <a:pt x="509" y="278"/>
                    <a:pt x="509" y="278"/>
                  </a:cubicBezTo>
                  <a:cubicBezTo>
                    <a:pt x="510" y="271"/>
                    <a:pt x="510" y="265"/>
                    <a:pt x="510" y="258"/>
                  </a:cubicBezTo>
                  <a:cubicBezTo>
                    <a:pt x="510" y="251"/>
                    <a:pt x="510" y="245"/>
                    <a:pt x="509" y="239"/>
                  </a:cubicBezTo>
                  <a:cubicBezTo>
                    <a:pt x="515" y="238"/>
                    <a:pt x="515" y="238"/>
                    <a:pt x="515" y="238"/>
                  </a:cubicBezTo>
                  <a:cubicBezTo>
                    <a:pt x="515" y="245"/>
                    <a:pt x="515" y="251"/>
                    <a:pt x="515" y="258"/>
                  </a:cubicBezTo>
                  <a:cubicBezTo>
                    <a:pt x="515" y="265"/>
                    <a:pt x="515" y="272"/>
                    <a:pt x="515" y="279"/>
                  </a:cubicBezTo>
                  <a:close/>
                  <a:moveTo>
                    <a:pt x="5" y="252"/>
                  </a:moveTo>
                  <a:cubicBezTo>
                    <a:pt x="0" y="252"/>
                    <a:pt x="0" y="252"/>
                    <a:pt x="0" y="252"/>
                  </a:cubicBezTo>
                  <a:cubicBezTo>
                    <a:pt x="0" y="245"/>
                    <a:pt x="1" y="238"/>
                    <a:pt x="1" y="231"/>
                  </a:cubicBezTo>
                  <a:cubicBezTo>
                    <a:pt x="7" y="231"/>
                    <a:pt x="7" y="231"/>
                    <a:pt x="7" y="231"/>
                  </a:cubicBezTo>
                  <a:cubicBezTo>
                    <a:pt x="6" y="238"/>
                    <a:pt x="5" y="245"/>
                    <a:pt x="5" y="252"/>
                  </a:cubicBezTo>
                  <a:close/>
                  <a:moveTo>
                    <a:pt x="508" y="229"/>
                  </a:moveTo>
                  <a:cubicBezTo>
                    <a:pt x="508" y="222"/>
                    <a:pt x="507" y="215"/>
                    <a:pt x="505" y="208"/>
                  </a:cubicBezTo>
                  <a:cubicBezTo>
                    <a:pt x="510" y="207"/>
                    <a:pt x="510" y="207"/>
                    <a:pt x="510" y="207"/>
                  </a:cubicBezTo>
                  <a:cubicBezTo>
                    <a:pt x="512" y="214"/>
                    <a:pt x="513" y="221"/>
                    <a:pt x="514" y="228"/>
                  </a:cubicBezTo>
                  <a:lnTo>
                    <a:pt x="508" y="229"/>
                  </a:lnTo>
                  <a:close/>
                  <a:moveTo>
                    <a:pt x="8" y="221"/>
                  </a:moveTo>
                  <a:cubicBezTo>
                    <a:pt x="3" y="220"/>
                    <a:pt x="3" y="220"/>
                    <a:pt x="3" y="220"/>
                  </a:cubicBezTo>
                  <a:cubicBezTo>
                    <a:pt x="4" y="214"/>
                    <a:pt x="5" y="207"/>
                    <a:pt x="6" y="200"/>
                  </a:cubicBezTo>
                  <a:cubicBezTo>
                    <a:pt x="12" y="201"/>
                    <a:pt x="12" y="201"/>
                    <a:pt x="12" y="201"/>
                  </a:cubicBezTo>
                  <a:cubicBezTo>
                    <a:pt x="10" y="208"/>
                    <a:pt x="9" y="214"/>
                    <a:pt x="8" y="221"/>
                  </a:cubicBezTo>
                  <a:close/>
                  <a:moveTo>
                    <a:pt x="503" y="198"/>
                  </a:moveTo>
                  <a:cubicBezTo>
                    <a:pt x="502" y="192"/>
                    <a:pt x="500" y="185"/>
                    <a:pt x="498" y="179"/>
                  </a:cubicBezTo>
                  <a:cubicBezTo>
                    <a:pt x="502" y="177"/>
                    <a:pt x="502" y="177"/>
                    <a:pt x="502" y="177"/>
                  </a:cubicBezTo>
                  <a:cubicBezTo>
                    <a:pt x="505" y="184"/>
                    <a:pt x="507" y="190"/>
                    <a:pt x="508" y="197"/>
                  </a:cubicBezTo>
                  <a:lnTo>
                    <a:pt x="503" y="198"/>
                  </a:lnTo>
                  <a:close/>
                  <a:moveTo>
                    <a:pt x="14" y="191"/>
                  </a:moveTo>
                  <a:cubicBezTo>
                    <a:pt x="9" y="190"/>
                    <a:pt x="9" y="190"/>
                    <a:pt x="9" y="190"/>
                  </a:cubicBezTo>
                  <a:cubicBezTo>
                    <a:pt x="11" y="183"/>
                    <a:pt x="13" y="176"/>
                    <a:pt x="15" y="170"/>
                  </a:cubicBezTo>
                  <a:cubicBezTo>
                    <a:pt x="20" y="172"/>
                    <a:pt x="20" y="172"/>
                    <a:pt x="20" y="172"/>
                  </a:cubicBezTo>
                  <a:cubicBezTo>
                    <a:pt x="18" y="178"/>
                    <a:pt x="16" y="185"/>
                    <a:pt x="14" y="191"/>
                  </a:cubicBezTo>
                  <a:close/>
                  <a:moveTo>
                    <a:pt x="494" y="169"/>
                  </a:moveTo>
                  <a:cubicBezTo>
                    <a:pt x="492" y="163"/>
                    <a:pt x="489" y="156"/>
                    <a:pt x="486" y="150"/>
                  </a:cubicBezTo>
                  <a:cubicBezTo>
                    <a:pt x="491" y="148"/>
                    <a:pt x="491" y="148"/>
                    <a:pt x="491" y="148"/>
                  </a:cubicBezTo>
                  <a:cubicBezTo>
                    <a:pt x="494" y="154"/>
                    <a:pt x="497" y="161"/>
                    <a:pt x="499" y="167"/>
                  </a:cubicBezTo>
                  <a:lnTo>
                    <a:pt x="494" y="169"/>
                  </a:lnTo>
                  <a:close/>
                  <a:moveTo>
                    <a:pt x="24" y="162"/>
                  </a:moveTo>
                  <a:cubicBezTo>
                    <a:pt x="19" y="160"/>
                    <a:pt x="19" y="160"/>
                    <a:pt x="19" y="160"/>
                  </a:cubicBezTo>
                  <a:cubicBezTo>
                    <a:pt x="22" y="154"/>
                    <a:pt x="25" y="147"/>
                    <a:pt x="28" y="141"/>
                  </a:cubicBezTo>
                  <a:cubicBezTo>
                    <a:pt x="32" y="143"/>
                    <a:pt x="32" y="143"/>
                    <a:pt x="32" y="143"/>
                  </a:cubicBezTo>
                  <a:cubicBezTo>
                    <a:pt x="29" y="149"/>
                    <a:pt x="26" y="156"/>
                    <a:pt x="24" y="162"/>
                  </a:cubicBezTo>
                  <a:close/>
                  <a:moveTo>
                    <a:pt x="482" y="141"/>
                  </a:moveTo>
                  <a:cubicBezTo>
                    <a:pt x="478" y="135"/>
                    <a:pt x="475" y="129"/>
                    <a:pt x="471" y="123"/>
                  </a:cubicBezTo>
                  <a:cubicBezTo>
                    <a:pt x="476" y="120"/>
                    <a:pt x="476" y="120"/>
                    <a:pt x="476" y="120"/>
                  </a:cubicBezTo>
                  <a:cubicBezTo>
                    <a:pt x="479" y="126"/>
                    <a:pt x="483" y="132"/>
                    <a:pt x="486" y="138"/>
                  </a:cubicBezTo>
                  <a:lnTo>
                    <a:pt x="482" y="141"/>
                  </a:lnTo>
                  <a:close/>
                  <a:moveTo>
                    <a:pt x="37" y="134"/>
                  </a:moveTo>
                  <a:cubicBezTo>
                    <a:pt x="33" y="132"/>
                    <a:pt x="33" y="132"/>
                    <a:pt x="33" y="132"/>
                  </a:cubicBezTo>
                  <a:cubicBezTo>
                    <a:pt x="36" y="126"/>
                    <a:pt x="40" y="120"/>
                    <a:pt x="44" y="114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4" y="123"/>
                    <a:pt x="41" y="128"/>
                    <a:pt x="37" y="134"/>
                  </a:cubicBezTo>
                  <a:close/>
                  <a:moveTo>
                    <a:pt x="466" y="115"/>
                  </a:moveTo>
                  <a:cubicBezTo>
                    <a:pt x="462" y="109"/>
                    <a:pt x="458" y="104"/>
                    <a:pt x="453" y="98"/>
                  </a:cubicBezTo>
                  <a:cubicBezTo>
                    <a:pt x="457" y="95"/>
                    <a:pt x="457" y="95"/>
                    <a:pt x="457" y="95"/>
                  </a:cubicBezTo>
                  <a:cubicBezTo>
                    <a:pt x="462" y="100"/>
                    <a:pt x="466" y="106"/>
                    <a:pt x="470" y="112"/>
                  </a:cubicBezTo>
                  <a:lnTo>
                    <a:pt x="466" y="115"/>
                  </a:lnTo>
                  <a:close/>
                  <a:moveTo>
                    <a:pt x="54" y="108"/>
                  </a:moveTo>
                  <a:cubicBezTo>
                    <a:pt x="50" y="105"/>
                    <a:pt x="50" y="105"/>
                    <a:pt x="50" y="105"/>
                  </a:cubicBezTo>
                  <a:cubicBezTo>
                    <a:pt x="54" y="100"/>
                    <a:pt x="58" y="94"/>
                    <a:pt x="63" y="89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62" y="98"/>
                    <a:pt x="58" y="103"/>
                    <a:pt x="54" y="108"/>
                  </a:cubicBezTo>
                  <a:close/>
                  <a:moveTo>
                    <a:pt x="447" y="90"/>
                  </a:moveTo>
                  <a:cubicBezTo>
                    <a:pt x="442" y="85"/>
                    <a:pt x="438" y="80"/>
                    <a:pt x="433" y="76"/>
                  </a:cubicBezTo>
                  <a:cubicBezTo>
                    <a:pt x="436" y="72"/>
                    <a:pt x="436" y="72"/>
                    <a:pt x="436" y="72"/>
                  </a:cubicBezTo>
                  <a:cubicBezTo>
                    <a:pt x="441" y="77"/>
                    <a:pt x="446" y="82"/>
                    <a:pt x="451" y="87"/>
                  </a:cubicBezTo>
                  <a:lnTo>
                    <a:pt x="447" y="90"/>
                  </a:lnTo>
                  <a:close/>
                  <a:moveTo>
                    <a:pt x="74" y="85"/>
                  </a:moveTo>
                  <a:cubicBezTo>
                    <a:pt x="70" y="81"/>
                    <a:pt x="70" y="81"/>
                    <a:pt x="70" y="81"/>
                  </a:cubicBezTo>
                  <a:cubicBezTo>
                    <a:pt x="75" y="76"/>
                    <a:pt x="80" y="71"/>
                    <a:pt x="85" y="67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3" y="75"/>
                    <a:pt x="78" y="80"/>
                    <a:pt x="74" y="85"/>
                  </a:cubicBezTo>
                  <a:close/>
                  <a:moveTo>
                    <a:pt x="425" y="69"/>
                  </a:moveTo>
                  <a:cubicBezTo>
                    <a:pt x="420" y="64"/>
                    <a:pt x="415" y="60"/>
                    <a:pt x="409" y="56"/>
                  </a:cubicBezTo>
                  <a:cubicBezTo>
                    <a:pt x="412" y="52"/>
                    <a:pt x="412" y="52"/>
                    <a:pt x="412" y="52"/>
                  </a:cubicBezTo>
                  <a:cubicBezTo>
                    <a:pt x="418" y="56"/>
                    <a:pt x="423" y="60"/>
                    <a:pt x="429" y="65"/>
                  </a:cubicBezTo>
                  <a:lnTo>
                    <a:pt x="425" y="69"/>
                  </a:lnTo>
                  <a:close/>
                  <a:moveTo>
                    <a:pt x="96" y="64"/>
                  </a:moveTo>
                  <a:cubicBezTo>
                    <a:pt x="93" y="60"/>
                    <a:pt x="93" y="60"/>
                    <a:pt x="93" y="60"/>
                  </a:cubicBezTo>
                  <a:cubicBezTo>
                    <a:pt x="98" y="55"/>
                    <a:pt x="104" y="51"/>
                    <a:pt x="109" y="47"/>
                  </a:cubicBezTo>
                  <a:cubicBezTo>
                    <a:pt x="112" y="51"/>
                    <a:pt x="112" y="51"/>
                    <a:pt x="112" y="51"/>
                  </a:cubicBezTo>
                  <a:cubicBezTo>
                    <a:pt x="107" y="55"/>
                    <a:pt x="101" y="59"/>
                    <a:pt x="96" y="64"/>
                  </a:cubicBezTo>
                  <a:close/>
                  <a:moveTo>
                    <a:pt x="401" y="50"/>
                  </a:moveTo>
                  <a:cubicBezTo>
                    <a:pt x="395" y="46"/>
                    <a:pt x="389" y="42"/>
                    <a:pt x="384" y="39"/>
                  </a:cubicBezTo>
                  <a:cubicBezTo>
                    <a:pt x="386" y="34"/>
                    <a:pt x="386" y="34"/>
                    <a:pt x="386" y="34"/>
                  </a:cubicBezTo>
                  <a:cubicBezTo>
                    <a:pt x="392" y="38"/>
                    <a:pt x="398" y="42"/>
                    <a:pt x="404" y="45"/>
                  </a:cubicBezTo>
                  <a:lnTo>
                    <a:pt x="401" y="50"/>
                  </a:lnTo>
                  <a:close/>
                  <a:moveTo>
                    <a:pt x="121" y="46"/>
                  </a:moveTo>
                  <a:cubicBezTo>
                    <a:pt x="118" y="41"/>
                    <a:pt x="118" y="41"/>
                    <a:pt x="118" y="41"/>
                  </a:cubicBezTo>
                  <a:cubicBezTo>
                    <a:pt x="124" y="37"/>
                    <a:pt x="130" y="34"/>
                    <a:pt x="136" y="31"/>
                  </a:cubicBezTo>
                  <a:cubicBezTo>
                    <a:pt x="138" y="35"/>
                    <a:pt x="138" y="35"/>
                    <a:pt x="138" y="35"/>
                  </a:cubicBezTo>
                  <a:cubicBezTo>
                    <a:pt x="132" y="38"/>
                    <a:pt x="126" y="42"/>
                    <a:pt x="121" y="46"/>
                  </a:cubicBezTo>
                  <a:close/>
                  <a:moveTo>
                    <a:pt x="375" y="34"/>
                  </a:moveTo>
                  <a:cubicBezTo>
                    <a:pt x="369" y="31"/>
                    <a:pt x="362" y="28"/>
                    <a:pt x="356" y="25"/>
                  </a:cubicBezTo>
                  <a:cubicBezTo>
                    <a:pt x="358" y="20"/>
                    <a:pt x="358" y="20"/>
                    <a:pt x="358" y="20"/>
                  </a:cubicBezTo>
                  <a:cubicBezTo>
                    <a:pt x="364" y="23"/>
                    <a:pt x="371" y="26"/>
                    <a:pt x="377" y="29"/>
                  </a:cubicBezTo>
                  <a:lnTo>
                    <a:pt x="375" y="34"/>
                  </a:lnTo>
                  <a:close/>
                  <a:moveTo>
                    <a:pt x="147" y="30"/>
                  </a:moveTo>
                  <a:cubicBezTo>
                    <a:pt x="145" y="26"/>
                    <a:pt x="145" y="26"/>
                    <a:pt x="145" y="26"/>
                  </a:cubicBezTo>
                  <a:cubicBezTo>
                    <a:pt x="151" y="23"/>
                    <a:pt x="158" y="20"/>
                    <a:pt x="164" y="17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0" y="25"/>
                    <a:pt x="153" y="28"/>
                    <a:pt x="147" y="30"/>
                  </a:cubicBezTo>
                  <a:close/>
                  <a:moveTo>
                    <a:pt x="347" y="21"/>
                  </a:moveTo>
                  <a:cubicBezTo>
                    <a:pt x="340" y="19"/>
                    <a:pt x="334" y="17"/>
                    <a:pt x="327" y="15"/>
                  </a:cubicBezTo>
                  <a:cubicBezTo>
                    <a:pt x="328" y="10"/>
                    <a:pt x="328" y="10"/>
                    <a:pt x="328" y="10"/>
                  </a:cubicBezTo>
                  <a:cubicBezTo>
                    <a:pt x="335" y="12"/>
                    <a:pt x="342" y="14"/>
                    <a:pt x="348" y="16"/>
                  </a:cubicBezTo>
                  <a:lnTo>
                    <a:pt x="347" y="21"/>
                  </a:lnTo>
                  <a:close/>
                  <a:moveTo>
                    <a:pt x="176" y="19"/>
                  </a:moveTo>
                  <a:cubicBezTo>
                    <a:pt x="174" y="14"/>
                    <a:pt x="174" y="14"/>
                    <a:pt x="174" y="14"/>
                  </a:cubicBezTo>
                  <a:cubicBezTo>
                    <a:pt x="181" y="12"/>
                    <a:pt x="187" y="10"/>
                    <a:pt x="194" y="8"/>
                  </a:cubicBezTo>
                  <a:cubicBezTo>
                    <a:pt x="195" y="13"/>
                    <a:pt x="195" y="13"/>
                    <a:pt x="195" y="13"/>
                  </a:cubicBezTo>
                  <a:cubicBezTo>
                    <a:pt x="189" y="15"/>
                    <a:pt x="182" y="17"/>
                    <a:pt x="176" y="19"/>
                  </a:cubicBezTo>
                  <a:close/>
                  <a:moveTo>
                    <a:pt x="317" y="12"/>
                  </a:moveTo>
                  <a:cubicBezTo>
                    <a:pt x="311" y="11"/>
                    <a:pt x="304" y="9"/>
                    <a:pt x="297" y="8"/>
                  </a:cubicBezTo>
                  <a:cubicBezTo>
                    <a:pt x="298" y="3"/>
                    <a:pt x="298" y="3"/>
                    <a:pt x="298" y="3"/>
                  </a:cubicBezTo>
                  <a:cubicBezTo>
                    <a:pt x="305" y="4"/>
                    <a:pt x="312" y="6"/>
                    <a:pt x="318" y="7"/>
                  </a:cubicBezTo>
                  <a:lnTo>
                    <a:pt x="317" y="12"/>
                  </a:lnTo>
                  <a:close/>
                  <a:moveTo>
                    <a:pt x="205" y="11"/>
                  </a:moveTo>
                  <a:cubicBezTo>
                    <a:pt x="204" y="6"/>
                    <a:pt x="204" y="6"/>
                    <a:pt x="204" y="6"/>
                  </a:cubicBezTo>
                  <a:cubicBezTo>
                    <a:pt x="211" y="4"/>
                    <a:pt x="218" y="3"/>
                    <a:pt x="225" y="2"/>
                  </a:cubicBezTo>
                  <a:cubicBezTo>
                    <a:pt x="226" y="7"/>
                    <a:pt x="226" y="7"/>
                    <a:pt x="226" y="7"/>
                  </a:cubicBezTo>
                  <a:cubicBezTo>
                    <a:pt x="219" y="8"/>
                    <a:pt x="212" y="9"/>
                    <a:pt x="205" y="11"/>
                  </a:cubicBezTo>
                  <a:close/>
                  <a:moveTo>
                    <a:pt x="287" y="7"/>
                  </a:moveTo>
                  <a:cubicBezTo>
                    <a:pt x="280" y="6"/>
                    <a:pt x="273" y="6"/>
                    <a:pt x="266" y="5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274" y="0"/>
                    <a:pt x="281" y="1"/>
                    <a:pt x="288" y="2"/>
                  </a:cubicBezTo>
                  <a:lnTo>
                    <a:pt x="287" y="7"/>
                  </a:lnTo>
                  <a:close/>
                  <a:moveTo>
                    <a:pt x="236" y="6"/>
                  </a:moveTo>
                  <a:cubicBezTo>
                    <a:pt x="235" y="1"/>
                    <a:pt x="235" y="1"/>
                    <a:pt x="235" y="1"/>
                  </a:cubicBezTo>
                  <a:cubicBezTo>
                    <a:pt x="242" y="0"/>
                    <a:pt x="249" y="0"/>
                    <a:pt x="256" y="0"/>
                  </a:cubicBezTo>
                  <a:cubicBezTo>
                    <a:pt x="256" y="5"/>
                    <a:pt x="256" y="5"/>
                    <a:pt x="256" y="5"/>
                  </a:cubicBezTo>
                  <a:cubicBezTo>
                    <a:pt x="249" y="5"/>
                    <a:pt x="243" y="6"/>
                    <a:pt x="236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33"/>
            <p:cNvSpPr/>
            <p:nvPr/>
          </p:nvSpPr>
          <p:spPr>
            <a:xfrm>
              <a:off x="9486900" y="6073775"/>
              <a:ext cx="546100" cy="546100"/>
            </a:xfrm>
            <a:custGeom>
              <a:avLst/>
              <a:gdLst/>
              <a:ahLst/>
              <a:cxnLst/>
              <a:rect l="l" t="t" r="r" b="b"/>
              <a:pathLst>
                <a:path w="324" h="324" extrusionOk="0">
                  <a:moveTo>
                    <a:pt x="162" y="324"/>
                  </a:moveTo>
                  <a:cubicBezTo>
                    <a:pt x="72" y="324"/>
                    <a:pt x="0" y="251"/>
                    <a:pt x="0" y="162"/>
                  </a:cubicBezTo>
                  <a:cubicBezTo>
                    <a:pt x="0" y="72"/>
                    <a:pt x="72" y="0"/>
                    <a:pt x="162" y="0"/>
                  </a:cubicBezTo>
                  <a:cubicBezTo>
                    <a:pt x="251" y="0"/>
                    <a:pt x="324" y="72"/>
                    <a:pt x="324" y="162"/>
                  </a:cubicBezTo>
                  <a:cubicBezTo>
                    <a:pt x="324" y="251"/>
                    <a:pt x="251" y="324"/>
                    <a:pt x="162" y="324"/>
                  </a:cubicBezTo>
                  <a:close/>
                  <a:moveTo>
                    <a:pt x="162" y="31"/>
                  </a:moveTo>
                  <a:cubicBezTo>
                    <a:pt x="90" y="31"/>
                    <a:pt x="31" y="90"/>
                    <a:pt x="31" y="162"/>
                  </a:cubicBezTo>
                  <a:cubicBezTo>
                    <a:pt x="31" y="234"/>
                    <a:pt x="90" y="292"/>
                    <a:pt x="162" y="292"/>
                  </a:cubicBezTo>
                  <a:cubicBezTo>
                    <a:pt x="234" y="292"/>
                    <a:pt x="292" y="234"/>
                    <a:pt x="292" y="162"/>
                  </a:cubicBezTo>
                  <a:cubicBezTo>
                    <a:pt x="292" y="90"/>
                    <a:pt x="234" y="31"/>
                    <a:pt x="162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33"/>
            <p:cNvSpPr/>
            <p:nvPr/>
          </p:nvSpPr>
          <p:spPr>
            <a:xfrm>
              <a:off x="9564688" y="6151563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231" h="232" extrusionOk="0">
                  <a:moveTo>
                    <a:pt x="116" y="232"/>
                  </a:moveTo>
                  <a:cubicBezTo>
                    <a:pt x="52" y="232"/>
                    <a:pt x="0" y="180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180" y="0"/>
                    <a:pt x="231" y="52"/>
                    <a:pt x="231" y="116"/>
                  </a:cubicBezTo>
                  <a:cubicBezTo>
                    <a:pt x="231" y="180"/>
                    <a:pt x="180" y="232"/>
                    <a:pt x="116" y="232"/>
                  </a:cubicBezTo>
                  <a:close/>
                  <a:moveTo>
                    <a:pt x="116" y="9"/>
                  </a:moveTo>
                  <a:cubicBezTo>
                    <a:pt x="57" y="9"/>
                    <a:pt x="9" y="57"/>
                    <a:pt x="9" y="116"/>
                  </a:cubicBezTo>
                  <a:cubicBezTo>
                    <a:pt x="9" y="175"/>
                    <a:pt x="57" y="223"/>
                    <a:pt x="116" y="223"/>
                  </a:cubicBezTo>
                  <a:cubicBezTo>
                    <a:pt x="175" y="223"/>
                    <a:pt x="223" y="175"/>
                    <a:pt x="223" y="116"/>
                  </a:cubicBezTo>
                  <a:cubicBezTo>
                    <a:pt x="223" y="57"/>
                    <a:pt x="175" y="9"/>
                    <a:pt x="116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32"/>
          <p:cNvSpPr txBox="1">
            <a:spLocks noGrp="1"/>
          </p:cNvSpPr>
          <p:nvPr>
            <p:ph type="title"/>
          </p:nvPr>
        </p:nvSpPr>
        <p:spPr>
          <a:xfrm>
            <a:off x="4722775" y="2192750"/>
            <a:ext cx="37080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ISO 27002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276" name="Google Shape;1276;p32"/>
          <p:cNvSpPr txBox="1">
            <a:spLocks noGrp="1"/>
          </p:cNvSpPr>
          <p:nvPr>
            <p:ph type="title" idx="2"/>
          </p:nvPr>
        </p:nvSpPr>
        <p:spPr>
          <a:xfrm>
            <a:off x="4722775" y="1324063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pic>
        <p:nvPicPr>
          <p:cNvPr id="1277" name="Google Shape;1277;p32"/>
          <p:cNvPicPr preferRelativeResize="0">
            <a:picLocks noGrp="1"/>
          </p:cNvPicPr>
          <p:nvPr>
            <p:ph type="pic" idx="3"/>
          </p:nvPr>
        </p:nvPicPr>
        <p:blipFill>
          <a:blip r:embed="rId3"/>
          <a:srcRect l="21514" r="21514"/>
          <a:stretch/>
        </p:blipFill>
        <p:spPr>
          <a:xfrm>
            <a:off x="0" y="539500"/>
            <a:ext cx="3473700" cy="4064400"/>
          </a:xfrm>
          <a:prstGeom prst="snip2DiagRect">
            <a:avLst>
              <a:gd name="adj1" fmla="val 0"/>
              <a:gd name="adj2" fmla="val 24692"/>
            </a:avLst>
          </a:prstGeom>
        </p:spPr>
      </p:pic>
      <p:grpSp>
        <p:nvGrpSpPr>
          <p:cNvPr id="1278" name="Google Shape;1278;p32"/>
          <p:cNvGrpSpPr/>
          <p:nvPr/>
        </p:nvGrpSpPr>
        <p:grpSpPr>
          <a:xfrm>
            <a:off x="237431" y="4128937"/>
            <a:ext cx="951612" cy="950150"/>
            <a:chOff x="422275" y="2508250"/>
            <a:chExt cx="1033462" cy="1031875"/>
          </a:xfrm>
        </p:grpSpPr>
        <p:sp>
          <p:nvSpPr>
            <p:cNvPr id="1279" name="Google Shape;1279;p32"/>
            <p:cNvSpPr/>
            <p:nvPr/>
          </p:nvSpPr>
          <p:spPr>
            <a:xfrm>
              <a:off x="422275" y="3025775"/>
              <a:ext cx="84138" cy="217488"/>
            </a:xfrm>
            <a:custGeom>
              <a:avLst/>
              <a:gdLst/>
              <a:ahLst/>
              <a:cxnLst/>
              <a:rect l="l" t="t" r="r" b="b"/>
              <a:pathLst>
                <a:path w="49" h="129" extrusionOk="0">
                  <a:moveTo>
                    <a:pt x="29" y="129"/>
                  </a:moveTo>
                  <a:cubicBezTo>
                    <a:pt x="10" y="88"/>
                    <a:pt x="0" y="45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41"/>
                    <a:pt x="32" y="82"/>
                    <a:pt x="49" y="119"/>
                  </a:cubicBezTo>
                  <a:lnTo>
                    <a:pt x="29" y="12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32"/>
            <p:cNvSpPr/>
            <p:nvPr/>
          </p:nvSpPr>
          <p:spPr>
            <a:xfrm>
              <a:off x="509588" y="3287713"/>
              <a:ext cx="176213" cy="174625"/>
            </a:xfrm>
            <a:custGeom>
              <a:avLst/>
              <a:gdLst/>
              <a:ahLst/>
              <a:cxnLst/>
              <a:rect l="l" t="t" r="r" b="b"/>
              <a:pathLst>
                <a:path w="105" h="103" extrusionOk="0">
                  <a:moveTo>
                    <a:pt x="93" y="103"/>
                  </a:moveTo>
                  <a:cubicBezTo>
                    <a:pt x="56" y="80"/>
                    <a:pt x="24" y="49"/>
                    <a:pt x="0" y="1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41" y="34"/>
                    <a:pt x="71" y="63"/>
                    <a:pt x="105" y="84"/>
                  </a:cubicBezTo>
                  <a:lnTo>
                    <a:pt x="93" y="103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32"/>
            <p:cNvSpPr/>
            <p:nvPr/>
          </p:nvSpPr>
          <p:spPr>
            <a:xfrm>
              <a:off x="728663" y="3460750"/>
              <a:ext cx="96838" cy="65087"/>
            </a:xfrm>
            <a:custGeom>
              <a:avLst/>
              <a:gdLst/>
              <a:ahLst/>
              <a:cxnLst/>
              <a:rect l="l" t="t" r="r" b="b"/>
              <a:pathLst>
                <a:path w="58" h="39" extrusionOk="0">
                  <a:moveTo>
                    <a:pt x="52" y="39"/>
                  </a:moveTo>
                  <a:cubicBezTo>
                    <a:pt x="34" y="34"/>
                    <a:pt x="17" y="28"/>
                    <a:pt x="0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5" y="7"/>
                    <a:pt x="41" y="12"/>
                    <a:pt x="58" y="16"/>
                  </a:cubicBezTo>
                  <a:lnTo>
                    <a:pt x="52" y="3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32"/>
            <p:cNvSpPr/>
            <p:nvPr/>
          </p:nvSpPr>
          <p:spPr>
            <a:xfrm>
              <a:off x="874713" y="3465513"/>
              <a:ext cx="260350" cy="74612"/>
            </a:xfrm>
            <a:custGeom>
              <a:avLst/>
              <a:gdLst/>
              <a:ahLst/>
              <a:cxnLst/>
              <a:rect l="l" t="t" r="r" b="b"/>
              <a:pathLst>
                <a:path w="154" h="44" extrusionOk="0">
                  <a:moveTo>
                    <a:pt x="38" y="44"/>
                  </a:moveTo>
                  <a:cubicBezTo>
                    <a:pt x="25" y="44"/>
                    <a:pt x="13" y="44"/>
                    <a:pt x="0" y="42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15" y="21"/>
                    <a:pt x="26" y="22"/>
                    <a:pt x="38" y="22"/>
                  </a:cubicBezTo>
                  <a:cubicBezTo>
                    <a:pt x="75" y="22"/>
                    <a:pt x="111" y="14"/>
                    <a:pt x="145" y="0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17" y="37"/>
                    <a:pt x="78" y="44"/>
                    <a:pt x="38" y="4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2"/>
            <p:cNvSpPr/>
            <p:nvPr/>
          </p:nvSpPr>
          <p:spPr>
            <a:xfrm>
              <a:off x="1198563" y="3281363"/>
              <a:ext cx="174625" cy="176212"/>
            </a:xfrm>
            <a:custGeom>
              <a:avLst/>
              <a:gdLst/>
              <a:ahLst/>
              <a:cxnLst/>
              <a:rect l="l" t="t" r="r" b="b"/>
              <a:pathLst>
                <a:path w="103" h="104" extrusionOk="0">
                  <a:moveTo>
                    <a:pt x="12" y="104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33" y="63"/>
                    <a:pt x="63" y="34"/>
                    <a:pt x="84" y="0"/>
                  </a:cubicBezTo>
                  <a:cubicBezTo>
                    <a:pt x="103" y="12"/>
                    <a:pt x="103" y="12"/>
                    <a:pt x="103" y="12"/>
                  </a:cubicBezTo>
                  <a:cubicBezTo>
                    <a:pt x="80" y="49"/>
                    <a:pt x="49" y="81"/>
                    <a:pt x="12" y="10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2"/>
            <p:cNvSpPr/>
            <p:nvPr/>
          </p:nvSpPr>
          <p:spPr>
            <a:xfrm>
              <a:off x="1406525" y="2925763"/>
              <a:ext cx="49212" cy="198437"/>
            </a:xfrm>
            <a:custGeom>
              <a:avLst/>
              <a:gdLst/>
              <a:ahLst/>
              <a:cxnLst/>
              <a:rect l="l" t="t" r="r" b="b"/>
              <a:pathLst>
                <a:path w="29" h="118" extrusionOk="0">
                  <a:moveTo>
                    <a:pt x="23" y="118"/>
                  </a:moveTo>
                  <a:cubicBezTo>
                    <a:pt x="0" y="113"/>
                    <a:pt x="0" y="113"/>
                    <a:pt x="0" y="113"/>
                  </a:cubicBezTo>
                  <a:cubicBezTo>
                    <a:pt x="4" y="95"/>
                    <a:pt x="6" y="77"/>
                    <a:pt x="6" y="59"/>
                  </a:cubicBezTo>
                  <a:cubicBezTo>
                    <a:pt x="6" y="40"/>
                    <a:pt x="4" y="22"/>
                    <a:pt x="0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19"/>
                    <a:pt x="29" y="39"/>
                    <a:pt x="29" y="59"/>
                  </a:cubicBezTo>
                  <a:cubicBezTo>
                    <a:pt x="29" y="78"/>
                    <a:pt x="27" y="98"/>
                    <a:pt x="23" y="118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32"/>
            <p:cNvSpPr/>
            <p:nvPr/>
          </p:nvSpPr>
          <p:spPr>
            <a:xfrm>
              <a:off x="1219200" y="2606675"/>
              <a:ext cx="198437" cy="242888"/>
            </a:xfrm>
            <a:custGeom>
              <a:avLst/>
              <a:gdLst/>
              <a:ahLst/>
              <a:cxnLst/>
              <a:rect l="l" t="t" r="r" b="b"/>
              <a:pathLst>
                <a:path w="118" h="144" extrusionOk="0">
                  <a:moveTo>
                    <a:pt x="97" y="144"/>
                  </a:moveTo>
                  <a:cubicBezTo>
                    <a:pt x="77" y="94"/>
                    <a:pt x="44" y="51"/>
                    <a:pt x="0" y="1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1" y="35"/>
                    <a:pt x="97" y="81"/>
                    <a:pt x="118" y="135"/>
                  </a:cubicBezTo>
                  <a:lnTo>
                    <a:pt x="97" y="144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32"/>
            <p:cNvSpPr/>
            <p:nvPr/>
          </p:nvSpPr>
          <p:spPr>
            <a:xfrm>
              <a:off x="877888" y="2508250"/>
              <a:ext cx="315913" cy="101600"/>
            </a:xfrm>
            <a:custGeom>
              <a:avLst/>
              <a:gdLst/>
              <a:ahLst/>
              <a:cxnLst/>
              <a:rect l="l" t="t" r="r" b="b"/>
              <a:pathLst>
                <a:path w="187" h="60" extrusionOk="0">
                  <a:moveTo>
                    <a:pt x="176" y="60"/>
                  </a:moveTo>
                  <a:cubicBezTo>
                    <a:pt x="134" y="36"/>
                    <a:pt x="85" y="23"/>
                    <a:pt x="36" y="23"/>
                  </a:cubicBezTo>
                  <a:cubicBezTo>
                    <a:pt x="25" y="23"/>
                    <a:pt x="14" y="23"/>
                    <a:pt x="3" y="2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2" y="0"/>
                    <a:pt x="24" y="0"/>
                    <a:pt x="36" y="0"/>
                  </a:cubicBezTo>
                  <a:cubicBezTo>
                    <a:pt x="89" y="0"/>
                    <a:pt x="142" y="14"/>
                    <a:pt x="187" y="40"/>
                  </a:cubicBezTo>
                  <a:lnTo>
                    <a:pt x="176" y="60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2"/>
            <p:cNvSpPr/>
            <p:nvPr/>
          </p:nvSpPr>
          <p:spPr>
            <a:xfrm>
              <a:off x="665163" y="2522538"/>
              <a:ext cx="160337" cy="95250"/>
            </a:xfrm>
            <a:custGeom>
              <a:avLst/>
              <a:gdLst/>
              <a:ahLst/>
              <a:cxnLst/>
              <a:rect l="l" t="t" r="r" b="b"/>
              <a:pathLst>
                <a:path w="95" h="57" extrusionOk="0">
                  <a:moveTo>
                    <a:pt x="12" y="57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28" y="21"/>
                    <a:pt x="58" y="8"/>
                    <a:pt x="89" y="0"/>
                  </a:cubicBezTo>
                  <a:cubicBezTo>
                    <a:pt x="95" y="23"/>
                    <a:pt x="95" y="23"/>
                    <a:pt x="95" y="23"/>
                  </a:cubicBezTo>
                  <a:cubicBezTo>
                    <a:pt x="65" y="30"/>
                    <a:pt x="38" y="41"/>
                    <a:pt x="12" y="57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2"/>
            <p:cNvSpPr/>
            <p:nvPr/>
          </p:nvSpPr>
          <p:spPr>
            <a:xfrm>
              <a:off x="431800" y="2651125"/>
              <a:ext cx="177800" cy="284163"/>
            </a:xfrm>
            <a:custGeom>
              <a:avLst/>
              <a:gdLst/>
              <a:ahLst/>
              <a:cxnLst/>
              <a:rect l="l" t="t" r="r" b="b"/>
              <a:pathLst>
                <a:path w="106" h="169" extrusionOk="0">
                  <a:moveTo>
                    <a:pt x="23" y="169"/>
                  </a:moveTo>
                  <a:cubicBezTo>
                    <a:pt x="0" y="165"/>
                    <a:pt x="0" y="165"/>
                    <a:pt x="0" y="165"/>
                  </a:cubicBezTo>
                  <a:cubicBezTo>
                    <a:pt x="12" y="101"/>
                    <a:pt x="43" y="44"/>
                    <a:pt x="90" y="0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63" y="57"/>
                    <a:pt x="34" y="110"/>
                    <a:pt x="23" y="169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32"/>
            <p:cNvSpPr/>
            <p:nvPr/>
          </p:nvSpPr>
          <p:spPr>
            <a:xfrm>
              <a:off x="520700" y="3173413"/>
              <a:ext cx="111125" cy="152400"/>
            </a:xfrm>
            <a:custGeom>
              <a:avLst/>
              <a:gdLst/>
              <a:ahLst/>
              <a:cxnLst/>
              <a:rect l="l" t="t" r="r" b="b"/>
              <a:pathLst>
                <a:path w="66" h="90" extrusionOk="0">
                  <a:moveTo>
                    <a:pt x="52" y="90"/>
                  </a:moveTo>
                  <a:cubicBezTo>
                    <a:pt x="29" y="66"/>
                    <a:pt x="12" y="38"/>
                    <a:pt x="0" y="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28"/>
                    <a:pt x="45" y="55"/>
                    <a:pt x="66" y="77"/>
                  </a:cubicBezTo>
                  <a:lnTo>
                    <a:pt x="52" y="90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32"/>
            <p:cNvSpPr/>
            <p:nvPr/>
          </p:nvSpPr>
          <p:spPr>
            <a:xfrm>
              <a:off x="649288" y="3340100"/>
              <a:ext cx="290512" cy="131762"/>
            </a:xfrm>
            <a:custGeom>
              <a:avLst/>
              <a:gdLst/>
              <a:ahLst/>
              <a:cxnLst/>
              <a:rect l="l" t="t" r="r" b="b"/>
              <a:pathLst>
                <a:path w="172" h="78" extrusionOk="0">
                  <a:moveTo>
                    <a:pt x="172" y="78"/>
                  </a:moveTo>
                  <a:cubicBezTo>
                    <a:pt x="109" y="78"/>
                    <a:pt x="48" y="55"/>
                    <a:pt x="0" y="1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7" y="38"/>
                    <a:pt x="113" y="59"/>
                    <a:pt x="172" y="59"/>
                  </a:cubicBezTo>
                  <a:lnTo>
                    <a:pt x="172" y="7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32"/>
            <p:cNvSpPr/>
            <p:nvPr/>
          </p:nvSpPr>
          <p:spPr>
            <a:xfrm>
              <a:off x="1025525" y="3335338"/>
              <a:ext cx="207963" cy="127000"/>
            </a:xfrm>
            <a:custGeom>
              <a:avLst/>
              <a:gdLst/>
              <a:ahLst/>
              <a:cxnLst/>
              <a:rect l="l" t="t" r="r" b="b"/>
              <a:pathLst>
                <a:path w="124" h="75" extrusionOk="0">
                  <a:moveTo>
                    <a:pt x="4" y="75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41" y="48"/>
                    <a:pt x="80" y="28"/>
                    <a:pt x="112" y="0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90" y="45"/>
                    <a:pt x="49" y="66"/>
                    <a:pt x="4" y="7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32"/>
            <p:cNvSpPr/>
            <p:nvPr/>
          </p:nvSpPr>
          <p:spPr>
            <a:xfrm>
              <a:off x="1246188" y="3165475"/>
              <a:ext cx="112712" cy="160337"/>
            </a:xfrm>
            <a:custGeom>
              <a:avLst/>
              <a:gdLst/>
              <a:ahLst/>
              <a:cxnLst/>
              <a:rect l="l" t="t" r="r" b="b"/>
              <a:pathLst>
                <a:path w="67" h="95" extrusionOk="0">
                  <a:moveTo>
                    <a:pt x="14" y="9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2" y="58"/>
                    <a:pt x="38" y="30"/>
                    <a:pt x="49" y="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56" y="39"/>
                    <a:pt x="37" y="69"/>
                    <a:pt x="14" y="9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32"/>
            <p:cNvSpPr/>
            <p:nvPr/>
          </p:nvSpPr>
          <p:spPr>
            <a:xfrm>
              <a:off x="1341438" y="2919413"/>
              <a:ext cx="44450" cy="182562"/>
            </a:xfrm>
            <a:custGeom>
              <a:avLst/>
              <a:gdLst/>
              <a:ahLst/>
              <a:cxnLst/>
              <a:rect l="l" t="t" r="r" b="b"/>
              <a:pathLst>
                <a:path w="26" h="109" extrusionOk="0">
                  <a:moveTo>
                    <a:pt x="22" y="109"/>
                  </a:moveTo>
                  <a:cubicBezTo>
                    <a:pt x="3" y="106"/>
                    <a:pt x="3" y="106"/>
                    <a:pt x="3" y="106"/>
                  </a:cubicBezTo>
                  <a:cubicBezTo>
                    <a:pt x="6" y="92"/>
                    <a:pt x="7" y="77"/>
                    <a:pt x="7" y="63"/>
                  </a:cubicBezTo>
                  <a:cubicBezTo>
                    <a:pt x="7" y="43"/>
                    <a:pt x="5" y="23"/>
                    <a:pt x="0" y="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3" y="20"/>
                    <a:pt x="26" y="41"/>
                    <a:pt x="26" y="63"/>
                  </a:cubicBezTo>
                  <a:cubicBezTo>
                    <a:pt x="26" y="78"/>
                    <a:pt x="25" y="94"/>
                    <a:pt x="22" y="109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32"/>
            <p:cNvSpPr/>
            <p:nvPr/>
          </p:nvSpPr>
          <p:spPr>
            <a:xfrm>
              <a:off x="1244600" y="2720975"/>
              <a:ext cx="112712" cy="155575"/>
            </a:xfrm>
            <a:custGeom>
              <a:avLst/>
              <a:gdLst/>
              <a:ahLst/>
              <a:cxnLst/>
              <a:rect l="l" t="t" r="r" b="b"/>
              <a:pathLst>
                <a:path w="67" h="92" extrusionOk="0">
                  <a:moveTo>
                    <a:pt x="49" y="92"/>
                  </a:moveTo>
                  <a:cubicBezTo>
                    <a:pt x="38" y="63"/>
                    <a:pt x="21" y="36"/>
                    <a:pt x="0" y="1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7" y="25"/>
                    <a:pt x="55" y="54"/>
                    <a:pt x="67" y="85"/>
                  </a:cubicBezTo>
                  <a:lnTo>
                    <a:pt x="49" y="92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32"/>
            <p:cNvSpPr/>
            <p:nvPr/>
          </p:nvSpPr>
          <p:spPr>
            <a:xfrm>
              <a:off x="1030288" y="2587625"/>
              <a:ext cx="192087" cy="115887"/>
            </a:xfrm>
            <a:custGeom>
              <a:avLst/>
              <a:gdLst/>
              <a:ahLst/>
              <a:cxnLst/>
              <a:rect l="l" t="t" r="r" b="b"/>
              <a:pathLst>
                <a:path w="114" h="68" extrusionOk="0">
                  <a:moveTo>
                    <a:pt x="102" y="68"/>
                  </a:moveTo>
                  <a:cubicBezTo>
                    <a:pt x="72" y="44"/>
                    <a:pt x="37" y="27"/>
                    <a:pt x="0" y="1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4" y="9"/>
                    <a:pt x="82" y="27"/>
                    <a:pt x="114" y="53"/>
                  </a:cubicBezTo>
                  <a:lnTo>
                    <a:pt x="102" y="6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32"/>
            <p:cNvSpPr/>
            <p:nvPr/>
          </p:nvSpPr>
          <p:spPr>
            <a:xfrm>
              <a:off x="706438" y="2576513"/>
              <a:ext cx="276225" cy="92075"/>
            </a:xfrm>
            <a:custGeom>
              <a:avLst/>
              <a:gdLst/>
              <a:ahLst/>
              <a:cxnLst/>
              <a:rect l="l" t="t" r="r" b="b"/>
              <a:pathLst>
                <a:path w="164" h="55" extrusionOk="0">
                  <a:moveTo>
                    <a:pt x="10" y="55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42" y="14"/>
                    <a:pt x="89" y="0"/>
                    <a:pt x="138" y="0"/>
                  </a:cubicBezTo>
                  <a:cubicBezTo>
                    <a:pt x="146" y="0"/>
                    <a:pt x="155" y="1"/>
                    <a:pt x="164" y="2"/>
                  </a:cubicBezTo>
                  <a:cubicBezTo>
                    <a:pt x="162" y="21"/>
                    <a:pt x="162" y="21"/>
                    <a:pt x="162" y="21"/>
                  </a:cubicBezTo>
                  <a:cubicBezTo>
                    <a:pt x="154" y="20"/>
                    <a:pt x="146" y="20"/>
                    <a:pt x="138" y="20"/>
                  </a:cubicBezTo>
                  <a:cubicBezTo>
                    <a:pt x="93" y="20"/>
                    <a:pt x="49" y="32"/>
                    <a:pt x="10" y="5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32"/>
            <p:cNvSpPr/>
            <p:nvPr/>
          </p:nvSpPr>
          <p:spPr>
            <a:xfrm>
              <a:off x="523875" y="2673350"/>
              <a:ext cx="155575" cy="195263"/>
            </a:xfrm>
            <a:custGeom>
              <a:avLst/>
              <a:gdLst/>
              <a:ahLst/>
              <a:cxnLst/>
              <a:rect l="l" t="t" r="r" b="b"/>
              <a:pathLst>
                <a:path w="92" h="115" extrusionOk="0">
                  <a:moveTo>
                    <a:pt x="18" y="115"/>
                  </a:moveTo>
                  <a:cubicBezTo>
                    <a:pt x="0" y="108"/>
                    <a:pt x="0" y="108"/>
                    <a:pt x="0" y="108"/>
                  </a:cubicBezTo>
                  <a:cubicBezTo>
                    <a:pt x="17" y="66"/>
                    <a:pt x="45" y="29"/>
                    <a:pt x="81" y="0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59" y="41"/>
                    <a:pt x="34" y="76"/>
                    <a:pt x="18" y="11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32"/>
            <p:cNvSpPr/>
            <p:nvPr/>
          </p:nvSpPr>
          <p:spPr>
            <a:xfrm>
              <a:off x="492125" y="2916238"/>
              <a:ext cx="44450" cy="211138"/>
            </a:xfrm>
            <a:custGeom>
              <a:avLst/>
              <a:gdLst/>
              <a:ahLst/>
              <a:cxnLst/>
              <a:rect l="l" t="t" r="r" b="b"/>
              <a:pathLst>
                <a:path w="26" h="125" extrusionOk="0">
                  <a:moveTo>
                    <a:pt x="7" y="125"/>
                  </a:moveTo>
                  <a:cubicBezTo>
                    <a:pt x="2" y="105"/>
                    <a:pt x="0" y="84"/>
                    <a:pt x="0" y="64"/>
                  </a:cubicBezTo>
                  <a:cubicBezTo>
                    <a:pt x="0" y="42"/>
                    <a:pt x="2" y="21"/>
                    <a:pt x="7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1" y="24"/>
                    <a:pt x="19" y="44"/>
                    <a:pt x="19" y="64"/>
                  </a:cubicBezTo>
                  <a:cubicBezTo>
                    <a:pt x="19" y="83"/>
                    <a:pt x="21" y="102"/>
                    <a:pt x="25" y="121"/>
                  </a:cubicBezTo>
                  <a:lnTo>
                    <a:pt x="7" y="125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32"/>
            <p:cNvSpPr/>
            <p:nvPr/>
          </p:nvSpPr>
          <p:spPr>
            <a:xfrm>
              <a:off x="939800" y="3117850"/>
              <a:ext cx="366713" cy="287337"/>
            </a:xfrm>
            <a:custGeom>
              <a:avLst/>
              <a:gdLst/>
              <a:ahLst/>
              <a:cxnLst/>
              <a:rect l="l" t="t" r="r" b="b"/>
              <a:pathLst>
                <a:path w="218" h="170" extrusionOk="0">
                  <a:moveTo>
                    <a:pt x="0" y="170"/>
                  </a:moveTo>
                  <a:cubicBezTo>
                    <a:pt x="0" y="161"/>
                    <a:pt x="0" y="161"/>
                    <a:pt x="0" y="161"/>
                  </a:cubicBezTo>
                  <a:cubicBezTo>
                    <a:pt x="98" y="161"/>
                    <a:pt x="183" y="95"/>
                    <a:pt x="209" y="0"/>
                  </a:cubicBezTo>
                  <a:cubicBezTo>
                    <a:pt x="218" y="3"/>
                    <a:pt x="218" y="3"/>
                    <a:pt x="218" y="3"/>
                  </a:cubicBezTo>
                  <a:cubicBezTo>
                    <a:pt x="192" y="101"/>
                    <a:pt x="102" y="170"/>
                    <a:pt x="0" y="1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32"/>
            <p:cNvSpPr/>
            <p:nvPr/>
          </p:nvSpPr>
          <p:spPr>
            <a:xfrm>
              <a:off x="1298575" y="2960688"/>
              <a:ext cx="20638" cy="65088"/>
            </a:xfrm>
            <a:custGeom>
              <a:avLst/>
              <a:gdLst/>
              <a:ahLst/>
              <a:cxnLst/>
              <a:rect l="l" t="t" r="r" b="b"/>
              <a:pathLst>
                <a:path w="12" h="38" extrusionOk="0">
                  <a:moveTo>
                    <a:pt x="12" y="38"/>
                  </a:moveTo>
                  <a:cubicBezTo>
                    <a:pt x="3" y="38"/>
                    <a:pt x="3" y="38"/>
                    <a:pt x="3" y="38"/>
                  </a:cubicBezTo>
                  <a:cubicBezTo>
                    <a:pt x="3" y="26"/>
                    <a:pt x="2" y="13"/>
                    <a:pt x="0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12"/>
                    <a:pt x="12" y="25"/>
                    <a:pt x="12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32"/>
            <p:cNvSpPr/>
            <p:nvPr/>
          </p:nvSpPr>
          <p:spPr>
            <a:xfrm>
              <a:off x="1169988" y="2730500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29" y="36"/>
                  </a:moveTo>
                  <a:cubicBezTo>
                    <a:pt x="20" y="26"/>
                    <a:pt x="10" y="16"/>
                    <a:pt x="0" y="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9"/>
                    <a:pt x="27" y="19"/>
                    <a:pt x="36" y="30"/>
                  </a:cubicBezTo>
                  <a:lnTo>
                    <a:pt x="29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32"/>
            <p:cNvSpPr/>
            <p:nvPr/>
          </p:nvSpPr>
          <p:spPr>
            <a:xfrm>
              <a:off x="979488" y="2646363"/>
              <a:ext cx="173037" cy="76200"/>
            </a:xfrm>
            <a:custGeom>
              <a:avLst/>
              <a:gdLst/>
              <a:ahLst/>
              <a:cxnLst/>
              <a:rect l="l" t="t" r="r" b="b"/>
              <a:pathLst>
                <a:path w="103" h="45" extrusionOk="0">
                  <a:moveTo>
                    <a:pt x="97" y="45"/>
                  </a:moveTo>
                  <a:cubicBezTo>
                    <a:pt x="69" y="25"/>
                    <a:pt x="35" y="13"/>
                    <a:pt x="0" y="9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8" y="4"/>
                    <a:pt x="73" y="17"/>
                    <a:pt x="103" y="37"/>
                  </a:cubicBezTo>
                  <a:lnTo>
                    <a:pt x="97" y="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32"/>
            <p:cNvSpPr/>
            <p:nvPr/>
          </p:nvSpPr>
          <p:spPr>
            <a:xfrm>
              <a:off x="860425" y="2643188"/>
              <a:ext cx="79375" cy="23812"/>
            </a:xfrm>
            <a:custGeom>
              <a:avLst/>
              <a:gdLst/>
              <a:ahLst/>
              <a:cxnLst/>
              <a:rect l="l" t="t" r="r" b="b"/>
              <a:pathLst>
                <a:path w="47" h="14" extrusionOk="0">
                  <a:moveTo>
                    <a:pt x="2" y="14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5" y="2"/>
                    <a:pt x="31" y="0"/>
                    <a:pt x="47" y="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32" y="10"/>
                    <a:pt x="16" y="11"/>
                    <a:pt x="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32"/>
            <p:cNvSpPr/>
            <p:nvPr/>
          </p:nvSpPr>
          <p:spPr>
            <a:xfrm>
              <a:off x="576263" y="2673350"/>
              <a:ext cx="219075" cy="239712"/>
            </a:xfrm>
            <a:custGeom>
              <a:avLst/>
              <a:gdLst/>
              <a:ahLst/>
              <a:cxnLst/>
              <a:rect l="l" t="t" r="r" b="b"/>
              <a:pathLst>
                <a:path w="130" h="142" extrusionOk="0">
                  <a:moveTo>
                    <a:pt x="9" y="142"/>
                  </a:moveTo>
                  <a:cubicBezTo>
                    <a:pt x="0" y="139"/>
                    <a:pt x="0" y="139"/>
                    <a:pt x="0" y="139"/>
                  </a:cubicBezTo>
                  <a:cubicBezTo>
                    <a:pt x="20" y="77"/>
                    <a:pt x="66" y="26"/>
                    <a:pt x="126" y="0"/>
                  </a:cubicBezTo>
                  <a:cubicBezTo>
                    <a:pt x="130" y="9"/>
                    <a:pt x="130" y="9"/>
                    <a:pt x="130" y="9"/>
                  </a:cubicBezTo>
                  <a:cubicBezTo>
                    <a:pt x="72" y="34"/>
                    <a:pt x="28" y="82"/>
                    <a:pt x="9" y="1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32"/>
            <p:cNvSpPr/>
            <p:nvPr/>
          </p:nvSpPr>
          <p:spPr>
            <a:xfrm>
              <a:off x="557213" y="2947988"/>
              <a:ext cx="23812" cy="77787"/>
            </a:xfrm>
            <a:custGeom>
              <a:avLst/>
              <a:gdLst/>
              <a:ahLst/>
              <a:cxnLst/>
              <a:rect l="l" t="t" r="r" b="b"/>
              <a:pathLst>
                <a:path w="14" h="46" extrusionOk="0">
                  <a:moveTo>
                    <a:pt x="10" y="46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30"/>
                    <a:pt x="2" y="15"/>
                    <a:pt x="5" y="0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1" y="16"/>
                    <a:pt x="10" y="31"/>
                    <a:pt x="10" y="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32"/>
            <p:cNvSpPr/>
            <p:nvPr/>
          </p:nvSpPr>
          <p:spPr>
            <a:xfrm>
              <a:off x="576263" y="3135313"/>
              <a:ext cx="155575" cy="201613"/>
            </a:xfrm>
            <a:custGeom>
              <a:avLst/>
              <a:gdLst/>
              <a:ahLst/>
              <a:cxnLst/>
              <a:rect l="l" t="t" r="r" b="b"/>
              <a:pathLst>
                <a:path w="92" h="120" extrusionOk="0">
                  <a:moveTo>
                    <a:pt x="87" y="120"/>
                  </a:moveTo>
                  <a:cubicBezTo>
                    <a:pt x="46" y="92"/>
                    <a:pt x="15" y="50"/>
                    <a:pt x="0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3" y="46"/>
                    <a:pt x="53" y="85"/>
                    <a:pt x="92" y="112"/>
                  </a:cubicBezTo>
                  <a:lnTo>
                    <a:pt x="87" y="1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32"/>
            <p:cNvSpPr/>
            <p:nvPr/>
          </p:nvSpPr>
          <p:spPr>
            <a:xfrm>
              <a:off x="777875" y="3354388"/>
              <a:ext cx="53975" cy="33338"/>
            </a:xfrm>
            <a:custGeom>
              <a:avLst/>
              <a:gdLst/>
              <a:ahLst/>
              <a:cxnLst/>
              <a:rect l="l" t="t" r="r" b="b"/>
              <a:pathLst>
                <a:path w="32" h="20" extrusionOk="0">
                  <a:moveTo>
                    <a:pt x="29" y="20"/>
                  </a:moveTo>
                  <a:cubicBezTo>
                    <a:pt x="19" y="17"/>
                    <a:pt x="9" y="13"/>
                    <a:pt x="0" y="9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3" y="4"/>
                    <a:pt x="22" y="8"/>
                    <a:pt x="32" y="11"/>
                  </a:cubicBezTo>
                  <a:lnTo>
                    <a:pt x="29" y="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8" name="Google Shape;1308;p32"/>
          <p:cNvGrpSpPr/>
          <p:nvPr/>
        </p:nvGrpSpPr>
        <p:grpSpPr>
          <a:xfrm>
            <a:off x="-11475" y="-184363"/>
            <a:ext cx="1449389" cy="1447800"/>
            <a:chOff x="5502275" y="4098925"/>
            <a:chExt cx="1449389" cy="1447800"/>
          </a:xfrm>
        </p:grpSpPr>
        <p:sp>
          <p:nvSpPr>
            <p:cNvPr id="1309" name="Google Shape;1309;p32"/>
            <p:cNvSpPr/>
            <p:nvPr/>
          </p:nvSpPr>
          <p:spPr>
            <a:xfrm>
              <a:off x="5502275" y="4098925"/>
              <a:ext cx="1449389" cy="1447800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30" y="858"/>
                  </a:moveTo>
                  <a:cubicBezTo>
                    <a:pt x="193" y="858"/>
                    <a:pt x="0" y="665"/>
                    <a:pt x="0" y="429"/>
                  </a:cubicBezTo>
                  <a:cubicBezTo>
                    <a:pt x="0" y="192"/>
                    <a:pt x="193" y="0"/>
                    <a:pt x="430" y="0"/>
                  </a:cubicBezTo>
                  <a:cubicBezTo>
                    <a:pt x="666" y="0"/>
                    <a:pt x="859" y="192"/>
                    <a:pt x="859" y="429"/>
                  </a:cubicBezTo>
                  <a:cubicBezTo>
                    <a:pt x="859" y="665"/>
                    <a:pt x="666" y="858"/>
                    <a:pt x="430" y="858"/>
                  </a:cubicBezTo>
                  <a:close/>
                  <a:moveTo>
                    <a:pt x="430" y="10"/>
                  </a:moveTo>
                  <a:cubicBezTo>
                    <a:pt x="199" y="10"/>
                    <a:pt x="11" y="198"/>
                    <a:pt x="11" y="429"/>
                  </a:cubicBezTo>
                  <a:cubicBezTo>
                    <a:pt x="11" y="659"/>
                    <a:pt x="199" y="847"/>
                    <a:pt x="430" y="847"/>
                  </a:cubicBezTo>
                  <a:cubicBezTo>
                    <a:pt x="660" y="847"/>
                    <a:pt x="848" y="659"/>
                    <a:pt x="848" y="429"/>
                  </a:cubicBezTo>
                  <a:cubicBezTo>
                    <a:pt x="848" y="198"/>
                    <a:pt x="660" y="10"/>
                    <a:pt x="430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32"/>
            <p:cNvSpPr/>
            <p:nvPr/>
          </p:nvSpPr>
          <p:spPr>
            <a:xfrm>
              <a:off x="5548313" y="4143375"/>
              <a:ext cx="1357313" cy="1358900"/>
            </a:xfrm>
            <a:custGeom>
              <a:avLst/>
              <a:gdLst/>
              <a:ahLst/>
              <a:cxnLst/>
              <a:rect l="l" t="t" r="r" b="b"/>
              <a:pathLst>
                <a:path w="805" h="805" extrusionOk="0">
                  <a:moveTo>
                    <a:pt x="403" y="805"/>
                  </a:moveTo>
                  <a:cubicBezTo>
                    <a:pt x="180" y="805"/>
                    <a:pt x="0" y="625"/>
                    <a:pt x="0" y="403"/>
                  </a:cubicBezTo>
                  <a:cubicBezTo>
                    <a:pt x="0" y="181"/>
                    <a:pt x="180" y="0"/>
                    <a:pt x="403" y="0"/>
                  </a:cubicBezTo>
                  <a:cubicBezTo>
                    <a:pt x="625" y="0"/>
                    <a:pt x="805" y="181"/>
                    <a:pt x="805" y="403"/>
                  </a:cubicBezTo>
                  <a:cubicBezTo>
                    <a:pt x="805" y="625"/>
                    <a:pt x="625" y="805"/>
                    <a:pt x="403" y="805"/>
                  </a:cubicBezTo>
                  <a:close/>
                  <a:moveTo>
                    <a:pt x="403" y="7"/>
                  </a:moveTo>
                  <a:cubicBezTo>
                    <a:pt x="184" y="7"/>
                    <a:pt x="7" y="185"/>
                    <a:pt x="7" y="403"/>
                  </a:cubicBezTo>
                  <a:cubicBezTo>
                    <a:pt x="7" y="621"/>
                    <a:pt x="184" y="798"/>
                    <a:pt x="403" y="798"/>
                  </a:cubicBezTo>
                  <a:cubicBezTo>
                    <a:pt x="621" y="798"/>
                    <a:pt x="798" y="621"/>
                    <a:pt x="798" y="403"/>
                  </a:cubicBezTo>
                  <a:cubicBezTo>
                    <a:pt x="798" y="185"/>
                    <a:pt x="621" y="7"/>
                    <a:pt x="403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32"/>
            <p:cNvSpPr/>
            <p:nvPr/>
          </p:nvSpPr>
          <p:spPr>
            <a:xfrm>
              <a:off x="5595938" y="4192588"/>
              <a:ext cx="1262063" cy="1262063"/>
            </a:xfrm>
            <a:custGeom>
              <a:avLst/>
              <a:gdLst/>
              <a:ahLst/>
              <a:cxnLst/>
              <a:rect l="l" t="t" r="r" b="b"/>
              <a:pathLst>
                <a:path w="749" h="748" extrusionOk="0">
                  <a:moveTo>
                    <a:pt x="375" y="748"/>
                  </a:moveTo>
                  <a:cubicBezTo>
                    <a:pt x="375" y="748"/>
                    <a:pt x="375" y="748"/>
                    <a:pt x="375" y="748"/>
                  </a:cubicBezTo>
                  <a:cubicBezTo>
                    <a:pt x="372" y="748"/>
                    <a:pt x="369" y="748"/>
                    <a:pt x="366" y="748"/>
                  </a:cubicBezTo>
                  <a:cubicBezTo>
                    <a:pt x="367" y="689"/>
                    <a:pt x="367" y="689"/>
                    <a:pt x="367" y="689"/>
                  </a:cubicBezTo>
                  <a:cubicBezTo>
                    <a:pt x="370" y="689"/>
                    <a:pt x="372" y="689"/>
                    <a:pt x="375" y="689"/>
                  </a:cubicBezTo>
                  <a:lnTo>
                    <a:pt x="375" y="748"/>
                  </a:lnTo>
                  <a:close/>
                  <a:moveTo>
                    <a:pt x="382" y="748"/>
                  </a:moveTo>
                  <a:cubicBezTo>
                    <a:pt x="381" y="689"/>
                    <a:pt x="381" y="689"/>
                    <a:pt x="381" y="689"/>
                  </a:cubicBezTo>
                  <a:cubicBezTo>
                    <a:pt x="383" y="689"/>
                    <a:pt x="386" y="689"/>
                    <a:pt x="388" y="689"/>
                  </a:cubicBezTo>
                  <a:cubicBezTo>
                    <a:pt x="390" y="747"/>
                    <a:pt x="390" y="747"/>
                    <a:pt x="390" y="747"/>
                  </a:cubicBezTo>
                  <a:cubicBezTo>
                    <a:pt x="388" y="747"/>
                    <a:pt x="385" y="748"/>
                    <a:pt x="382" y="748"/>
                  </a:cubicBezTo>
                  <a:close/>
                  <a:moveTo>
                    <a:pt x="359" y="747"/>
                  </a:moveTo>
                  <a:cubicBezTo>
                    <a:pt x="356" y="747"/>
                    <a:pt x="353" y="747"/>
                    <a:pt x="350" y="747"/>
                  </a:cubicBezTo>
                  <a:cubicBezTo>
                    <a:pt x="354" y="689"/>
                    <a:pt x="354" y="689"/>
                    <a:pt x="354" y="689"/>
                  </a:cubicBezTo>
                  <a:cubicBezTo>
                    <a:pt x="356" y="689"/>
                    <a:pt x="359" y="689"/>
                    <a:pt x="361" y="689"/>
                  </a:cubicBezTo>
                  <a:lnTo>
                    <a:pt x="359" y="747"/>
                  </a:lnTo>
                  <a:close/>
                  <a:moveTo>
                    <a:pt x="398" y="747"/>
                  </a:moveTo>
                  <a:cubicBezTo>
                    <a:pt x="394" y="689"/>
                    <a:pt x="394" y="689"/>
                    <a:pt x="394" y="689"/>
                  </a:cubicBezTo>
                  <a:cubicBezTo>
                    <a:pt x="397" y="688"/>
                    <a:pt x="399" y="688"/>
                    <a:pt x="401" y="688"/>
                  </a:cubicBezTo>
                  <a:cubicBezTo>
                    <a:pt x="406" y="746"/>
                    <a:pt x="406" y="746"/>
                    <a:pt x="406" y="746"/>
                  </a:cubicBezTo>
                  <a:cubicBezTo>
                    <a:pt x="403" y="747"/>
                    <a:pt x="401" y="747"/>
                    <a:pt x="398" y="747"/>
                  </a:cubicBezTo>
                  <a:close/>
                  <a:moveTo>
                    <a:pt x="343" y="746"/>
                  </a:moveTo>
                  <a:cubicBezTo>
                    <a:pt x="340" y="746"/>
                    <a:pt x="337" y="746"/>
                    <a:pt x="334" y="746"/>
                  </a:cubicBezTo>
                  <a:cubicBezTo>
                    <a:pt x="341" y="687"/>
                    <a:pt x="341" y="687"/>
                    <a:pt x="341" y="687"/>
                  </a:cubicBezTo>
                  <a:cubicBezTo>
                    <a:pt x="343" y="688"/>
                    <a:pt x="345" y="688"/>
                    <a:pt x="348" y="688"/>
                  </a:cubicBezTo>
                  <a:lnTo>
                    <a:pt x="343" y="746"/>
                  </a:lnTo>
                  <a:close/>
                  <a:moveTo>
                    <a:pt x="414" y="746"/>
                  </a:moveTo>
                  <a:cubicBezTo>
                    <a:pt x="407" y="688"/>
                    <a:pt x="407" y="688"/>
                    <a:pt x="407" y="688"/>
                  </a:cubicBezTo>
                  <a:cubicBezTo>
                    <a:pt x="410" y="687"/>
                    <a:pt x="412" y="687"/>
                    <a:pt x="415" y="687"/>
                  </a:cubicBezTo>
                  <a:cubicBezTo>
                    <a:pt x="422" y="745"/>
                    <a:pt x="422" y="745"/>
                    <a:pt x="422" y="745"/>
                  </a:cubicBezTo>
                  <a:cubicBezTo>
                    <a:pt x="419" y="745"/>
                    <a:pt x="416" y="745"/>
                    <a:pt x="414" y="746"/>
                  </a:cubicBezTo>
                  <a:close/>
                  <a:moveTo>
                    <a:pt x="327" y="745"/>
                  </a:moveTo>
                  <a:cubicBezTo>
                    <a:pt x="324" y="744"/>
                    <a:pt x="321" y="744"/>
                    <a:pt x="319" y="744"/>
                  </a:cubicBezTo>
                  <a:cubicBezTo>
                    <a:pt x="327" y="686"/>
                    <a:pt x="327" y="686"/>
                    <a:pt x="327" y="686"/>
                  </a:cubicBezTo>
                  <a:cubicBezTo>
                    <a:pt x="330" y="686"/>
                    <a:pt x="332" y="686"/>
                    <a:pt x="334" y="687"/>
                  </a:cubicBezTo>
                  <a:lnTo>
                    <a:pt x="327" y="745"/>
                  </a:lnTo>
                  <a:close/>
                  <a:moveTo>
                    <a:pt x="429" y="744"/>
                  </a:moveTo>
                  <a:cubicBezTo>
                    <a:pt x="421" y="686"/>
                    <a:pt x="421" y="686"/>
                    <a:pt x="421" y="686"/>
                  </a:cubicBezTo>
                  <a:cubicBezTo>
                    <a:pt x="423" y="686"/>
                    <a:pt x="426" y="685"/>
                    <a:pt x="428" y="685"/>
                  </a:cubicBezTo>
                  <a:cubicBezTo>
                    <a:pt x="438" y="742"/>
                    <a:pt x="438" y="742"/>
                    <a:pt x="438" y="742"/>
                  </a:cubicBezTo>
                  <a:cubicBezTo>
                    <a:pt x="435" y="743"/>
                    <a:pt x="432" y="743"/>
                    <a:pt x="429" y="744"/>
                  </a:cubicBezTo>
                  <a:close/>
                  <a:moveTo>
                    <a:pt x="311" y="742"/>
                  </a:moveTo>
                  <a:cubicBezTo>
                    <a:pt x="309" y="742"/>
                    <a:pt x="306" y="741"/>
                    <a:pt x="303" y="741"/>
                  </a:cubicBezTo>
                  <a:cubicBezTo>
                    <a:pt x="314" y="683"/>
                    <a:pt x="314" y="683"/>
                    <a:pt x="314" y="683"/>
                  </a:cubicBezTo>
                  <a:cubicBezTo>
                    <a:pt x="316" y="684"/>
                    <a:pt x="319" y="684"/>
                    <a:pt x="321" y="685"/>
                  </a:cubicBezTo>
                  <a:lnTo>
                    <a:pt x="311" y="742"/>
                  </a:lnTo>
                  <a:close/>
                  <a:moveTo>
                    <a:pt x="445" y="741"/>
                  </a:moveTo>
                  <a:cubicBezTo>
                    <a:pt x="434" y="684"/>
                    <a:pt x="434" y="684"/>
                    <a:pt x="434" y="684"/>
                  </a:cubicBezTo>
                  <a:cubicBezTo>
                    <a:pt x="436" y="683"/>
                    <a:pt x="439" y="683"/>
                    <a:pt x="441" y="682"/>
                  </a:cubicBezTo>
                  <a:cubicBezTo>
                    <a:pt x="453" y="739"/>
                    <a:pt x="453" y="739"/>
                    <a:pt x="453" y="739"/>
                  </a:cubicBezTo>
                  <a:cubicBezTo>
                    <a:pt x="451" y="740"/>
                    <a:pt x="448" y="741"/>
                    <a:pt x="445" y="741"/>
                  </a:cubicBezTo>
                  <a:close/>
                  <a:moveTo>
                    <a:pt x="296" y="739"/>
                  </a:moveTo>
                  <a:cubicBezTo>
                    <a:pt x="293" y="739"/>
                    <a:pt x="290" y="738"/>
                    <a:pt x="287" y="737"/>
                  </a:cubicBezTo>
                  <a:cubicBezTo>
                    <a:pt x="301" y="681"/>
                    <a:pt x="301" y="681"/>
                    <a:pt x="301" y="681"/>
                  </a:cubicBezTo>
                  <a:cubicBezTo>
                    <a:pt x="303" y="681"/>
                    <a:pt x="306" y="682"/>
                    <a:pt x="308" y="682"/>
                  </a:cubicBezTo>
                  <a:lnTo>
                    <a:pt x="296" y="739"/>
                  </a:lnTo>
                  <a:close/>
                  <a:moveTo>
                    <a:pt x="460" y="738"/>
                  </a:moveTo>
                  <a:cubicBezTo>
                    <a:pt x="447" y="681"/>
                    <a:pt x="447" y="681"/>
                    <a:pt x="447" y="681"/>
                  </a:cubicBezTo>
                  <a:cubicBezTo>
                    <a:pt x="449" y="680"/>
                    <a:pt x="452" y="680"/>
                    <a:pt x="454" y="679"/>
                  </a:cubicBezTo>
                  <a:cubicBezTo>
                    <a:pt x="469" y="736"/>
                    <a:pt x="469" y="736"/>
                    <a:pt x="469" y="736"/>
                  </a:cubicBezTo>
                  <a:cubicBezTo>
                    <a:pt x="466" y="736"/>
                    <a:pt x="463" y="737"/>
                    <a:pt x="460" y="738"/>
                  </a:cubicBezTo>
                  <a:close/>
                  <a:moveTo>
                    <a:pt x="280" y="736"/>
                  </a:moveTo>
                  <a:cubicBezTo>
                    <a:pt x="278" y="735"/>
                    <a:pt x="275" y="734"/>
                    <a:pt x="272" y="733"/>
                  </a:cubicBezTo>
                  <a:cubicBezTo>
                    <a:pt x="288" y="677"/>
                    <a:pt x="288" y="677"/>
                    <a:pt x="288" y="677"/>
                  </a:cubicBezTo>
                  <a:cubicBezTo>
                    <a:pt x="290" y="678"/>
                    <a:pt x="293" y="679"/>
                    <a:pt x="295" y="679"/>
                  </a:cubicBezTo>
                  <a:lnTo>
                    <a:pt x="280" y="736"/>
                  </a:lnTo>
                  <a:close/>
                  <a:moveTo>
                    <a:pt x="476" y="734"/>
                  </a:moveTo>
                  <a:cubicBezTo>
                    <a:pt x="460" y="678"/>
                    <a:pt x="460" y="678"/>
                    <a:pt x="460" y="678"/>
                  </a:cubicBezTo>
                  <a:cubicBezTo>
                    <a:pt x="462" y="677"/>
                    <a:pt x="465" y="676"/>
                    <a:pt x="467" y="675"/>
                  </a:cubicBezTo>
                  <a:cubicBezTo>
                    <a:pt x="484" y="731"/>
                    <a:pt x="484" y="731"/>
                    <a:pt x="484" y="731"/>
                  </a:cubicBezTo>
                  <a:cubicBezTo>
                    <a:pt x="481" y="732"/>
                    <a:pt x="479" y="733"/>
                    <a:pt x="476" y="734"/>
                  </a:cubicBezTo>
                  <a:close/>
                  <a:moveTo>
                    <a:pt x="265" y="731"/>
                  </a:moveTo>
                  <a:cubicBezTo>
                    <a:pt x="262" y="731"/>
                    <a:pt x="260" y="730"/>
                    <a:pt x="257" y="729"/>
                  </a:cubicBezTo>
                  <a:cubicBezTo>
                    <a:pt x="275" y="673"/>
                    <a:pt x="275" y="673"/>
                    <a:pt x="275" y="673"/>
                  </a:cubicBezTo>
                  <a:cubicBezTo>
                    <a:pt x="278" y="674"/>
                    <a:pt x="280" y="675"/>
                    <a:pt x="282" y="676"/>
                  </a:cubicBezTo>
                  <a:lnTo>
                    <a:pt x="265" y="731"/>
                  </a:lnTo>
                  <a:close/>
                  <a:moveTo>
                    <a:pt x="491" y="729"/>
                  </a:moveTo>
                  <a:cubicBezTo>
                    <a:pt x="473" y="674"/>
                    <a:pt x="473" y="674"/>
                    <a:pt x="473" y="674"/>
                  </a:cubicBezTo>
                  <a:cubicBezTo>
                    <a:pt x="475" y="673"/>
                    <a:pt x="477" y="672"/>
                    <a:pt x="480" y="671"/>
                  </a:cubicBezTo>
                  <a:cubicBezTo>
                    <a:pt x="499" y="726"/>
                    <a:pt x="499" y="726"/>
                    <a:pt x="499" y="726"/>
                  </a:cubicBezTo>
                  <a:cubicBezTo>
                    <a:pt x="496" y="727"/>
                    <a:pt x="494" y="728"/>
                    <a:pt x="491" y="729"/>
                  </a:cubicBezTo>
                  <a:close/>
                  <a:moveTo>
                    <a:pt x="250" y="726"/>
                  </a:moveTo>
                  <a:cubicBezTo>
                    <a:pt x="247" y="725"/>
                    <a:pt x="244" y="724"/>
                    <a:pt x="242" y="723"/>
                  </a:cubicBezTo>
                  <a:cubicBezTo>
                    <a:pt x="263" y="669"/>
                    <a:pt x="263" y="669"/>
                    <a:pt x="263" y="669"/>
                  </a:cubicBezTo>
                  <a:cubicBezTo>
                    <a:pt x="265" y="670"/>
                    <a:pt x="267" y="671"/>
                    <a:pt x="269" y="671"/>
                  </a:cubicBezTo>
                  <a:lnTo>
                    <a:pt x="250" y="726"/>
                  </a:lnTo>
                  <a:close/>
                  <a:moveTo>
                    <a:pt x="506" y="724"/>
                  </a:moveTo>
                  <a:cubicBezTo>
                    <a:pt x="485" y="669"/>
                    <a:pt x="485" y="669"/>
                    <a:pt x="485" y="669"/>
                  </a:cubicBezTo>
                  <a:cubicBezTo>
                    <a:pt x="488" y="668"/>
                    <a:pt x="490" y="667"/>
                    <a:pt x="492" y="667"/>
                  </a:cubicBezTo>
                  <a:cubicBezTo>
                    <a:pt x="514" y="721"/>
                    <a:pt x="514" y="721"/>
                    <a:pt x="514" y="721"/>
                  </a:cubicBezTo>
                  <a:cubicBezTo>
                    <a:pt x="511" y="722"/>
                    <a:pt x="509" y="723"/>
                    <a:pt x="506" y="724"/>
                  </a:cubicBezTo>
                  <a:close/>
                  <a:moveTo>
                    <a:pt x="235" y="721"/>
                  </a:moveTo>
                  <a:cubicBezTo>
                    <a:pt x="232" y="720"/>
                    <a:pt x="230" y="719"/>
                    <a:pt x="227" y="718"/>
                  </a:cubicBezTo>
                  <a:cubicBezTo>
                    <a:pt x="250" y="664"/>
                    <a:pt x="250" y="664"/>
                    <a:pt x="250" y="664"/>
                  </a:cubicBezTo>
                  <a:cubicBezTo>
                    <a:pt x="252" y="665"/>
                    <a:pt x="255" y="666"/>
                    <a:pt x="257" y="667"/>
                  </a:cubicBezTo>
                  <a:lnTo>
                    <a:pt x="235" y="721"/>
                  </a:lnTo>
                  <a:close/>
                  <a:moveTo>
                    <a:pt x="521" y="718"/>
                  </a:moveTo>
                  <a:cubicBezTo>
                    <a:pt x="498" y="664"/>
                    <a:pt x="498" y="664"/>
                    <a:pt x="498" y="664"/>
                  </a:cubicBezTo>
                  <a:cubicBezTo>
                    <a:pt x="500" y="663"/>
                    <a:pt x="502" y="662"/>
                    <a:pt x="504" y="661"/>
                  </a:cubicBezTo>
                  <a:cubicBezTo>
                    <a:pt x="529" y="715"/>
                    <a:pt x="529" y="715"/>
                    <a:pt x="529" y="715"/>
                  </a:cubicBezTo>
                  <a:cubicBezTo>
                    <a:pt x="526" y="716"/>
                    <a:pt x="523" y="717"/>
                    <a:pt x="521" y="718"/>
                  </a:cubicBezTo>
                  <a:close/>
                  <a:moveTo>
                    <a:pt x="220" y="715"/>
                  </a:moveTo>
                  <a:cubicBezTo>
                    <a:pt x="218" y="713"/>
                    <a:pt x="215" y="712"/>
                    <a:pt x="213" y="711"/>
                  </a:cubicBezTo>
                  <a:cubicBezTo>
                    <a:pt x="238" y="658"/>
                    <a:pt x="238" y="658"/>
                    <a:pt x="238" y="658"/>
                  </a:cubicBezTo>
                  <a:cubicBezTo>
                    <a:pt x="240" y="659"/>
                    <a:pt x="242" y="660"/>
                    <a:pt x="245" y="661"/>
                  </a:cubicBezTo>
                  <a:lnTo>
                    <a:pt x="220" y="715"/>
                  </a:lnTo>
                  <a:close/>
                  <a:moveTo>
                    <a:pt x="535" y="712"/>
                  </a:moveTo>
                  <a:cubicBezTo>
                    <a:pt x="510" y="659"/>
                    <a:pt x="510" y="659"/>
                    <a:pt x="510" y="659"/>
                  </a:cubicBezTo>
                  <a:cubicBezTo>
                    <a:pt x="512" y="658"/>
                    <a:pt x="514" y="657"/>
                    <a:pt x="517" y="656"/>
                  </a:cubicBezTo>
                  <a:cubicBezTo>
                    <a:pt x="543" y="708"/>
                    <a:pt x="543" y="708"/>
                    <a:pt x="543" y="708"/>
                  </a:cubicBezTo>
                  <a:cubicBezTo>
                    <a:pt x="540" y="709"/>
                    <a:pt x="538" y="710"/>
                    <a:pt x="535" y="712"/>
                  </a:cubicBezTo>
                  <a:close/>
                  <a:moveTo>
                    <a:pt x="206" y="708"/>
                  </a:moveTo>
                  <a:cubicBezTo>
                    <a:pt x="203" y="706"/>
                    <a:pt x="201" y="705"/>
                    <a:pt x="198" y="704"/>
                  </a:cubicBezTo>
                  <a:cubicBezTo>
                    <a:pt x="226" y="652"/>
                    <a:pt x="226" y="652"/>
                    <a:pt x="226" y="652"/>
                  </a:cubicBezTo>
                  <a:cubicBezTo>
                    <a:pt x="228" y="653"/>
                    <a:pt x="230" y="654"/>
                    <a:pt x="232" y="656"/>
                  </a:cubicBezTo>
                  <a:lnTo>
                    <a:pt x="206" y="708"/>
                  </a:lnTo>
                  <a:close/>
                  <a:moveTo>
                    <a:pt x="549" y="704"/>
                  </a:moveTo>
                  <a:cubicBezTo>
                    <a:pt x="522" y="653"/>
                    <a:pt x="522" y="653"/>
                    <a:pt x="522" y="653"/>
                  </a:cubicBezTo>
                  <a:cubicBezTo>
                    <a:pt x="524" y="652"/>
                    <a:pt x="526" y="650"/>
                    <a:pt x="528" y="649"/>
                  </a:cubicBezTo>
                  <a:cubicBezTo>
                    <a:pt x="557" y="700"/>
                    <a:pt x="557" y="700"/>
                    <a:pt x="557" y="700"/>
                  </a:cubicBezTo>
                  <a:cubicBezTo>
                    <a:pt x="554" y="702"/>
                    <a:pt x="552" y="703"/>
                    <a:pt x="549" y="704"/>
                  </a:cubicBezTo>
                  <a:close/>
                  <a:moveTo>
                    <a:pt x="192" y="700"/>
                  </a:moveTo>
                  <a:cubicBezTo>
                    <a:pt x="189" y="699"/>
                    <a:pt x="187" y="697"/>
                    <a:pt x="184" y="696"/>
                  </a:cubicBezTo>
                  <a:cubicBezTo>
                    <a:pt x="214" y="646"/>
                    <a:pt x="214" y="646"/>
                    <a:pt x="214" y="646"/>
                  </a:cubicBezTo>
                  <a:cubicBezTo>
                    <a:pt x="216" y="647"/>
                    <a:pt x="218" y="648"/>
                    <a:pt x="221" y="649"/>
                  </a:cubicBezTo>
                  <a:lnTo>
                    <a:pt x="192" y="700"/>
                  </a:lnTo>
                  <a:close/>
                  <a:moveTo>
                    <a:pt x="563" y="697"/>
                  </a:moveTo>
                  <a:cubicBezTo>
                    <a:pt x="534" y="646"/>
                    <a:pt x="534" y="646"/>
                    <a:pt x="534" y="646"/>
                  </a:cubicBezTo>
                  <a:cubicBezTo>
                    <a:pt x="536" y="645"/>
                    <a:pt x="538" y="644"/>
                    <a:pt x="540" y="642"/>
                  </a:cubicBezTo>
                  <a:cubicBezTo>
                    <a:pt x="571" y="692"/>
                    <a:pt x="571" y="692"/>
                    <a:pt x="571" y="692"/>
                  </a:cubicBezTo>
                  <a:cubicBezTo>
                    <a:pt x="568" y="694"/>
                    <a:pt x="566" y="695"/>
                    <a:pt x="563" y="697"/>
                  </a:cubicBezTo>
                  <a:close/>
                  <a:moveTo>
                    <a:pt x="178" y="692"/>
                  </a:moveTo>
                  <a:cubicBezTo>
                    <a:pt x="176" y="691"/>
                    <a:pt x="173" y="689"/>
                    <a:pt x="171" y="688"/>
                  </a:cubicBezTo>
                  <a:cubicBezTo>
                    <a:pt x="203" y="638"/>
                    <a:pt x="203" y="638"/>
                    <a:pt x="203" y="638"/>
                  </a:cubicBezTo>
                  <a:cubicBezTo>
                    <a:pt x="205" y="640"/>
                    <a:pt x="207" y="641"/>
                    <a:pt x="209" y="642"/>
                  </a:cubicBezTo>
                  <a:lnTo>
                    <a:pt x="178" y="692"/>
                  </a:lnTo>
                  <a:close/>
                  <a:moveTo>
                    <a:pt x="577" y="688"/>
                  </a:moveTo>
                  <a:cubicBezTo>
                    <a:pt x="545" y="639"/>
                    <a:pt x="545" y="639"/>
                    <a:pt x="545" y="639"/>
                  </a:cubicBezTo>
                  <a:cubicBezTo>
                    <a:pt x="547" y="638"/>
                    <a:pt x="549" y="637"/>
                    <a:pt x="551" y="635"/>
                  </a:cubicBezTo>
                  <a:cubicBezTo>
                    <a:pt x="584" y="684"/>
                    <a:pt x="584" y="684"/>
                    <a:pt x="584" y="684"/>
                  </a:cubicBezTo>
                  <a:cubicBezTo>
                    <a:pt x="581" y="685"/>
                    <a:pt x="579" y="687"/>
                    <a:pt x="577" y="688"/>
                  </a:cubicBezTo>
                  <a:close/>
                  <a:moveTo>
                    <a:pt x="165" y="684"/>
                  </a:moveTo>
                  <a:cubicBezTo>
                    <a:pt x="163" y="682"/>
                    <a:pt x="160" y="680"/>
                    <a:pt x="158" y="679"/>
                  </a:cubicBezTo>
                  <a:cubicBezTo>
                    <a:pt x="192" y="631"/>
                    <a:pt x="192" y="631"/>
                    <a:pt x="192" y="631"/>
                  </a:cubicBezTo>
                  <a:cubicBezTo>
                    <a:pt x="194" y="632"/>
                    <a:pt x="196" y="634"/>
                    <a:pt x="198" y="635"/>
                  </a:cubicBezTo>
                  <a:lnTo>
                    <a:pt x="165" y="684"/>
                  </a:lnTo>
                  <a:close/>
                  <a:moveTo>
                    <a:pt x="590" y="680"/>
                  </a:moveTo>
                  <a:cubicBezTo>
                    <a:pt x="556" y="632"/>
                    <a:pt x="556" y="632"/>
                    <a:pt x="556" y="632"/>
                  </a:cubicBezTo>
                  <a:cubicBezTo>
                    <a:pt x="558" y="630"/>
                    <a:pt x="560" y="629"/>
                    <a:pt x="562" y="628"/>
                  </a:cubicBezTo>
                  <a:cubicBezTo>
                    <a:pt x="597" y="675"/>
                    <a:pt x="597" y="675"/>
                    <a:pt x="597" y="675"/>
                  </a:cubicBezTo>
                  <a:cubicBezTo>
                    <a:pt x="594" y="676"/>
                    <a:pt x="592" y="678"/>
                    <a:pt x="590" y="680"/>
                  </a:cubicBezTo>
                  <a:close/>
                  <a:moveTo>
                    <a:pt x="152" y="674"/>
                  </a:moveTo>
                  <a:cubicBezTo>
                    <a:pt x="150" y="673"/>
                    <a:pt x="147" y="671"/>
                    <a:pt x="145" y="669"/>
                  </a:cubicBezTo>
                  <a:cubicBezTo>
                    <a:pt x="181" y="623"/>
                    <a:pt x="181" y="623"/>
                    <a:pt x="181" y="623"/>
                  </a:cubicBezTo>
                  <a:cubicBezTo>
                    <a:pt x="183" y="624"/>
                    <a:pt x="185" y="626"/>
                    <a:pt x="187" y="627"/>
                  </a:cubicBezTo>
                  <a:lnTo>
                    <a:pt x="152" y="674"/>
                  </a:lnTo>
                  <a:close/>
                  <a:moveTo>
                    <a:pt x="603" y="670"/>
                  </a:moveTo>
                  <a:cubicBezTo>
                    <a:pt x="567" y="624"/>
                    <a:pt x="567" y="624"/>
                    <a:pt x="567" y="624"/>
                  </a:cubicBezTo>
                  <a:cubicBezTo>
                    <a:pt x="569" y="622"/>
                    <a:pt x="571" y="621"/>
                    <a:pt x="573" y="619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7" y="667"/>
                    <a:pt x="605" y="668"/>
                    <a:pt x="603" y="670"/>
                  </a:cubicBezTo>
                  <a:close/>
                  <a:moveTo>
                    <a:pt x="139" y="665"/>
                  </a:moveTo>
                  <a:cubicBezTo>
                    <a:pt x="137" y="663"/>
                    <a:pt x="135" y="661"/>
                    <a:pt x="133" y="659"/>
                  </a:cubicBezTo>
                  <a:cubicBezTo>
                    <a:pt x="171" y="614"/>
                    <a:pt x="171" y="614"/>
                    <a:pt x="171" y="614"/>
                  </a:cubicBezTo>
                  <a:cubicBezTo>
                    <a:pt x="172" y="616"/>
                    <a:pt x="174" y="618"/>
                    <a:pt x="176" y="619"/>
                  </a:cubicBezTo>
                  <a:lnTo>
                    <a:pt x="139" y="665"/>
                  </a:lnTo>
                  <a:close/>
                  <a:moveTo>
                    <a:pt x="615" y="660"/>
                  </a:moveTo>
                  <a:cubicBezTo>
                    <a:pt x="577" y="615"/>
                    <a:pt x="577" y="615"/>
                    <a:pt x="577" y="615"/>
                  </a:cubicBezTo>
                  <a:cubicBezTo>
                    <a:pt x="579" y="614"/>
                    <a:pt x="581" y="612"/>
                    <a:pt x="583" y="611"/>
                  </a:cubicBezTo>
                  <a:cubicBezTo>
                    <a:pt x="621" y="655"/>
                    <a:pt x="621" y="655"/>
                    <a:pt x="621" y="655"/>
                  </a:cubicBezTo>
                  <a:cubicBezTo>
                    <a:pt x="619" y="656"/>
                    <a:pt x="617" y="658"/>
                    <a:pt x="615" y="660"/>
                  </a:cubicBezTo>
                  <a:close/>
                  <a:moveTo>
                    <a:pt x="127" y="654"/>
                  </a:moveTo>
                  <a:cubicBezTo>
                    <a:pt x="125" y="652"/>
                    <a:pt x="123" y="651"/>
                    <a:pt x="121" y="649"/>
                  </a:cubicBezTo>
                  <a:cubicBezTo>
                    <a:pt x="161" y="606"/>
                    <a:pt x="161" y="606"/>
                    <a:pt x="161" y="606"/>
                  </a:cubicBezTo>
                  <a:cubicBezTo>
                    <a:pt x="162" y="607"/>
                    <a:pt x="164" y="609"/>
                    <a:pt x="166" y="610"/>
                  </a:cubicBezTo>
                  <a:lnTo>
                    <a:pt x="127" y="654"/>
                  </a:lnTo>
                  <a:close/>
                  <a:moveTo>
                    <a:pt x="627" y="650"/>
                  </a:moveTo>
                  <a:cubicBezTo>
                    <a:pt x="587" y="607"/>
                    <a:pt x="587" y="607"/>
                    <a:pt x="587" y="607"/>
                  </a:cubicBezTo>
                  <a:cubicBezTo>
                    <a:pt x="589" y="605"/>
                    <a:pt x="591" y="603"/>
                    <a:pt x="593" y="602"/>
                  </a:cubicBezTo>
                  <a:cubicBezTo>
                    <a:pt x="633" y="644"/>
                    <a:pt x="633" y="644"/>
                    <a:pt x="633" y="644"/>
                  </a:cubicBezTo>
                  <a:cubicBezTo>
                    <a:pt x="631" y="646"/>
                    <a:pt x="629" y="648"/>
                    <a:pt x="627" y="650"/>
                  </a:cubicBezTo>
                  <a:close/>
                  <a:moveTo>
                    <a:pt x="116" y="644"/>
                  </a:moveTo>
                  <a:cubicBezTo>
                    <a:pt x="114" y="642"/>
                    <a:pt x="111" y="640"/>
                    <a:pt x="109" y="638"/>
                  </a:cubicBezTo>
                  <a:cubicBezTo>
                    <a:pt x="151" y="596"/>
                    <a:pt x="151" y="596"/>
                    <a:pt x="151" y="596"/>
                  </a:cubicBezTo>
                  <a:cubicBezTo>
                    <a:pt x="153" y="598"/>
                    <a:pt x="154" y="600"/>
                    <a:pt x="156" y="601"/>
                  </a:cubicBezTo>
                  <a:lnTo>
                    <a:pt x="116" y="644"/>
                  </a:lnTo>
                  <a:close/>
                  <a:moveTo>
                    <a:pt x="638" y="639"/>
                  </a:moveTo>
                  <a:cubicBezTo>
                    <a:pt x="597" y="597"/>
                    <a:pt x="597" y="597"/>
                    <a:pt x="597" y="597"/>
                  </a:cubicBezTo>
                  <a:cubicBezTo>
                    <a:pt x="599" y="596"/>
                    <a:pt x="601" y="594"/>
                    <a:pt x="602" y="592"/>
                  </a:cubicBezTo>
                  <a:cubicBezTo>
                    <a:pt x="644" y="633"/>
                    <a:pt x="644" y="633"/>
                    <a:pt x="644" y="633"/>
                  </a:cubicBezTo>
                  <a:cubicBezTo>
                    <a:pt x="642" y="635"/>
                    <a:pt x="640" y="637"/>
                    <a:pt x="638" y="639"/>
                  </a:cubicBezTo>
                  <a:close/>
                  <a:moveTo>
                    <a:pt x="104" y="632"/>
                  </a:moveTo>
                  <a:cubicBezTo>
                    <a:pt x="102" y="630"/>
                    <a:pt x="100" y="628"/>
                    <a:pt x="98" y="626"/>
                  </a:cubicBezTo>
                  <a:cubicBezTo>
                    <a:pt x="142" y="587"/>
                    <a:pt x="142" y="587"/>
                    <a:pt x="142" y="587"/>
                  </a:cubicBezTo>
                  <a:cubicBezTo>
                    <a:pt x="143" y="588"/>
                    <a:pt x="145" y="590"/>
                    <a:pt x="147" y="592"/>
                  </a:cubicBezTo>
                  <a:lnTo>
                    <a:pt x="104" y="632"/>
                  </a:lnTo>
                  <a:close/>
                  <a:moveTo>
                    <a:pt x="649" y="627"/>
                  </a:moveTo>
                  <a:cubicBezTo>
                    <a:pt x="606" y="588"/>
                    <a:pt x="606" y="588"/>
                    <a:pt x="606" y="588"/>
                  </a:cubicBezTo>
                  <a:cubicBezTo>
                    <a:pt x="608" y="586"/>
                    <a:pt x="610" y="584"/>
                    <a:pt x="611" y="582"/>
                  </a:cubicBezTo>
                  <a:cubicBezTo>
                    <a:pt x="655" y="621"/>
                    <a:pt x="655" y="621"/>
                    <a:pt x="655" y="621"/>
                  </a:cubicBezTo>
                  <a:cubicBezTo>
                    <a:pt x="653" y="623"/>
                    <a:pt x="651" y="625"/>
                    <a:pt x="649" y="627"/>
                  </a:cubicBezTo>
                  <a:close/>
                  <a:moveTo>
                    <a:pt x="94" y="621"/>
                  </a:moveTo>
                  <a:cubicBezTo>
                    <a:pt x="92" y="619"/>
                    <a:pt x="90" y="616"/>
                    <a:pt x="88" y="614"/>
                  </a:cubicBezTo>
                  <a:cubicBezTo>
                    <a:pt x="133" y="577"/>
                    <a:pt x="133" y="577"/>
                    <a:pt x="133" y="577"/>
                  </a:cubicBezTo>
                  <a:cubicBezTo>
                    <a:pt x="134" y="578"/>
                    <a:pt x="136" y="580"/>
                    <a:pt x="138" y="582"/>
                  </a:cubicBezTo>
                  <a:lnTo>
                    <a:pt x="94" y="621"/>
                  </a:lnTo>
                  <a:close/>
                  <a:moveTo>
                    <a:pt x="660" y="616"/>
                  </a:moveTo>
                  <a:cubicBezTo>
                    <a:pt x="615" y="578"/>
                    <a:pt x="615" y="578"/>
                    <a:pt x="615" y="578"/>
                  </a:cubicBezTo>
                  <a:cubicBezTo>
                    <a:pt x="617" y="576"/>
                    <a:pt x="618" y="574"/>
                    <a:pt x="620" y="572"/>
                  </a:cubicBezTo>
                  <a:cubicBezTo>
                    <a:pt x="665" y="609"/>
                    <a:pt x="665" y="609"/>
                    <a:pt x="665" y="609"/>
                  </a:cubicBezTo>
                  <a:cubicBezTo>
                    <a:pt x="664" y="611"/>
                    <a:pt x="662" y="613"/>
                    <a:pt x="660" y="616"/>
                  </a:cubicBezTo>
                  <a:close/>
                  <a:moveTo>
                    <a:pt x="83" y="609"/>
                  </a:moveTo>
                  <a:cubicBezTo>
                    <a:pt x="82" y="606"/>
                    <a:pt x="80" y="604"/>
                    <a:pt x="78" y="602"/>
                  </a:cubicBezTo>
                  <a:cubicBezTo>
                    <a:pt x="124" y="566"/>
                    <a:pt x="124" y="566"/>
                    <a:pt x="124" y="566"/>
                  </a:cubicBezTo>
                  <a:cubicBezTo>
                    <a:pt x="126" y="568"/>
                    <a:pt x="127" y="570"/>
                    <a:pt x="129" y="572"/>
                  </a:cubicBezTo>
                  <a:lnTo>
                    <a:pt x="83" y="609"/>
                  </a:lnTo>
                  <a:close/>
                  <a:moveTo>
                    <a:pt x="670" y="603"/>
                  </a:moveTo>
                  <a:cubicBezTo>
                    <a:pt x="624" y="567"/>
                    <a:pt x="624" y="567"/>
                    <a:pt x="624" y="567"/>
                  </a:cubicBezTo>
                  <a:cubicBezTo>
                    <a:pt x="625" y="565"/>
                    <a:pt x="627" y="563"/>
                    <a:pt x="628" y="561"/>
                  </a:cubicBezTo>
                  <a:cubicBezTo>
                    <a:pt x="675" y="596"/>
                    <a:pt x="675" y="596"/>
                    <a:pt x="675" y="596"/>
                  </a:cubicBezTo>
                  <a:cubicBezTo>
                    <a:pt x="673" y="599"/>
                    <a:pt x="672" y="601"/>
                    <a:pt x="670" y="603"/>
                  </a:cubicBezTo>
                  <a:close/>
                  <a:moveTo>
                    <a:pt x="74" y="596"/>
                  </a:moveTo>
                  <a:cubicBezTo>
                    <a:pt x="72" y="594"/>
                    <a:pt x="70" y="591"/>
                    <a:pt x="69" y="589"/>
                  </a:cubicBezTo>
                  <a:cubicBezTo>
                    <a:pt x="116" y="555"/>
                    <a:pt x="116" y="555"/>
                    <a:pt x="116" y="555"/>
                  </a:cubicBezTo>
                  <a:cubicBezTo>
                    <a:pt x="118" y="557"/>
                    <a:pt x="119" y="559"/>
                    <a:pt x="121" y="561"/>
                  </a:cubicBezTo>
                  <a:lnTo>
                    <a:pt x="74" y="596"/>
                  </a:lnTo>
                  <a:close/>
                  <a:moveTo>
                    <a:pt x="679" y="590"/>
                  </a:moveTo>
                  <a:cubicBezTo>
                    <a:pt x="632" y="557"/>
                    <a:pt x="632" y="557"/>
                    <a:pt x="632" y="557"/>
                  </a:cubicBezTo>
                  <a:cubicBezTo>
                    <a:pt x="633" y="555"/>
                    <a:pt x="635" y="553"/>
                    <a:pt x="636" y="551"/>
                  </a:cubicBezTo>
                  <a:cubicBezTo>
                    <a:pt x="684" y="583"/>
                    <a:pt x="684" y="583"/>
                    <a:pt x="684" y="583"/>
                  </a:cubicBezTo>
                  <a:cubicBezTo>
                    <a:pt x="683" y="586"/>
                    <a:pt x="681" y="588"/>
                    <a:pt x="679" y="590"/>
                  </a:cubicBezTo>
                  <a:close/>
                  <a:moveTo>
                    <a:pt x="65" y="583"/>
                  </a:moveTo>
                  <a:cubicBezTo>
                    <a:pt x="63" y="581"/>
                    <a:pt x="61" y="578"/>
                    <a:pt x="60" y="576"/>
                  </a:cubicBezTo>
                  <a:cubicBezTo>
                    <a:pt x="109" y="544"/>
                    <a:pt x="109" y="544"/>
                    <a:pt x="109" y="544"/>
                  </a:cubicBezTo>
                  <a:cubicBezTo>
                    <a:pt x="110" y="546"/>
                    <a:pt x="112" y="548"/>
                    <a:pt x="113" y="550"/>
                  </a:cubicBezTo>
                  <a:lnTo>
                    <a:pt x="65" y="583"/>
                  </a:lnTo>
                  <a:close/>
                  <a:moveTo>
                    <a:pt x="688" y="577"/>
                  </a:moveTo>
                  <a:cubicBezTo>
                    <a:pt x="639" y="545"/>
                    <a:pt x="639" y="545"/>
                    <a:pt x="639" y="545"/>
                  </a:cubicBezTo>
                  <a:cubicBezTo>
                    <a:pt x="641" y="543"/>
                    <a:pt x="642" y="541"/>
                    <a:pt x="643" y="539"/>
                  </a:cubicBezTo>
                  <a:cubicBezTo>
                    <a:pt x="693" y="570"/>
                    <a:pt x="693" y="570"/>
                    <a:pt x="693" y="570"/>
                  </a:cubicBezTo>
                  <a:cubicBezTo>
                    <a:pt x="691" y="572"/>
                    <a:pt x="690" y="575"/>
                    <a:pt x="688" y="577"/>
                  </a:cubicBezTo>
                  <a:close/>
                  <a:moveTo>
                    <a:pt x="56" y="570"/>
                  </a:moveTo>
                  <a:cubicBezTo>
                    <a:pt x="54" y="567"/>
                    <a:pt x="53" y="565"/>
                    <a:pt x="52" y="562"/>
                  </a:cubicBezTo>
                  <a:cubicBezTo>
                    <a:pt x="102" y="533"/>
                    <a:pt x="102" y="533"/>
                    <a:pt x="102" y="533"/>
                  </a:cubicBezTo>
                  <a:cubicBezTo>
                    <a:pt x="103" y="535"/>
                    <a:pt x="104" y="537"/>
                    <a:pt x="106" y="539"/>
                  </a:cubicBezTo>
                  <a:lnTo>
                    <a:pt x="56" y="570"/>
                  </a:lnTo>
                  <a:close/>
                  <a:moveTo>
                    <a:pt x="697" y="564"/>
                  </a:moveTo>
                  <a:cubicBezTo>
                    <a:pt x="646" y="534"/>
                    <a:pt x="646" y="534"/>
                    <a:pt x="646" y="534"/>
                  </a:cubicBezTo>
                  <a:cubicBezTo>
                    <a:pt x="648" y="532"/>
                    <a:pt x="649" y="530"/>
                    <a:pt x="650" y="528"/>
                  </a:cubicBezTo>
                  <a:cubicBezTo>
                    <a:pt x="701" y="556"/>
                    <a:pt x="701" y="556"/>
                    <a:pt x="701" y="556"/>
                  </a:cubicBezTo>
                  <a:cubicBezTo>
                    <a:pt x="700" y="559"/>
                    <a:pt x="698" y="561"/>
                    <a:pt x="697" y="564"/>
                  </a:cubicBezTo>
                  <a:close/>
                  <a:moveTo>
                    <a:pt x="48" y="556"/>
                  </a:moveTo>
                  <a:cubicBezTo>
                    <a:pt x="47" y="554"/>
                    <a:pt x="45" y="551"/>
                    <a:pt x="44" y="549"/>
                  </a:cubicBezTo>
                  <a:cubicBezTo>
                    <a:pt x="95" y="521"/>
                    <a:pt x="95" y="521"/>
                    <a:pt x="95" y="521"/>
                  </a:cubicBezTo>
                  <a:cubicBezTo>
                    <a:pt x="97" y="523"/>
                    <a:pt x="98" y="525"/>
                    <a:pt x="99" y="528"/>
                  </a:cubicBezTo>
                  <a:lnTo>
                    <a:pt x="48" y="556"/>
                  </a:lnTo>
                  <a:close/>
                  <a:moveTo>
                    <a:pt x="704" y="550"/>
                  </a:moveTo>
                  <a:cubicBezTo>
                    <a:pt x="653" y="522"/>
                    <a:pt x="653" y="522"/>
                    <a:pt x="653" y="522"/>
                  </a:cubicBezTo>
                  <a:cubicBezTo>
                    <a:pt x="654" y="520"/>
                    <a:pt x="655" y="518"/>
                    <a:pt x="656" y="516"/>
                  </a:cubicBezTo>
                  <a:cubicBezTo>
                    <a:pt x="708" y="542"/>
                    <a:pt x="708" y="542"/>
                    <a:pt x="708" y="542"/>
                  </a:cubicBezTo>
                  <a:cubicBezTo>
                    <a:pt x="707" y="545"/>
                    <a:pt x="706" y="547"/>
                    <a:pt x="704" y="550"/>
                  </a:cubicBezTo>
                  <a:close/>
                  <a:moveTo>
                    <a:pt x="40" y="542"/>
                  </a:moveTo>
                  <a:cubicBezTo>
                    <a:pt x="39" y="540"/>
                    <a:pt x="38" y="537"/>
                    <a:pt x="37" y="534"/>
                  </a:cubicBezTo>
                  <a:cubicBezTo>
                    <a:pt x="89" y="509"/>
                    <a:pt x="89" y="509"/>
                    <a:pt x="89" y="509"/>
                  </a:cubicBezTo>
                  <a:cubicBezTo>
                    <a:pt x="91" y="511"/>
                    <a:pt x="92" y="514"/>
                    <a:pt x="93" y="516"/>
                  </a:cubicBezTo>
                  <a:lnTo>
                    <a:pt x="40" y="542"/>
                  </a:lnTo>
                  <a:close/>
                  <a:moveTo>
                    <a:pt x="712" y="536"/>
                  </a:moveTo>
                  <a:cubicBezTo>
                    <a:pt x="659" y="510"/>
                    <a:pt x="659" y="510"/>
                    <a:pt x="659" y="510"/>
                  </a:cubicBezTo>
                  <a:cubicBezTo>
                    <a:pt x="660" y="508"/>
                    <a:pt x="661" y="506"/>
                    <a:pt x="662" y="504"/>
                  </a:cubicBezTo>
                  <a:cubicBezTo>
                    <a:pt x="715" y="528"/>
                    <a:pt x="715" y="528"/>
                    <a:pt x="715" y="528"/>
                  </a:cubicBezTo>
                  <a:cubicBezTo>
                    <a:pt x="714" y="531"/>
                    <a:pt x="713" y="533"/>
                    <a:pt x="712" y="536"/>
                  </a:cubicBezTo>
                  <a:close/>
                  <a:moveTo>
                    <a:pt x="34" y="528"/>
                  </a:moveTo>
                  <a:cubicBezTo>
                    <a:pt x="32" y="525"/>
                    <a:pt x="31" y="523"/>
                    <a:pt x="30" y="520"/>
                  </a:cubicBezTo>
                  <a:cubicBezTo>
                    <a:pt x="84" y="497"/>
                    <a:pt x="84" y="497"/>
                    <a:pt x="84" y="497"/>
                  </a:cubicBezTo>
                  <a:cubicBezTo>
                    <a:pt x="85" y="499"/>
                    <a:pt x="86" y="502"/>
                    <a:pt x="87" y="504"/>
                  </a:cubicBezTo>
                  <a:lnTo>
                    <a:pt x="34" y="528"/>
                  </a:lnTo>
                  <a:close/>
                  <a:moveTo>
                    <a:pt x="718" y="521"/>
                  </a:moveTo>
                  <a:cubicBezTo>
                    <a:pt x="665" y="498"/>
                    <a:pt x="665" y="498"/>
                    <a:pt x="665" y="498"/>
                  </a:cubicBezTo>
                  <a:cubicBezTo>
                    <a:pt x="666" y="496"/>
                    <a:pt x="666" y="494"/>
                    <a:pt x="667" y="491"/>
                  </a:cubicBezTo>
                  <a:cubicBezTo>
                    <a:pt x="722" y="513"/>
                    <a:pt x="722" y="513"/>
                    <a:pt x="722" y="513"/>
                  </a:cubicBezTo>
                  <a:cubicBezTo>
                    <a:pt x="721" y="516"/>
                    <a:pt x="719" y="519"/>
                    <a:pt x="718" y="521"/>
                  </a:cubicBezTo>
                  <a:close/>
                  <a:moveTo>
                    <a:pt x="27" y="513"/>
                  </a:moveTo>
                  <a:cubicBezTo>
                    <a:pt x="26" y="511"/>
                    <a:pt x="25" y="508"/>
                    <a:pt x="24" y="505"/>
                  </a:cubicBezTo>
                  <a:cubicBezTo>
                    <a:pt x="79" y="485"/>
                    <a:pt x="79" y="485"/>
                    <a:pt x="79" y="485"/>
                  </a:cubicBezTo>
                  <a:cubicBezTo>
                    <a:pt x="80" y="487"/>
                    <a:pt x="81" y="489"/>
                    <a:pt x="82" y="491"/>
                  </a:cubicBezTo>
                  <a:lnTo>
                    <a:pt x="27" y="513"/>
                  </a:lnTo>
                  <a:close/>
                  <a:moveTo>
                    <a:pt x="724" y="506"/>
                  </a:moveTo>
                  <a:cubicBezTo>
                    <a:pt x="670" y="486"/>
                    <a:pt x="670" y="486"/>
                    <a:pt x="670" y="486"/>
                  </a:cubicBezTo>
                  <a:cubicBezTo>
                    <a:pt x="670" y="483"/>
                    <a:pt x="671" y="481"/>
                    <a:pt x="672" y="479"/>
                  </a:cubicBezTo>
                  <a:cubicBezTo>
                    <a:pt x="727" y="498"/>
                    <a:pt x="727" y="498"/>
                    <a:pt x="727" y="498"/>
                  </a:cubicBezTo>
                  <a:cubicBezTo>
                    <a:pt x="726" y="501"/>
                    <a:pt x="725" y="504"/>
                    <a:pt x="724" y="506"/>
                  </a:cubicBezTo>
                  <a:close/>
                  <a:moveTo>
                    <a:pt x="22" y="498"/>
                  </a:moveTo>
                  <a:cubicBezTo>
                    <a:pt x="21" y="496"/>
                    <a:pt x="20" y="493"/>
                    <a:pt x="19" y="490"/>
                  </a:cubicBezTo>
                  <a:cubicBezTo>
                    <a:pt x="75" y="472"/>
                    <a:pt x="75" y="472"/>
                    <a:pt x="75" y="472"/>
                  </a:cubicBezTo>
                  <a:cubicBezTo>
                    <a:pt x="75" y="474"/>
                    <a:pt x="76" y="477"/>
                    <a:pt x="77" y="479"/>
                  </a:cubicBezTo>
                  <a:lnTo>
                    <a:pt x="22" y="498"/>
                  </a:lnTo>
                  <a:close/>
                  <a:moveTo>
                    <a:pt x="730" y="491"/>
                  </a:moveTo>
                  <a:cubicBezTo>
                    <a:pt x="674" y="473"/>
                    <a:pt x="674" y="473"/>
                    <a:pt x="674" y="473"/>
                  </a:cubicBezTo>
                  <a:cubicBezTo>
                    <a:pt x="675" y="471"/>
                    <a:pt x="676" y="468"/>
                    <a:pt x="676" y="466"/>
                  </a:cubicBezTo>
                  <a:cubicBezTo>
                    <a:pt x="732" y="483"/>
                    <a:pt x="732" y="483"/>
                    <a:pt x="732" y="483"/>
                  </a:cubicBezTo>
                  <a:cubicBezTo>
                    <a:pt x="731" y="486"/>
                    <a:pt x="731" y="489"/>
                    <a:pt x="730" y="491"/>
                  </a:cubicBezTo>
                  <a:close/>
                  <a:moveTo>
                    <a:pt x="17" y="483"/>
                  </a:moveTo>
                  <a:cubicBezTo>
                    <a:pt x="16" y="481"/>
                    <a:pt x="15" y="478"/>
                    <a:pt x="14" y="475"/>
                  </a:cubicBezTo>
                  <a:cubicBezTo>
                    <a:pt x="71" y="459"/>
                    <a:pt x="71" y="459"/>
                    <a:pt x="71" y="459"/>
                  </a:cubicBezTo>
                  <a:cubicBezTo>
                    <a:pt x="71" y="462"/>
                    <a:pt x="72" y="464"/>
                    <a:pt x="73" y="466"/>
                  </a:cubicBezTo>
                  <a:lnTo>
                    <a:pt x="17" y="483"/>
                  </a:lnTo>
                  <a:close/>
                  <a:moveTo>
                    <a:pt x="734" y="476"/>
                  </a:moveTo>
                  <a:cubicBezTo>
                    <a:pt x="678" y="460"/>
                    <a:pt x="678" y="460"/>
                    <a:pt x="678" y="460"/>
                  </a:cubicBezTo>
                  <a:cubicBezTo>
                    <a:pt x="679" y="458"/>
                    <a:pt x="679" y="456"/>
                    <a:pt x="680" y="453"/>
                  </a:cubicBezTo>
                  <a:cubicBezTo>
                    <a:pt x="737" y="468"/>
                    <a:pt x="737" y="468"/>
                    <a:pt x="737" y="468"/>
                  </a:cubicBezTo>
                  <a:cubicBezTo>
                    <a:pt x="736" y="471"/>
                    <a:pt x="735" y="473"/>
                    <a:pt x="734" y="476"/>
                  </a:cubicBezTo>
                  <a:close/>
                  <a:moveTo>
                    <a:pt x="12" y="468"/>
                  </a:moveTo>
                  <a:cubicBezTo>
                    <a:pt x="12" y="465"/>
                    <a:pt x="11" y="463"/>
                    <a:pt x="10" y="460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9"/>
                    <a:pt x="68" y="451"/>
                    <a:pt x="69" y="453"/>
                  </a:cubicBezTo>
                  <a:lnTo>
                    <a:pt x="12" y="468"/>
                  </a:lnTo>
                  <a:close/>
                  <a:moveTo>
                    <a:pt x="738" y="461"/>
                  </a:moveTo>
                  <a:cubicBezTo>
                    <a:pt x="681" y="447"/>
                    <a:pt x="681" y="447"/>
                    <a:pt x="681" y="447"/>
                  </a:cubicBezTo>
                  <a:cubicBezTo>
                    <a:pt x="682" y="445"/>
                    <a:pt x="683" y="443"/>
                    <a:pt x="683" y="440"/>
                  </a:cubicBezTo>
                  <a:cubicBezTo>
                    <a:pt x="740" y="452"/>
                    <a:pt x="740" y="452"/>
                    <a:pt x="740" y="452"/>
                  </a:cubicBezTo>
                  <a:cubicBezTo>
                    <a:pt x="740" y="455"/>
                    <a:pt x="739" y="458"/>
                    <a:pt x="738" y="461"/>
                  </a:cubicBezTo>
                  <a:close/>
                  <a:moveTo>
                    <a:pt x="9" y="453"/>
                  </a:moveTo>
                  <a:cubicBezTo>
                    <a:pt x="8" y="450"/>
                    <a:pt x="8" y="447"/>
                    <a:pt x="7" y="444"/>
                  </a:cubicBezTo>
                  <a:cubicBezTo>
                    <a:pt x="65" y="433"/>
                    <a:pt x="65" y="433"/>
                    <a:pt x="65" y="433"/>
                  </a:cubicBezTo>
                  <a:cubicBezTo>
                    <a:pt x="65" y="436"/>
                    <a:pt x="65" y="438"/>
                    <a:pt x="66" y="440"/>
                  </a:cubicBezTo>
                  <a:lnTo>
                    <a:pt x="9" y="453"/>
                  </a:lnTo>
                  <a:close/>
                  <a:moveTo>
                    <a:pt x="742" y="445"/>
                  </a:moveTo>
                  <a:cubicBezTo>
                    <a:pt x="684" y="434"/>
                    <a:pt x="684" y="434"/>
                    <a:pt x="684" y="434"/>
                  </a:cubicBezTo>
                  <a:cubicBezTo>
                    <a:pt x="685" y="432"/>
                    <a:pt x="685" y="429"/>
                    <a:pt x="686" y="427"/>
                  </a:cubicBezTo>
                  <a:cubicBezTo>
                    <a:pt x="743" y="437"/>
                    <a:pt x="743" y="437"/>
                    <a:pt x="743" y="437"/>
                  </a:cubicBezTo>
                  <a:cubicBezTo>
                    <a:pt x="743" y="440"/>
                    <a:pt x="742" y="443"/>
                    <a:pt x="742" y="445"/>
                  </a:cubicBezTo>
                  <a:close/>
                  <a:moveTo>
                    <a:pt x="6" y="437"/>
                  </a:moveTo>
                  <a:cubicBezTo>
                    <a:pt x="5" y="434"/>
                    <a:pt x="5" y="431"/>
                    <a:pt x="4" y="429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63" y="422"/>
                    <a:pt x="63" y="425"/>
                    <a:pt x="63" y="427"/>
                  </a:cubicBezTo>
                  <a:lnTo>
                    <a:pt x="6" y="437"/>
                  </a:lnTo>
                  <a:close/>
                  <a:moveTo>
                    <a:pt x="744" y="430"/>
                  </a:moveTo>
                  <a:cubicBezTo>
                    <a:pt x="687" y="421"/>
                    <a:pt x="687" y="421"/>
                    <a:pt x="687" y="421"/>
                  </a:cubicBezTo>
                  <a:cubicBezTo>
                    <a:pt x="687" y="419"/>
                    <a:pt x="687" y="416"/>
                    <a:pt x="688" y="414"/>
                  </a:cubicBezTo>
                  <a:cubicBezTo>
                    <a:pt x="746" y="421"/>
                    <a:pt x="746" y="421"/>
                    <a:pt x="746" y="421"/>
                  </a:cubicBezTo>
                  <a:cubicBezTo>
                    <a:pt x="745" y="424"/>
                    <a:pt x="745" y="427"/>
                    <a:pt x="744" y="430"/>
                  </a:cubicBezTo>
                  <a:close/>
                  <a:moveTo>
                    <a:pt x="3" y="421"/>
                  </a:moveTo>
                  <a:cubicBezTo>
                    <a:pt x="3" y="418"/>
                    <a:pt x="3" y="416"/>
                    <a:pt x="2" y="413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9"/>
                    <a:pt x="61" y="412"/>
                    <a:pt x="61" y="414"/>
                  </a:cubicBezTo>
                  <a:lnTo>
                    <a:pt x="3" y="421"/>
                  </a:lnTo>
                  <a:close/>
                  <a:moveTo>
                    <a:pt x="746" y="414"/>
                  </a:moveTo>
                  <a:cubicBezTo>
                    <a:pt x="688" y="408"/>
                    <a:pt x="688" y="408"/>
                    <a:pt x="688" y="408"/>
                  </a:cubicBezTo>
                  <a:cubicBezTo>
                    <a:pt x="689" y="405"/>
                    <a:pt x="689" y="403"/>
                    <a:pt x="689" y="400"/>
                  </a:cubicBezTo>
                  <a:cubicBezTo>
                    <a:pt x="747" y="405"/>
                    <a:pt x="747" y="405"/>
                    <a:pt x="747" y="405"/>
                  </a:cubicBezTo>
                  <a:cubicBezTo>
                    <a:pt x="747" y="408"/>
                    <a:pt x="747" y="411"/>
                    <a:pt x="746" y="414"/>
                  </a:cubicBezTo>
                  <a:close/>
                  <a:moveTo>
                    <a:pt x="2" y="406"/>
                  </a:moveTo>
                  <a:cubicBezTo>
                    <a:pt x="2" y="403"/>
                    <a:pt x="1" y="400"/>
                    <a:pt x="1" y="397"/>
                  </a:cubicBezTo>
                  <a:cubicBezTo>
                    <a:pt x="60" y="393"/>
                    <a:pt x="60" y="393"/>
                    <a:pt x="60" y="393"/>
                  </a:cubicBezTo>
                  <a:cubicBezTo>
                    <a:pt x="60" y="396"/>
                    <a:pt x="60" y="398"/>
                    <a:pt x="60" y="401"/>
                  </a:cubicBezTo>
                  <a:lnTo>
                    <a:pt x="2" y="406"/>
                  </a:lnTo>
                  <a:close/>
                  <a:moveTo>
                    <a:pt x="748" y="398"/>
                  </a:moveTo>
                  <a:cubicBezTo>
                    <a:pt x="689" y="394"/>
                    <a:pt x="689" y="394"/>
                    <a:pt x="689" y="394"/>
                  </a:cubicBezTo>
                  <a:cubicBezTo>
                    <a:pt x="690" y="392"/>
                    <a:pt x="690" y="390"/>
                    <a:pt x="690" y="387"/>
                  </a:cubicBezTo>
                  <a:cubicBezTo>
                    <a:pt x="748" y="390"/>
                    <a:pt x="748" y="390"/>
                    <a:pt x="748" y="390"/>
                  </a:cubicBezTo>
                  <a:cubicBezTo>
                    <a:pt x="748" y="392"/>
                    <a:pt x="748" y="395"/>
                    <a:pt x="748" y="398"/>
                  </a:cubicBezTo>
                  <a:close/>
                  <a:moveTo>
                    <a:pt x="1" y="390"/>
                  </a:moveTo>
                  <a:cubicBezTo>
                    <a:pt x="1" y="387"/>
                    <a:pt x="1" y="384"/>
                    <a:pt x="1" y="381"/>
                  </a:cubicBezTo>
                  <a:cubicBezTo>
                    <a:pt x="59" y="380"/>
                    <a:pt x="59" y="380"/>
                    <a:pt x="59" y="380"/>
                  </a:cubicBezTo>
                  <a:cubicBezTo>
                    <a:pt x="59" y="382"/>
                    <a:pt x="59" y="385"/>
                    <a:pt x="59" y="387"/>
                  </a:cubicBezTo>
                  <a:lnTo>
                    <a:pt x="1" y="390"/>
                  </a:lnTo>
                  <a:close/>
                  <a:moveTo>
                    <a:pt x="748" y="382"/>
                  </a:moveTo>
                  <a:cubicBezTo>
                    <a:pt x="690" y="381"/>
                    <a:pt x="690" y="381"/>
                    <a:pt x="690" y="381"/>
                  </a:cubicBezTo>
                  <a:cubicBezTo>
                    <a:pt x="690" y="379"/>
                    <a:pt x="690" y="376"/>
                    <a:pt x="690" y="374"/>
                  </a:cubicBezTo>
                  <a:cubicBezTo>
                    <a:pt x="690" y="373"/>
                    <a:pt x="690" y="373"/>
                    <a:pt x="690" y="373"/>
                  </a:cubicBezTo>
                  <a:cubicBezTo>
                    <a:pt x="749" y="373"/>
                    <a:pt x="749" y="373"/>
                    <a:pt x="749" y="373"/>
                  </a:cubicBezTo>
                  <a:cubicBezTo>
                    <a:pt x="749" y="374"/>
                    <a:pt x="749" y="374"/>
                    <a:pt x="749" y="374"/>
                  </a:cubicBezTo>
                  <a:cubicBezTo>
                    <a:pt x="749" y="377"/>
                    <a:pt x="749" y="379"/>
                    <a:pt x="748" y="382"/>
                  </a:cubicBezTo>
                  <a:close/>
                  <a:moveTo>
                    <a:pt x="59" y="374"/>
                  </a:moveTo>
                  <a:cubicBezTo>
                    <a:pt x="42" y="374"/>
                    <a:pt x="42" y="374"/>
                    <a:pt x="42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1"/>
                    <a:pt x="0" y="368"/>
                    <a:pt x="1" y="365"/>
                  </a:cubicBezTo>
                  <a:cubicBezTo>
                    <a:pt x="59" y="367"/>
                    <a:pt x="59" y="367"/>
                    <a:pt x="59" y="367"/>
                  </a:cubicBezTo>
                  <a:cubicBezTo>
                    <a:pt x="59" y="369"/>
                    <a:pt x="59" y="371"/>
                    <a:pt x="59" y="374"/>
                  </a:cubicBezTo>
                  <a:close/>
                  <a:moveTo>
                    <a:pt x="690" y="367"/>
                  </a:moveTo>
                  <a:cubicBezTo>
                    <a:pt x="690" y="365"/>
                    <a:pt x="690" y="362"/>
                    <a:pt x="690" y="360"/>
                  </a:cubicBezTo>
                  <a:cubicBezTo>
                    <a:pt x="748" y="357"/>
                    <a:pt x="748" y="357"/>
                    <a:pt x="748" y="357"/>
                  </a:cubicBezTo>
                  <a:cubicBezTo>
                    <a:pt x="748" y="360"/>
                    <a:pt x="748" y="363"/>
                    <a:pt x="748" y="366"/>
                  </a:cubicBezTo>
                  <a:lnTo>
                    <a:pt x="690" y="367"/>
                  </a:lnTo>
                  <a:close/>
                  <a:moveTo>
                    <a:pt x="59" y="360"/>
                  </a:moveTo>
                  <a:cubicBezTo>
                    <a:pt x="1" y="358"/>
                    <a:pt x="1" y="358"/>
                    <a:pt x="1" y="358"/>
                  </a:cubicBezTo>
                  <a:cubicBezTo>
                    <a:pt x="1" y="355"/>
                    <a:pt x="1" y="352"/>
                    <a:pt x="1" y="349"/>
                  </a:cubicBezTo>
                  <a:cubicBezTo>
                    <a:pt x="60" y="353"/>
                    <a:pt x="60" y="353"/>
                    <a:pt x="60" y="353"/>
                  </a:cubicBezTo>
                  <a:cubicBezTo>
                    <a:pt x="59" y="356"/>
                    <a:pt x="59" y="358"/>
                    <a:pt x="59" y="360"/>
                  </a:cubicBezTo>
                  <a:close/>
                  <a:moveTo>
                    <a:pt x="689" y="354"/>
                  </a:moveTo>
                  <a:cubicBezTo>
                    <a:pt x="689" y="351"/>
                    <a:pt x="689" y="349"/>
                    <a:pt x="689" y="346"/>
                  </a:cubicBezTo>
                  <a:cubicBezTo>
                    <a:pt x="747" y="342"/>
                    <a:pt x="747" y="342"/>
                    <a:pt x="747" y="342"/>
                  </a:cubicBezTo>
                  <a:cubicBezTo>
                    <a:pt x="747" y="344"/>
                    <a:pt x="748" y="347"/>
                    <a:pt x="748" y="350"/>
                  </a:cubicBezTo>
                  <a:lnTo>
                    <a:pt x="689" y="354"/>
                  </a:lnTo>
                  <a:close/>
                  <a:moveTo>
                    <a:pt x="60" y="347"/>
                  </a:moveTo>
                  <a:cubicBezTo>
                    <a:pt x="2" y="342"/>
                    <a:pt x="2" y="342"/>
                    <a:pt x="2" y="342"/>
                  </a:cubicBezTo>
                  <a:cubicBezTo>
                    <a:pt x="2" y="339"/>
                    <a:pt x="2" y="336"/>
                    <a:pt x="3" y="334"/>
                  </a:cubicBezTo>
                  <a:cubicBezTo>
                    <a:pt x="61" y="340"/>
                    <a:pt x="61" y="340"/>
                    <a:pt x="61" y="340"/>
                  </a:cubicBezTo>
                  <a:cubicBezTo>
                    <a:pt x="60" y="342"/>
                    <a:pt x="60" y="345"/>
                    <a:pt x="60" y="347"/>
                  </a:cubicBezTo>
                  <a:close/>
                  <a:moveTo>
                    <a:pt x="688" y="340"/>
                  </a:moveTo>
                  <a:cubicBezTo>
                    <a:pt x="688" y="338"/>
                    <a:pt x="688" y="336"/>
                    <a:pt x="688" y="333"/>
                  </a:cubicBezTo>
                  <a:cubicBezTo>
                    <a:pt x="746" y="326"/>
                    <a:pt x="746" y="326"/>
                    <a:pt x="746" y="326"/>
                  </a:cubicBezTo>
                  <a:cubicBezTo>
                    <a:pt x="746" y="329"/>
                    <a:pt x="746" y="331"/>
                    <a:pt x="747" y="334"/>
                  </a:cubicBezTo>
                  <a:lnTo>
                    <a:pt x="688" y="340"/>
                  </a:lnTo>
                  <a:close/>
                  <a:moveTo>
                    <a:pt x="61" y="334"/>
                  </a:moveTo>
                  <a:cubicBezTo>
                    <a:pt x="3" y="326"/>
                    <a:pt x="3" y="326"/>
                    <a:pt x="3" y="326"/>
                  </a:cubicBezTo>
                  <a:cubicBezTo>
                    <a:pt x="4" y="324"/>
                    <a:pt x="4" y="321"/>
                    <a:pt x="5" y="318"/>
                  </a:cubicBezTo>
                  <a:cubicBezTo>
                    <a:pt x="62" y="327"/>
                    <a:pt x="62" y="327"/>
                    <a:pt x="62" y="327"/>
                  </a:cubicBezTo>
                  <a:cubicBezTo>
                    <a:pt x="62" y="329"/>
                    <a:pt x="62" y="331"/>
                    <a:pt x="61" y="334"/>
                  </a:cubicBezTo>
                  <a:close/>
                  <a:moveTo>
                    <a:pt x="687" y="327"/>
                  </a:moveTo>
                  <a:cubicBezTo>
                    <a:pt x="686" y="325"/>
                    <a:pt x="686" y="322"/>
                    <a:pt x="686" y="320"/>
                  </a:cubicBezTo>
                  <a:cubicBezTo>
                    <a:pt x="743" y="310"/>
                    <a:pt x="743" y="310"/>
                    <a:pt x="743" y="310"/>
                  </a:cubicBezTo>
                  <a:cubicBezTo>
                    <a:pt x="744" y="313"/>
                    <a:pt x="744" y="316"/>
                    <a:pt x="745" y="319"/>
                  </a:cubicBezTo>
                  <a:lnTo>
                    <a:pt x="687" y="327"/>
                  </a:lnTo>
                  <a:close/>
                  <a:moveTo>
                    <a:pt x="63" y="320"/>
                  </a:moveTo>
                  <a:cubicBezTo>
                    <a:pt x="6" y="311"/>
                    <a:pt x="6" y="311"/>
                    <a:pt x="6" y="311"/>
                  </a:cubicBezTo>
                  <a:cubicBezTo>
                    <a:pt x="6" y="308"/>
                    <a:pt x="7" y="305"/>
                    <a:pt x="7" y="302"/>
                  </a:cubicBezTo>
                  <a:cubicBezTo>
                    <a:pt x="65" y="313"/>
                    <a:pt x="65" y="313"/>
                    <a:pt x="65" y="313"/>
                  </a:cubicBezTo>
                  <a:cubicBezTo>
                    <a:pt x="64" y="316"/>
                    <a:pt x="64" y="318"/>
                    <a:pt x="63" y="320"/>
                  </a:cubicBezTo>
                  <a:close/>
                  <a:moveTo>
                    <a:pt x="684" y="314"/>
                  </a:moveTo>
                  <a:cubicBezTo>
                    <a:pt x="684" y="312"/>
                    <a:pt x="683" y="309"/>
                    <a:pt x="683" y="307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741" y="297"/>
                    <a:pt x="741" y="300"/>
                    <a:pt x="742" y="303"/>
                  </a:cubicBezTo>
                  <a:lnTo>
                    <a:pt x="684" y="314"/>
                  </a:lnTo>
                  <a:close/>
                  <a:moveTo>
                    <a:pt x="66" y="307"/>
                  </a:moveTo>
                  <a:cubicBezTo>
                    <a:pt x="9" y="295"/>
                    <a:pt x="9" y="295"/>
                    <a:pt x="9" y="295"/>
                  </a:cubicBezTo>
                  <a:cubicBezTo>
                    <a:pt x="9" y="292"/>
                    <a:pt x="10" y="289"/>
                    <a:pt x="11" y="287"/>
                  </a:cubicBezTo>
                  <a:cubicBezTo>
                    <a:pt x="68" y="300"/>
                    <a:pt x="68" y="300"/>
                    <a:pt x="68" y="300"/>
                  </a:cubicBezTo>
                  <a:cubicBezTo>
                    <a:pt x="67" y="303"/>
                    <a:pt x="66" y="305"/>
                    <a:pt x="66" y="307"/>
                  </a:cubicBezTo>
                  <a:close/>
                  <a:moveTo>
                    <a:pt x="682" y="301"/>
                  </a:moveTo>
                  <a:cubicBezTo>
                    <a:pt x="681" y="298"/>
                    <a:pt x="680" y="296"/>
                    <a:pt x="680" y="294"/>
                  </a:cubicBezTo>
                  <a:cubicBezTo>
                    <a:pt x="736" y="279"/>
                    <a:pt x="736" y="279"/>
                    <a:pt x="736" y="279"/>
                  </a:cubicBezTo>
                  <a:cubicBezTo>
                    <a:pt x="737" y="282"/>
                    <a:pt x="738" y="285"/>
                    <a:pt x="739" y="287"/>
                  </a:cubicBezTo>
                  <a:lnTo>
                    <a:pt x="682" y="301"/>
                  </a:lnTo>
                  <a:close/>
                  <a:moveTo>
                    <a:pt x="69" y="294"/>
                  </a:moveTo>
                  <a:cubicBezTo>
                    <a:pt x="12" y="280"/>
                    <a:pt x="12" y="280"/>
                    <a:pt x="12" y="280"/>
                  </a:cubicBezTo>
                  <a:cubicBezTo>
                    <a:pt x="13" y="277"/>
                    <a:pt x="14" y="274"/>
                    <a:pt x="15" y="271"/>
                  </a:cubicBezTo>
                  <a:cubicBezTo>
                    <a:pt x="71" y="287"/>
                    <a:pt x="71" y="287"/>
                    <a:pt x="71" y="287"/>
                  </a:cubicBezTo>
                  <a:cubicBezTo>
                    <a:pt x="70" y="290"/>
                    <a:pt x="70" y="292"/>
                    <a:pt x="69" y="294"/>
                  </a:cubicBezTo>
                  <a:close/>
                  <a:moveTo>
                    <a:pt x="678" y="288"/>
                  </a:moveTo>
                  <a:cubicBezTo>
                    <a:pt x="678" y="286"/>
                    <a:pt x="677" y="283"/>
                    <a:pt x="676" y="281"/>
                  </a:cubicBezTo>
                  <a:cubicBezTo>
                    <a:pt x="732" y="264"/>
                    <a:pt x="732" y="264"/>
                    <a:pt x="732" y="264"/>
                  </a:cubicBezTo>
                  <a:cubicBezTo>
                    <a:pt x="733" y="266"/>
                    <a:pt x="734" y="269"/>
                    <a:pt x="735" y="272"/>
                  </a:cubicBezTo>
                  <a:lnTo>
                    <a:pt x="678" y="288"/>
                  </a:lnTo>
                  <a:close/>
                  <a:moveTo>
                    <a:pt x="73" y="281"/>
                  </a:moveTo>
                  <a:cubicBezTo>
                    <a:pt x="17" y="264"/>
                    <a:pt x="17" y="264"/>
                    <a:pt x="17" y="264"/>
                  </a:cubicBezTo>
                  <a:cubicBezTo>
                    <a:pt x="18" y="262"/>
                    <a:pt x="18" y="259"/>
                    <a:pt x="19" y="256"/>
                  </a:cubicBezTo>
                  <a:cubicBezTo>
                    <a:pt x="75" y="274"/>
                    <a:pt x="75" y="274"/>
                    <a:pt x="75" y="274"/>
                  </a:cubicBezTo>
                  <a:cubicBezTo>
                    <a:pt x="74" y="277"/>
                    <a:pt x="73" y="279"/>
                    <a:pt x="73" y="281"/>
                  </a:cubicBezTo>
                  <a:close/>
                  <a:moveTo>
                    <a:pt x="674" y="275"/>
                  </a:moveTo>
                  <a:cubicBezTo>
                    <a:pt x="674" y="273"/>
                    <a:pt x="673" y="270"/>
                    <a:pt x="672" y="268"/>
                  </a:cubicBezTo>
                  <a:cubicBezTo>
                    <a:pt x="727" y="249"/>
                    <a:pt x="727" y="249"/>
                    <a:pt x="727" y="249"/>
                  </a:cubicBezTo>
                  <a:cubicBezTo>
                    <a:pt x="728" y="251"/>
                    <a:pt x="729" y="254"/>
                    <a:pt x="730" y="257"/>
                  </a:cubicBezTo>
                  <a:lnTo>
                    <a:pt x="674" y="275"/>
                  </a:lnTo>
                  <a:close/>
                  <a:moveTo>
                    <a:pt x="77" y="269"/>
                  </a:moveTo>
                  <a:cubicBezTo>
                    <a:pt x="22" y="249"/>
                    <a:pt x="22" y="249"/>
                    <a:pt x="22" y="249"/>
                  </a:cubicBezTo>
                  <a:cubicBezTo>
                    <a:pt x="23" y="246"/>
                    <a:pt x="24" y="244"/>
                    <a:pt x="25" y="241"/>
                  </a:cubicBezTo>
                  <a:cubicBezTo>
                    <a:pt x="79" y="262"/>
                    <a:pt x="79" y="262"/>
                    <a:pt x="79" y="262"/>
                  </a:cubicBezTo>
                  <a:cubicBezTo>
                    <a:pt x="78" y="264"/>
                    <a:pt x="78" y="266"/>
                    <a:pt x="77" y="269"/>
                  </a:cubicBezTo>
                  <a:close/>
                  <a:moveTo>
                    <a:pt x="670" y="262"/>
                  </a:moveTo>
                  <a:cubicBezTo>
                    <a:pt x="669" y="260"/>
                    <a:pt x="668" y="258"/>
                    <a:pt x="667" y="256"/>
                  </a:cubicBezTo>
                  <a:cubicBezTo>
                    <a:pt x="722" y="234"/>
                    <a:pt x="722" y="234"/>
                    <a:pt x="722" y="234"/>
                  </a:cubicBezTo>
                  <a:cubicBezTo>
                    <a:pt x="723" y="236"/>
                    <a:pt x="724" y="239"/>
                    <a:pt x="725" y="242"/>
                  </a:cubicBezTo>
                  <a:lnTo>
                    <a:pt x="670" y="262"/>
                  </a:lnTo>
                  <a:close/>
                  <a:moveTo>
                    <a:pt x="82" y="256"/>
                  </a:moveTo>
                  <a:cubicBezTo>
                    <a:pt x="27" y="234"/>
                    <a:pt x="27" y="234"/>
                    <a:pt x="27" y="234"/>
                  </a:cubicBezTo>
                  <a:cubicBezTo>
                    <a:pt x="28" y="232"/>
                    <a:pt x="29" y="229"/>
                    <a:pt x="31" y="226"/>
                  </a:cubicBezTo>
                  <a:cubicBezTo>
                    <a:pt x="84" y="249"/>
                    <a:pt x="84" y="249"/>
                    <a:pt x="84" y="249"/>
                  </a:cubicBezTo>
                  <a:cubicBezTo>
                    <a:pt x="83" y="252"/>
                    <a:pt x="82" y="254"/>
                    <a:pt x="82" y="256"/>
                  </a:cubicBezTo>
                  <a:close/>
                  <a:moveTo>
                    <a:pt x="665" y="250"/>
                  </a:moveTo>
                  <a:cubicBezTo>
                    <a:pt x="664" y="248"/>
                    <a:pt x="663" y="246"/>
                    <a:pt x="662" y="243"/>
                  </a:cubicBezTo>
                  <a:cubicBezTo>
                    <a:pt x="715" y="219"/>
                    <a:pt x="715" y="219"/>
                    <a:pt x="715" y="219"/>
                  </a:cubicBezTo>
                  <a:cubicBezTo>
                    <a:pt x="716" y="222"/>
                    <a:pt x="718" y="224"/>
                    <a:pt x="719" y="227"/>
                  </a:cubicBezTo>
                  <a:lnTo>
                    <a:pt x="665" y="250"/>
                  </a:lnTo>
                  <a:close/>
                  <a:moveTo>
                    <a:pt x="87" y="244"/>
                  </a:moveTo>
                  <a:cubicBezTo>
                    <a:pt x="34" y="220"/>
                    <a:pt x="34" y="220"/>
                    <a:pt x="34" y="220"/>
                  </a:cubicBezTo>
                  <a:cubicBezTo>
                    <a:pt x="35" y="217"/>
                    <a:pt x="36" y="214"/>
                    <a:pt x="37" y="212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89" y="239"/>
                    <a:pt x="88" y="242"/>
                    <a:pt x="87" y="244"/>
                  </a:cubicBezTo>
                  <a:close/>
                  <a:moveTo>
                    <a:pt x="659" y="238"/>
                  </a:moveTo>
                  <a:cubicBezTo>
                    <a:pt x="658" y="236"/>
                    <a:pt x="657" y="234"/>
                    <a:pt x="656" y="231"/>
                  </a:cubicBezTo>
                  <a:cubicBezTo>
                    <a:pt x="708" y="205"/>
                    <a:pt x="708" y="205"/>
                    <a:pt x="708" y="205"/>
                  </a:cubicBezTo>
                  <a:cubicBezTo>
                    <a:pt x="710" y="208"/>
                    <a:pt x="711" y="210"/>
                    <a:pt x="712" y="213"/>
                  </a:cubicBezTo>
                  <a:lnTo>
                    <a:pt x="659" y="238"/>
                  </a:lnTo>
                  <a:close/>
                  <a:moveTo>
                    <a:pt x="93" y="232"/>
                  </a:moveTo>
                  <a:cubicBezTo>
                    <a:pt x="40" y="205"/>
                    <a:pt x="40" y="205"/>
                    <a:pt x="40" y="205"/>
                  </a:cubicBezTo>
                  <a:cubicBezTo>
                    <a:pt x="42" y="203"/>
                    <a:pt x="43" y="200"/>
                    <a:pt x="44" y="198"/>
                  </a:cubicBezTo>
                  <a:cubicBezTo>
                    <a:pt x="96" y="225"/>
                    <a:pt x="96" y="225"/>
                    <a:pt x="96" y="225"/>
                  </a:cubicBezTo>
                  <a:cubicBezTo>
                    <a:pt x="95" y="227"/>
                    <a:pt x="94" y="229"/>
                    <a:pt x="93" y="232"/>
                  </a:cubicBezTo>
                  <a:close/>
                  <a:moveTo>
                    <a:pt x="653" y="226"/>
                  </a:moveTo>
                  <a:cubicBezTo>
                    <a:pt x="652" y="224"/>
                    <a:pt x="651" y="222"/>
                    <a:pt x="650" y="220"/>
                  </a:cubicBezTo>
                  <a:cubicBezTo>
                    <a:pt x="701" y="191"/>
                    <a:pt x="701" y="191"/>
                    <a:pt x="701" y="191"/>
                  </a:cubicBezTo>
                  <a:cubicBezTo>
                    <a:pt x="702" y="193"/>
                    <a:pt x="704" y="196"/>
                    <a:pt x="705" y="199"/>
                  </a:cubicBezTo>
                  <a:lnTo>
                    <a:pt x="653" y="226"/>
                  </a:lnTo>
                  <a:close/>
                  <a:moveTo>
                    <a:pt x="99" y="220"/>
                  </a:moveTo>
                  <a:cubicBezTo>
                    <a:pt x="48" y="191"/>
                    <a:pt x="48" y="191"/>
                    <a:pt x="48" y="191"/>
                  </a:cubicBezTo>
                  <a:cubicBezTo>
                    <a:pt x="49" y="189"/>
                    <a:pt x="51" y="186"/>
                    <a:pt x="52" y="184"/>
                  </a:cubicBezTo>
                  <a:cubicBezTo>
                    <a:pt x="103" y="213"/>
                    <a:pt x="103" y="213"/>
                    <a:pt x="103" y="213"/>
                  </a:cubicBezTo>
                  <a:cubicBezTo>
                    <a:pt x="101" y="216"/>
                    <a:pt x="100" y="218"/>
                    <a:pt x="99" y="220"/>
                  </a:cubicBezTo>
                  <a:close/>
                  <a:moveTo>
                    <a:pt x="647" y="214"/>
                  </a:moveTo>
                  <a:cubicBezTo>
                    <a:pt x="646" y="212"/>
                    <a:pt x="644" y="210"/>
                    <a:pt x="643" y="208"/>
                  </a:cubicBezTo>
                  <a:cubicBezTo>
                    <a:pt x="693" y="177"/>
                    <a:pt x="693" y="177"/>
                    <a:pt x="693" y="177"/>
                  </a:cubicBezTo>
                  <a:cubicBezTo>
                    <a:pt x="694" y="180"/>
                    <a:pt x="696" y="182"/>
                    <a:pt x="697" y="185"/>
                  </a:cubicBezTo>
                  <a:lnTo>
                    <a:pt x="647" y="214"/>
                  </a:lnTo>
                  <a:close/>
                  <a:moveTo>
                    <a:pt x="106" y="208"/>
                  </a:moveTo>
                  <a:cubicBezTo>
                    <a:pt x="56" y="178"/>
                    <a:pt x="56" y="178"/>
                    <a:pt x="56" y="178"/>
                  </a:cubicBezTo>
                  <a:cubicBezTo>
                    <a:pt x="57" y="175"/>
                    <a:pt x="59" y="173"/>
                    <a:pt x="61" y="170"/>
                  </a:cubicBezTo>
                  <a:cubicBezTo>
                    <a:pt x="110" y="202"/>
                    <a:pt x="110" y="202"/>
                    <a:pt x="110" y="202"/>
                  </a:cubicBezTo>
                  <a:cubicBezTo>
                    <a:pt x="108" y="204"/>
                    <a:pt x="107" y="206"/>
                    <a:pt x="106" y="208"/>
                  </a:cubicBezTo>
                  <a:close/>
                  <a:moveTo>
                    <a:pt x="640" y="203"/>
                  </a:moveTo>
                  <a:cubicBezTo>
                    <a:pt x="639" y="201"/>
                    <a:pt x="637" y="199"/>
                    <a:pt x="636" y="197"/>
                  </a:cubicBezTo>
                  <a:cubicBezTo>
                    <a:pt x="684" y="164"/>
                    <a:pt x="684" y="164"/>
                    <a:pt x="684" y="164"/>
                  </a:cubicBezTo>
                  <a:cubicBezTo>
                    <a:pt x="686" y="166"/>
                    <a:pt x="688" y="169"/>
                    <a:pt x="689" y="171"/>
                  </a:cubicBezTo>
                  <a:lnTo>
                    <a:pt x="640" y="203"/>
                  </a:lnTo>
                  <a:close/>
                  <a:moveTo>
                    <a:pt x="113" y="197"/>
                  </a:moveTo>
                  <a:cubicBezTo>
                    <a:pt x="65" y="164"/>
                    <a:pt x="65" y="164"/>
                    <a:pt x="65" y="164"/>
                  </a:cubicBezTo>
                  <a:cubicBezTo>
                    <a:pt x="66" y="162"/>
                    <a:pt x="68" y="159"/>
                    <a:pt x="70" y="157"/>
                  </a:cubicBezTo>
                  <a:cubicBezTo>
                    <a:pt x="117" y="191"/>
                    <a:pt x="117" y="191"/>
                    <a:pt x="117" y="191"/>
                  </a:cubicBezTo>
                  <a:cubicBezTo>
                    <a:pt x="116" y="193"/>
                    <a:pt x="114" y="195"/>
                    <a:pt x="113" y="197"/>
                  </a:cubicBezTo>
                  <a:close/>
                  <a:moveTo>
                    <a:pt x="632" y="192"/>
                  </a:moveTo>
                  <a:cubicBezTo>
                    <a:pt x="631" y="190"/>
                    <a:pt x="630" y="188"/>
                    <a:pt x="628" y="186"/>
                  </a:cubicBezTo>
                  <a:cubicBezTo>
                    <a:pt x="675" y="151"/>
                    <a:pt x="675" y="151"/>
                    <a:pt x="675" y="151"/>
                  </a:cubicBezTo>
                  <a:cubicBezTo>
                    <a:pt x="677" y="153"/>
                    <a:pt x="679" y="156"/>
                    <a:pt x="680" y="158"/>
                  </a:cubicBezTo>
                  <a:lnTo>
                    <a:pt x="632" y="192"/>
                  </a:lnTo>
                  <a:close/>
                  <a:moveTo>
                    <a:pt x="121" y="186"/>
                  </a:moveTo>
                  <a:cubicBezTo>
                    <a:pt x="74" y="151"/>
                    <a:pt x="74" y="151"/>
                    <a:pt x="74" y="151"/>
                  </a:cubicBezTo>
                  <a:cubicBezTo>
                    <a:pt x="75" y="149"/>
                    <a:pt x="77" y="147"/>
                    <a:pt x="79" y="144"/>
                  </a:cubicBezTo>
                  <a:cubicBezTo>
                    <a:pt x="125" y="180"/>
                    <a:pt x="125" y="180"/>
                    <a:pt x="125" y="180"/>
                  </a:cubicBezTo>
                  <a:cubicBezTo>
                    <a:pt x="124" y="182"/>
                    <a:pt x="122" y="184"/>
                    <a:pt x="121" y="186"/>
                  </a:cubicBezTo>
                  <a:close/>
                  <a:moveTo>
                    <a:pt x="624" y="181"/>
                  </a:moveTo>
                  <a:cubicBezTo>
                    <a:pt x="623" y="179"/>
                    <a:pt x="622" y="177"/>
                    <a:pt x="620" y="175"/>
                  </a:cubicBezTo>
                  <a:cubicBezTo>
                    <a:pt x="665" y="139"/>
                    <a:pt x="665" y="139"/>
                    <a:pt x="665" y="139"/>
                  </a:cubicBezTo>
                  <a:cubicBezTo>
                    <a:pt x="667" y="141"/>
                    <a:pt x="669" y="143"/>
                    <a:pt x="671" y="145"/>
                  </a:cubicBezTo>
                  <a:lnTo>
                    <a:pt x="624" y="181"/>
                  </a:lnTo>
                  <a:close/>
                  <a:moveTo>
                    <a:pt x="129" y="175"/>
                  </a:moveTo>
                  <a:cubicBezTo>
                    <a:pt x="83" y="139"/>
                    <a:pt x="83" y="139"/>
                    <a:pt x="83" y="139"/>
                  </a:cubicBezTo>
                  <a:cubicBezTo>
                    <a:pt x="85" y="136"/>
                    <a:pt x="87" y="134"/>
                    <a:pt x="89" y="132"/>
                  </a:cubicBezTo>
                  <a:cubicBezTo>
                    <a:pt x="134" y="170"/>
                    <a:pt x="134" y="170"/>
                    <a:pt x="134" y="170"/>
                  </a:cubicBezTo>
                  <a:cubicBezTo>
                    <a:pt x="132" y="172"/>
                    <a:pt x="130" y="174"/>
                    <a:pt x="129" y="175"/>
                  </a:cubicBezTo>
                  <a:close/>
                  <a:moveTo>
                    <a:pt x="616" y="171"/>
                  </a:moveTo>
                  <a:cubicBezTo>
                    <a:pt x="615" y="169"/>
                    <a:pt x="613" y="167"/>
                    <a:pt x="611" y="165"/>
                  </a:cubicBezTo>
                  <a:cubicBezTo>
                    <a:pt x="655" y="126"/>
                    <a:pt x="655" y="126"/>
                    <a:pt x="655" y="126"/>
                  </a:cubicBezTo>
                  <a:cubicBezTo>
                    <a:pt x="657" y="129"/>
                    <a:pt x="659" y="131"/>
                    <a:pt x="661" y="133"/>
                  </a:cubicBezTo>
                  <a:lnTo>
                    <a:pt x="616" y="171"/>
                  </a:lnTo>
                  <a:close/>
                  <a:moveTo>
                    <a:pt x="138" y="165"/>
                  </a:moveTo>
                  <a:cubicBezTo>
                    <a:pt x="94" y="127"/>
                    <a:pt x="94" y="127"/>
                    <a:pt x="94" y="127"/>
                  </a:cubicBezTo>
                  <a:cubicBezTo>
                    <a:pt x="96" y="124"/>
                    <a:pt x="98" y="122"/>
                    <a:pt x="100" y="12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1" y="162"/>
                    <a:pt x="139" y="163"/>
                    <a:pt x="138" y="165"/>
                  </a:cubicBezTo>
                  <a:close/>
                  <a:moveTo>
                    <a:pt x="607" y="161"/>
                  </a:moveTo>
                  <a:cubicBezTo>
                    <a:pt x="606" y="159"/>
                    <a:pt x="604" y="157"/>
                    <a:pt x="602" y="155"/>
                  </a:cubicBezTo>
                  <a:cubicBezTo>
                    <a:pt x="644" y="115"/>
                    <a:pt x="644" y="115"/>
                    <a:pt x="644" y="115"/>
                  </a:cubicBezTo>
                  <a:cubicBezTo>
                    <a:pt x="646" y="117"/>
                    <a:pt x="648" y="119"/>
                    <a:pt x="650" y="121"/>
                  </a:cubicBezTo>
                  <a:lnTo>
                    <a:pt x="607" y="161"/>
                  </a:lnTo>
                  <a:close/>
                  <a:moveTo>
                    <a:pt x="147" y="155"/>
                  </a:moveTo>
                  <a:cubicBezTo>
                    <a:pt x="104" y="115"/>
                    <a:pt x="104" y="115"/>
                    <a:pt x="104" y="115"/>
                  </a:cubicBezTo>
                  <a:cubicBezTo>
                    <a:pt x="106" y="113"/>
                    <a:pt x="108" y="111"/>
                    <a:pt x="111" y="109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0" y="152"/>
                    <a:pt x="148" y="154"/>
                    <a:pt x="147" y="155"/>
                  </a:cubicBezTo>
                  <a:close/>
                  <a:moveTo>
                    <a:pt x="598" y="151"/>
                  </a:moveTo>
                  <a:cubicBezTo>
                    <a:pt x="596" y="149"/>
                    <a:pt x="595" y="147"/>
                    <a:pt x="593" y="146"/>
                  </a:cubicBezTo>
                  <a:cubicBezTo>
                    <a:pt x="633" y="104"/>
                    <a:pt x="633" y="104"/>
                    <a:pt x="633" y="104"/>
                  </a:cubicBezTo>
                  <a:cubicBezTo>
                    <a:pt x="635" y="106"/>
                    <a:pt x="637" y="108"/>
                    <a:pt x="639" y="110"/>
                  </a:cubicBezTo>
                  <a:lnTo>
                    <a:pt x="598" y="151"/>
                  </a:lnTo>
                  <a:close/>
                  <a:moveTo>
                    <a:pt x="156" y="146"/>
                  </a:moveTo>
                  <a:cubicBezTo>
                    <a:pt x="116" y="104"/>
                    <a:pt x="116" y="104"/>
                    <a:pt x="116" y="104"/>
                  </a:cubicBezTo>
                  <a:cubicBezTo>
                    <a:pt x="118" y="102"/>
                    <a:pt x="120" y="100"/>
                    <a:pt x="122" y="98"/>
                  </a:cubicBezTo>
                  <a:cubicBezTo>
                    <a:pt x="161" y="141"/>
                    <a:pt x="161" y="141"/>
                    <a:pt x="161" y="141"/>
                  </a:cubicBezTo>
                  <a:cubicBezTo>
                    <a:pt x="160" y="142"/>
                    <a:pt x="158" y="144"/>
                    <a:pt x="156" y="146"/>
                  </a:cubicBezTo>
                  <a:close/>
                  <a:moveTo>
                    <a:pt x="588" y="142"/>
                  </a:moveTo>
                  <a:cubicBezTo>
                    <a:pt x="587" y="140"/>
                    <a:pt x="585" y="138"/>
                    <a:pt x="583" y="137"/>
                  </a:cubicBezTo>
                  <a:cubicBezTo>
                    <a:pt x="622" y="93"/>
                    <a:pt x="622" y="93"/>
                    <a:pt x="622" y="93"/>
                  </a:cubicBezTo>
                  <a:cubicBezTo>
                    <a:pt x="624" y="95"/>
                    <a:pt x="626" y="97"/>
                    <a:pt x="628" y="99"/>
                  </a:cubicBezTo>
                  <a:lnTo>
                    <a:pt x="588" y="142"/>
                  </a:lnTo>
                  <a:close/>
                  <a:moveTo>
                    <a:pt x="166" y="137"/>
                  </a:moveTo>
                  <a:cubicBezTo>
                    <a:pt x="127" y="93"/>
                    <a:pt x="127" y="93"/>
                    <a:pt x="127" y="93"/>
                  </a:cubicBezTo>
                  <a:cubicBezTo>
                    <a:pt x="130" y="91"/>
                    <a:pt x="132" y="89"/>
                    <a:pt x="134" y="87"/>
                  </a:cubicBezTo>
                  <a:cubicBezTo>
                    <a:pt x="172" y="132"/>
                    <a:pt x="172" y="132"/>
                    <a:pt x="172" y="132"/>
                  </a:cubicBezTo>
                  <a:cubicBezTo>
                    <a:pt x="170" y="134"/>
                    <a:pt x="168" y="135"/>
                    <a:pt x="166" y="137"/>
                  </a:cubicBezTo>
                  <a:close/>
                  <a:moveTo>
                    <a:pt x="578" y="133"/>
                  </a:moveTo>
                  <a:cubicBezTo>
                    <a:pt x="576" y="131"/>
                    <a:pt x="575" y="130"/>
                    <a:pt x="573" y="128"/>
                  </a:cubicBezTo>
                  <a:cubicBezTo>
                    <a:pt x="609" y="83"/>
                    <a:pt x="609" y="83"/>
                    <a:pt x="609" y="83"/>
                  </a:cubicBezTo>
                  <a:cubicBezTo>
                    <a:pt x="612" y="84"/>
                    <a:pt x="614" y="86"/>
                    <a:pt x="616" y="88"/>
                  </a:cubicBezTo>
                  <a:lnTo>
                    <a:pt x="578" y="133"/>
                  </a:lnTo>
                  <a:close/>
                  <a:moveTo>
                    <a:pt x="176" y="128"/>
                  </a:moveTo>
                  <a:cubicBezTo>
                    <a:pt x="139" y="83"/>
                    <a:pt x="139" y="83"/>
                    <a:pt x="139" y="83"/>
                  </a:cubicBezTo>
                  <a:cubicBezTo>
                    <a:pt x="142" y="81"/>
                    <a:pt x="144" y="79"/>
                    <a:pt x="146" y="77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0" y="125"/>
                    <a:pt x="178" y="127"/>
                    <a:pt x="176" y="128"/>
                  </a:cubicBezTo>
                  <a:close/>
                  <a:moveTo>
                    <a:pt x="568" y="124"/>
                  </a:moveTo>
                  <a:cubicBezTo>
                    <a:pt x="566" y="123"/>
                    <a:pt x="564" y="121"/>
                    <a:pt x="562" y="120"/>
                  </a:cubicBezTo>
                  <a:cubicBezTo>
                    <a:pt x="597" y="73"/>
                    <a:pt x="597" y="73"/>
                    <a:pt x="597" y="73"/>
                  </a:cubicBezTo>
                  <a:cubicBezTo>
                    <a:pt x="599" y="75"/>
                    <a:pt x="601" y="76"/>
                    <a:pt x="604" y="78"/>
                  </a:cubicBezTo>
                  <a:lnTo>
                    <a:pt x="568" y="124"/>
                  </a:lnTo>
                  <a:close/>
                  <a:moveTo>
                    <a:pt x="187" y="120"/>
                  </a:moveTo>
                  <a:cubicBezTo>
                    <a:pt x="152" y="73"/>
                    <a:pt x="152" y="73"/>
                    <a:pt x="152" y="73"/>
                  </a:cubicBezTo>
                  <a:cubicBezTo>
                    <a:pt x="154" y="71"/>
                    <a:pt x="157" y="70"/>
                    <a:pt x="159" y="68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1" y="117"/>
                    <a:pt x="189" y="118"/>
                    <a:pt x="187" y="120"/>
                  </a:cubicBezTo>
                  <a:close/>
                  <a:moveTo>
                    <a:pt x="557" y="116"/>
                  </a:moveTo>
                  <a:cubicBezTo>
                    <a:pt x="555" y="115"/>
                    <a:pt x="553" y="113"/>
                    <a:pt x="551" y="112"/>
                  </a:cubicBezTo>
                  <a:cubicBezTo>
                    <a:pt x="584" y="64"/>
                    <a:pt x="584" y="64"/>
                    <a:pt x="584" y="64"/>
                  </a:cubicBezTo>
                  <a:cubicBezTo>
                    <a:pt x="586" y="65"/>
                    <a:pt x="589" y="67"/>
                    <a:pt x="591" y="69"/>
                  </a:cubicBezTo>
                  <a:lnTo>
                    <a:pt x="557" y="116"/>
                  </a:lnTo>
                  <a:close/>
                  <a:moveTo>
                    <a:pt x="198" y="112"/>
                  </a:moveTo>
                  <a:cubicBezTo>
                    <a:pt x="165" y="64"/>
                    <a:pt x="165" y="64"/>
                    <a:pt x="165" y="64"/>
                  </a:cubicBezTo>
                  <a:cubicBezTo>
                    <a:pt x="167" y="62"/>
                    <a:pt x="170" y="61"/>
                    <a:pt x="172" y="5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2" y="109"/>
                    <a:pt x="200" y="111"/>
                    <a:pt x="198" y="112"/>
                  </a:cubicBezTo>
                  <a:close/>
                  <a:moveTo>
                    <a:pt x="546" y="109"/>
                  </a:moveTo>
                  <a:cubicBezTo>
                    <a:pt x="544" y="107"/>
                    <a:pt x="542" y="106"/>
                    <a:pt x="540" y="105"/>
                  </a:cubicBezTo>
                  <a:cubicBezTo>
                    <a:pt x="571" y="55"/>
                    <a:pt x="571" y="55"/>
                    <a:pt x="571" y="55"/>
                  </a:cubicBezTo>
                  <a:cubicBezTo>
                    <a:pt x="573" y="57"/>
                    <a:pt x="575" y="58"/>
                    <a:pt x="578" y="60"/>
                  </a:cubicBezTo>
                  <a:lnTo>
                    <a:pt x="546" y="109"/>
                  </a:lnTo>
                  <a:close/>
                  <a:moveTo>
                    <a:pt x="209" y="105"/>
                  </a:moveTo>
                  <a:cubicBezTo>
                    <a:pt x="178" y="55"/>
                    <a:pt x="178" y="55"/>
                    <a:pt x="178" y="55"/>
                  </a:cubicBezTo>
                  <a:cubicBezTo>
                    <a:pt x="181" y="54"/>
                    <a:pt x="183" y="52"/>
                    <a:pt x="186" y="51"/>
                  </a:cubicBezTo>
                  <a:cubicBezTo>
                    <a:pt x="215" y="101"/>
                    <a:pt x="215" y="101"/>
                    <a:pt x="215" y="101"/>
                  </a:cubicBezTo>
                  <a:cubicBezTo>
                    <a:pt x="213" y="102"/>
                    <a:pt x="211" y="104"/>
                    <a:pt x="209" y="105"/>
                  </a:cubicBezTo>
                  <a:close/>
                  <a:moveTo>
                    <a:pt x="535" y="102"/>
                  </a:moveTo>
                  <a:cubicBezTo>
                    <a:pt x="533" y="100"/>
                    <a:pt x="530" y="99"/>
                    <a:pt x="528" y="98"/>
                  </a:cubicBezTo>
                  <a:cubicBezTo>
                    <a:pt x="557" y="47"/>
                    <a:pt x="557" y="47"/>
                    <a:pt x="557" y="47"/>
                  </a:cubicBezTo>
                  <a:cubicBezTo>
                    <a:pt x="559" y="48"/>
                    <a:pt x="562" y="50"/>
                    <a:pt x="564" y="51"/>
                  </a:cubicBezTo>
                  <a:lnTo>
                    <a:pt x="535" y="102"/>
                  </a:lnTo>
                  <a:close/>
                  <a:moveTo>
                    <a:pt x="220" y="98"/>
                  </a:moveTo>
                  <a:cubicBezTo>
                    <a:pt x="192" y="47"/>
                    <a:pt x="192" y="47"/>
                    <a:pt x="192" y="47"/>
                  </a:cubicBezTo>
                  <a:cubicBezTo>
                    <a:pt x="194" y="46"/>
                    <a:pt x="197" y="44"/>
                    <a:pt x="199" y="43"/>
                  </a:cubicBezTo>
                  <a:cubicBezTo>
                    <a:pt x="227" y="95"/>
                    <a:pt x="227" y="95"/>
                    <a:pt x="227" y="95"/>
                  </a:cubicBezTo>
                  <a:cubicBezTo>
                    <a:pt x="225" y="96"/>
                    <a:pt x="223" y="97"/>
                    <a:pt x="220" y="98"/>
                  </a:cubicBezTo>
                  <a:close/>
                  <a:moveTo>
                    <a:pt x="523" y="95"/>
                  </a:moveTo>
                  <a:cubicBezTo>
                    <a:pt x="521" y="94"/>
                    <a:pt x="519" y="93"/>
                    <a:pt x="516" y="92"/>
                  </a:cubicBezTo>
                  <a:cubicBezTo>
                    <a:pt x="543" y="40"/>
                    <a:pt x="543" y="40"/>
                    <a:pt x="543" y="40"/>
                  </a:cubicBezTo>
                  <a:cubicBezTo>
                    <a:pt x="545" y="41"/>
                    <a:pt x="548" y="42"/>
                    <a:pt x="550" y="44"/>
                  </a:cubicBezTo>
                  <a:lnTo>
                    <a:pt x="523" y="95"/>
                  </a:lnTo>
                  <a:close/>
                  <a:moveTo>
                    <a:pt x="232" y="92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08" y="38"/>
                    <a:pt x="211" y="37"/>
                    <a:pt x="214" y="36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7" y="90"/>
                    <a:pt x="234" y="91"/>
                    <a:pt x="232" y="92"/>
                  </a:cubicBezTo>
                  <a:close/>
                  <a:moveTo>
                    <a:pt x="511" y="89"/>
                  </a:moveTo>
                  <a:cubicBezTo>
                    <a:pt x="509" y="88"/>
                    <a:pt x="507" y="87"/>
                    <a:pt x="504" y="86"/>
                  </a:cubicBezTo>
                  <a:cubicBezTo>
                    <a:pt x="528" y="33"/>
                    <a:pt x="528" y="33"/>
                    <a:pt x="528" y="33"/>
                  </a:cubicBezTo>
                  <a:cubicBezTo>
                    <a:pt x="531" y="34"/>
                    <a:pt x="534" y="35"/>
                    <a:pt x="536" y="36"/>
                  </a:cubicBezTo>
                  <a:lnTo>
                    <a:pt x="511" y="89"/>
                  </a:lnTo>
                  <a:close/>
                  <a:moveTo>
                    <a:pt x="244" y="86"/>
                  </a:moveTo>
                  <a:cubicBezTo>
                    <a:pt x="220" y="33"/>
                    <a:pt x="220" y="33"/>
                    <a:pt x="220" y="33"/>
                  </a:cubicBezTo>
                  <a:cubicBezTo>
                    <a:pt x="223" y="32"/>
                    <a:pt x="225" y="31"/>
                    <a:pt x="228" y="29"/>
                  </a:cubicBezTo>
                  <a:cubicBezTo>
                    <a:pt x="251" y="83"/>
                    <a:pt x="251" y="83"/>
                    <a:pt x="251" y="83"/>
                  </a:cubicBezTo>
                  <a:cubicBezTo>
                    <a:pt x="249" y="84"/>
                    <a:pt x="247" y="85"/>
                    <a:pt x="244" y="86"/>
                  </a:cubicBezTo>
                  <a:close/>
                  <a:moveTo>
                    <a:pt x="499" y="83"/>
                  </a:moveTo>
                  <a:cubicBezTo>
                    <a:pt x="496" y="83"/>
                    <a:pt x="494" y="82"/>
                    <a:pt x="492" y="81"/>
                  </a:cubicBezTo>
                  <a:cubicBezTo>
                    <a:pt x="514" y="26"/>
                    <a:pt x="514" y="26"/>
                    <a:pt x="514" y="26"/>
                  </a:cubicBezTo>
                  <a:cubicBezTo>
                    <a:pt x="516" y="27"/>
                    <a:pt x="519" y="29"/>
                    <a:pt x="522" y="30"/>
                  </a:cubicBezTo>
                  <a:lnTo>
                    <a:pt x="499" y="83"/>
                  </a:lnTo>
                  <a:close/>
                  <a:moveTo>
                    <a:pt x="257" y="81"/>
                  </a:moveTo>
                  <a:cubicBezTo>
                    <a:pt x="235" y="27"/>
                    <a:pt x="235" y="27"/>
                    <a:pt x="235" y="27"/>
                  </a:cubicBezTo>
                  <a:cubicBezTo>
                    <a:pt x="237" y="26"/>
                    <a:pt x="240" y="24"/>
                    <a:pt x="243" y="23"/>
                  </a:cubicBezTo>
                  <a:cubicBezTo>
                    <a:pt x="263" y="78"/>
                    <a:pt x="263" y="78"/>
                    <a:pt x="263" y="78"/>
                  </a:cubicBezTo>
                  <a:cubicBezTo>
                    <a:pt x="261" y="79"/>
                    <a:pt x="259" y="80"/>
                    <a:pt x="257" y="81"/>
                  </a:cubicBezTo>
                  <a:close/>
                  <a:moveTo>
                    <a:pt x="486" y="78"/>
                  </a:moveTo>
                  <a:cubicBezTo>
                    <a:pt x="484" y="78"/>
                    <a:pt x="482" y="77"/>
                    <a:pt x="479" y="76"/>
                  </a:cubicBezTo>
                  <a:cubicBezTo>
                    <a:pt x="499" y="21"/>
                    <a:pt x="499" y="21"/>
                    <a:pt x="499" y="21"/>
                  </a:cubicBezTo>
                  <a:cubicBezTo>
                    <a:pt x="502" y="22"/>
                    <a:pt x="504" y="23"/>
                    <a:pt x="507" y="24"/>
                  </a:cubicBezTo>
                  <a:lnTo>
                    <a:pt x="486" y="78"/>
                  </a:lnTo>
                  <a:close/>
                  <a:moveTo>
                    <a:pt x="269" y="76"/>
                  </a:moveTo>
                  <a:cubicBezTo>
                    <a:pt x="250" y="21"/>
                    <a:pt x="250" y="21"/>
                    <a:pt x="250" y="21"/>
                  </a:cubicBezTo>
                  <a:cubicBezTo>
                    <a:pt x="252" y="20"/>
                    <a:pt x="255" y="19"/>
                    <a:pt x="258" y="18"/>
                  </a:cubicBezTo>
                  <a:cubicBezTo>
                    <a:pt x="276" y="74"/>
                    <a:pt x="276" y="74"/>
                    <a:pt x="276" y="74"/>
                  </a:cubicBezTo>
                  <a:cubicBezTo>
                    <a:pt x="274" y="75"/>
                    <a:pt x="271" y="75"/>
                    <a:pt x="269" y="76"/>
                  </a:cubicBezTo>
                  <a:close/>
                  <a:moveTo>
                    <a:pt x="474" y="74"/>
                  </a:moveTo>
                  <a:cubicBezTo>
                    <a:pt x="471" y="73"/>
                    <a:pt x="469" y="72"/>
                    <a:pt x="467" y="72"/>
                  </a:cubicBezTo>
                  <a:cubicBezTo>
                    <a:pt x="484" y="16"/>
                    <a:pt x="484" y="16"/>
                    <a:pt x="484" y="16"/>
                  </a:cubicBezTo>
                  <a:cubicBezTo>
                    <a:pt x="486" y="17"/>
                    <a:pt x="489" y="18"/>
                    <a:pt x="492" y="18"/>
                  </a:cubicBezTo>
                  <a:lnTo>
                    <a:pt x="474" y="74"/>
                  </a:lnTo>
                  <a:close/>
                  <a:moveTo>
                    <a:pt x="282" y="72"/>
                  </a:moveTo>
                  <a:cubicBezTo>
                    <a:pt x="265" y="16"/>
                    <a:pt x="265" y="16"/>
                    <a:pt x="265" y="16"/>
                  </a:cubicBezTo>
                  <a:cubicBezTo>
                    <a:pt x="267" y="15"/>
                    <a:pt x="270" y="14"/>
                    <a:pt x="273" y="14"/>
                  </a:cubicBezTo>
                  <a:cubicBezTo>
                    <a:pt x="289" y="70"/>
                    <a:pt x="289" y="70"/>
                    <a:pt x="289" y="70"/>
                  </a:cubicBezTo>
                  <a:cubicBezTo>
                    <a:pt x="286" y="71"/>
                    <a:pt x="284" y="71"/>
                    <a:pt x="282" y="72"/>
                  </a:cubicBezTo>
                  <a:close/>
                  <a:moveTo>
                    <a:pt x="461" y="70"/>
                  </a:moveTo>
                  <a:cubicBezTo>
                    <a:pt x="458" y="69"/>
                    <a:pt x="456" y="69"/>
                    <a:pt x="454" y="68"/>
                  </a:cubicBezTo>
                  <a:cubicBezTo>
                    <a:pt x="468" y="12"/>
                    <a:pt x="468" y="12"/>
                    <a:pt x="468" y="12"/>
                  </a:cubicBezTo>
                  <a:cubicBezTo>
                    <a:pt x="471" y="12"/>
                    <a:pt x="474" y="13"/>
                    <a:pt x="477" y="14"/>
                  </a:cubicBezTo>
                  <a:lnTo>
                    <a:pt x="461" y="70"/>
                  </a:lnTo>
                  <a:close/>
                  <a:moveTo>
                    <a:pt x="295" y="68"/>
                  </a:moveTo>
                  <a:cubicBezTo>
                    <a:pt x="280" y="12"/>
                    <a:pt x="280" y="12"/>
                    <a:pt x="280" y="12"/>
                  </a:cubicBezTo>
                  <a:cubicBezTo>
                    <a:pt x="283" y="11"/>
                    <a:pt x="286" y="10"/>
                    <a:pt x="288" y="10"/>
                  </a:cubicBezTo>
                  <a:cubicBezTo>
                    <a:pt x="302" y="67"/>
                    <a:pt x="302" y="67"/>
                    <a:pt x="302" y="67"/>
                  </a:cubicBezTo>
                  <a:cubicBezTo>
                    <a:pt x="299" y="67"/>
                    <a:pt x="297" y="68"/>
                    <a:pt x="295" y="68"/>
                  </a:cubicBezTo>
                  <a:close/>
                  <a:moveTo>
                    <a:pt x="448" y="67"/>
                  </a:moveTo>
                  <a:cubicBezTo>
                    <a:pt x="445" y="66"/>
                    <a:pt x="443" y="66"/>
                    <a:pt x="441" y="65"/>
                  </a:cubicBezTo>
                  <a:cubicBezTo>
                    <a:pt x="453" y="8"/>
                    <a:pt x="453" y="8"/>
                    <a:pt x="453" y="8"/>
                  </a:cubicBezTo>
                  <a:cubicBezTo>
                    <a:pt x="456" y="8"/>
                    <a:pt x="459" y="9"/>
                    <a:pt x="461" y="10"/>
                  </a:cubicBezTo>
                  <a:lnTo>
                    <a:pt x="448" y="67"/>
                  </a:lnTo>
                  <a:close/>
                  <a:moveTo>
                    <a:pt x="308" y="65"/>
                  </a:moveTo>
                  <a:cubicBezTo>
                    <a:pt x="295" y="8"/>
                    <a:pt x="295" y="8"/>
                    <a:pt x="295" y="8"/>
                  </a:cubicBezTo>
                  <a:cubicBezTo>
                    <a:pt x="298" y="7"/>
                    <a:pt x="301" y="7"/>
                    <a:pt x="304" y="6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2" y="64"/>
                    <a:pt x="310" y="65"/>
                    <a:pt x="308" y="65"/>
                  </a:cubicBezTo>
                  <a:close/>
                  <a:moveTo>
                    <a:pt x="435" y="64"/>
                  </a:moveTo>
                  <a:cubicBezTo>
                    <a:pt x="432" y="63"/>
                    <a:pt x="430" y="63"/>
                    <a:pt x="428" y="63"/>
                  </a:cubicBezTo>
                  <a:cubicBezTo>
                    <a:pt x="437" y="5"/>
                    <a:pt x="437" y="5"/>
                    <a:pt x="437" y="5"/>
                  </a:cubicBezTo>
                  <a:cubicBezTo>
                    <a:pt x="440" y="5"/>
                    <a:pt x="443" y="6"/>
                    <a:pt x="446" y="6"/>
                  </a:cubicBezTo>
                  <a:lnTo>
                    <a:pt x="435" y="64"/>
                  </a:lnTo>
                  <a:close/>
                  <a:moveTo>
                    <a:pt x="321" y="63"/>
                  </a:moveTo>
                  <a:cubicBezTo>
                    <a:pt x="311" y="5"/>
                    <a:pt x="311" y="5"/>
                    <a:pt x="311" y="5"/>
                  </a:cubicBezTo>
                  <a:cubicBezTo>
                    <a:pt x="314" y="5"/>
                    <a:pt x="317" y="4"/>
                    <a:pt x="320" y="4"/>
                  </a:cubicBezTo>
                  <a:cubicBezTo>
                    <a:pt x="328" y="61"/>
                    <a:pt x="328" y="61"/>
                    <a:pt x="328" y="61"/>
                  </a:cubicBezTo>
                  <a:cubicBezTo>
                    <a:pt x="326" y="62"/>
                    <a:pt x="323" y="62"/>
                    <a:pt x="321" y="63"/>
                  </a:cubicBezTo>
                  <a:close/>
                  <a:moveTo>
                    <a:pt x="422" y="62"/>
                  </a:moveTo>
                  <a:cubicBezTo>
                    <a:pt x="419" y="61"/>
                    <a:pt x="417" y="61"/>
                    <a:pt x="414" y="61"/>
                  </a:cubicBezTo>
                  <a:cubicBezTo>
                    <a:pt x="422" y="3"/>
                    <a:pt x="422" y="3"/>
                    <a:pt x="422" y="3"/>
                  </a:cubicBezTo>
                  <a:cubicBezTo>
                    <a:pt x="424" y="3"/>
                    <a:pt x="427" y="3"/>
                    <a:pt x="430" y="4"/>
                  </a:cubicBezTo>
                  <a:lnTo>
                    <a:pt x="422" y="62"/>
                  </a:lnTo>
                  <a:close/>
                  <a:moveTo>
                    <a:pt x="334" y="61"/>
                  </a:moveTo>
                  <a:cubicBezTo>
                    <a:pt x="327" y="3"/>
                    <a:pt x="327" y="3"/>
                    <a:pt x="327" y="3"/>
                  </a:cubicBezTo>
                  <a:cubicBezTo>
                    <a:pt x="330" y="2"/>
                    <a:pt x="332" y="2"/>
                    <a:pt x="335" y="2"/>
                  </a:cubicBezTo>
                  <a:cubicBezTo>
                    <a:pt x="341" y="60"/>
                    <a:pt x="341" y="60"/>
                    <a:pt x="341" y="60"/>
                  </a:cubicBezTo>
                  <a:cubicBezTo>
                    <a:pt x="339" y="60"/>
                    <a:pt x="337" y="60"/>
                    <a:pt x="334" y="61"/>
                  </a:cubicBezTo>
                  <a:close/>
                  <a:moveTo>
                    <a:pt x="408" y="60"/>
                  </a:moveTo>
                  <a:cubicBezTo>
                    <a:pt x="406" y="60"/>
                    <a:pt x="403" y="59"/>
                    <a:pt x="401" y="59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9" y="1"/>
                    <a:pt x="412" y="1"/>
                    <a:pt x="414" y="2"/>
                  </a:cubicBezTo>
                  <a:lnTo>
                    <a:pt x="408" y="60"/>
                  </a:lnTo>
                  <a:close/>
                  <a:moveTo>
                    <a:pt x="347" y="59"/>
                  </a:moveTo>
                  <a:cubicBezTo>
                    <a:pt x="342" y="1"/>
                    <a:pt x="342" y="1"/>
                    <a:pt x="342" y="1"/>
                  </a:cubicBezTo>
                  <a:cubicBezTo>
                    <a:pt x="345" y="1"/>
                    <a:pt x="348" y="1"/>
                    <a:pt x="351" y="0"/>
                  </a:cubicBezTo>
                  <a:cubicBezTo>
                    <a:pt x="355" y="59"/>
                    <a:pt x="355" y="59"/>
                    <a:pt x="355" y="59"/>
                  </a:cubicBezTo>
                  <a:cubicBezTo>
                    <a:pt x="352" y="59"/>
                    <a:pt x="350" y="59"/>
                    <a:pt x="347" y="59"/>
                  </a:cubicBezTo>
                  <a:close/>
                  <a:moveTo>
                    <a:pt x="395" y="59"/>
                  </a:moveTo>
                  <a:cubicBezTo>
                    <a:pt x="392" y="59"/>
                    <a:pt x="390" y="58"/>
                    <a:pt x="388" y="58"/>
                  </a:cubicBezTo>
                  <a:cubicBezTo>
                    <a:pt x="390" y="0"/>
                    <a:pt x="390" y="0"/>
                    <a:pt x="390" y="0"/>
                  </a:cubicBezTo>
                  <a:cubicBezTo>
                    <a:pt x="393" y="0"/>
                    <a:pt x="396" y="0"/>
                    <a:pt x="399" y="0"/>
                  </a:cubicBezTo>
                  <a:lnTo>
                    <a:pt x="395" y="59"/>
                  </a:lnTo>
                  <a:close/>
                  <a:moveTo>
                    <a:pt x="361" y="58"/>
                  </a:moveTo>
                  <a:cubicBezTo>
                    <a:pt x="358" y="0"/>
                    <a:pt x="358" y="0"/>
                    <a:pt x="358" y="0"/>
                  </a:cubicBezTo>
                  <a:cubicBezTo>
                    <a:pt x="361" y="0"/>
                    <a:pt x="364" y="0"/>
                    <a:pt x="367" y="0"/>
                  </a:cubicBezTo>
                  <a:cubicBezTo>
                    <a:pt x="368" y="58"/>
                    <a:pt x="368" y="58"/>
                    <a:pt x="368" y="58"/>
                  </a:cubicBezTo>
                  <a:cubicBezTo>
                    <a:pt x="366" y="58"/>
                    <a:pt x="363" y="58"/>
                    <a:pt x="361" y="58"/>
                  </a:cubicBezTo>
                  <a:close/>
                  <a:moveTo>
                    <a:pt x="382" y="58"/>
                  </a:moveTo>
                  <a:cubicBezTo>
                    <a:pt x="379" y="58"/>
                    <a:pt x="377" y="58"/>
                    <a:pt x="375" y="58"/>
                  </a:cubicBezTo>
                  <a:cubicBezTo>
                    <a:pt x="374" y="58"/>
                    <a:pt x="374" y="58"/>
                    <a:pt x="374" y="58"/>
                  </a:cubicBezTo>
                  <a:cubicBezTo>
                    <a:pt x="374" y="23"/>
                    <a:pt x="374" y="23"/>
                    <a:pt x="374" y="23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7" y="0"/>
                    <a:pt x="380" y="0"/>
                    <a:pt x="383" y="0"/>
                  </a:cubicBezTo>
                  <a:lnTo>
                    <a:pt x="382" y="58"/>
                  </a:lnTo>
                  <a:close/>
                  <a:moveTo>
                    <a:pt x="374" y="23"/>
                  </a:moveTo>
                  <a:cubicBezTo>
                    <a:pt x="374" y="29"/>
                    <a:pt x="374" y="29"/>
                    <a:pt x="374" y="29"/>
                  </a:cubicBezTo>
                  <a:cubicBezTo>
                    <a:pt x="374" y="24"/>
                    <a:pt x="374" y="24"/>
                    <a:pt x="374" y="24"/>
                  </a:cubicBezTo>
                  <a:lnTo>
                    <a:pt x="374" y="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32"/>
            <p:cNvSpPr/>
            <p:nvPr/>
          </p:nvSpPr>
          <p:spPr>
            <a:xfrm>
              <a:off x="5734050" y="4329113"/>
              <a:ext cx="985838" cy="987424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293" y="585"/>
                  </a:moveTo>
                  <a:cubicBezTo>
                    <a:pt x="131" y="585"/>
                    <a:pt x="0" y="454"/>
                    <a:pt x="0" y="293"/>
                  </a:cubicBezTo>
                  <a:cubicBezTo>
                    <a:pt x="0" y="131"/>
                    <a:pt x="131" y="0"/>
                    <a:pt x="293" y="0"/>
                  </a:cubicBezTo>
                  <a:cubicBezTo>
                    <a:pt x="454" y="0"/>
                    <a:pt x="585" y="131"/>
                    <a:pt x="585" y="293"/>
                  </a:cubicBezTo>
                  <a:cubicBezTo>
                    <a:pt x="585" y="454"/>
                    <a:pt x="454" y="585"/>
                    <a:pt x="293" y="585"/>
                  </a:cubicBezTo>
                  <a:close/>
                  <a:moveTo>
                    <a:pt x="293" y="5"/>
                  </a:moveTo>
                  <a:cubicBezTo>
                    <a:pt x="134" y="5"/>
                    <a:pt x="5" y="134"/>
                    <a:pt x="5" y="293"/>
                  </a:cubicBezTo>
                  <a:cubicBezTo>
                    <a:pt x="5" y="451"/>
                    <a:pt x="134" y="580"/>
                    <a:pt x="293" y="580"/>
                  </a:cubicBezTo>
                  <a:cubicBezTo>
                    <a:pt x="451" y="580"/>
                    <a:pt x="580" y="451"/>
                    <a:pt x="580" y="293"/>
                  </a:cubicBezTo>
                  <a:cubicBezTo>
                    <a:pt x="580" y="134"/>
                    <a:pt x="451" y="5"/>
                    <a:pt x="29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32"/>
            <p:cNvSpPr/>
            <p:nvPr/>
          </p:nvSpPr>
          <p:spPr>
            <a:xfrm>
              <a:off x="5738813" y="4333875"/>
              <a:ext cx="974725" cy="976313"/>
            </a:xfrm>
            <a:custGeom>
              <a:avLst/>
              <a:gdLst/>
              <a:ahLst/>
              <a:cxnLst/>
              <a:rect l="l" t="t" r="r" b="b"/>
              <a:pathLst>
                <a:path w="578" h="579" extrusionOk="0">
                  <a:moveTo>
                    <a:pt x="290" y="0"/>
                  </a:move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8" y="0"/>
                    <a:pt x="287" y="0"/>
                    <a:pt x="287" y="0"/>
                  </a:cubicBezTo>
                  <a:cubicBezTo>
                    <a:pt x="287" y="49"/>
                    <a:pt x="287" y="49"/>
                    <a:pt x="287" y="49"/>
                  </a:cubicBezTo>
                  <a:cubicBezTo>
                    <a:pt x="288" y="49"/>
                    <a:pt x="289" y="49"/>
                    <a:pt x="290" y="49"/>
                  </a:cubicBezTo>
                  <a:lnTo>
                    <a:pt x="290" y="0"/>
                  </a:lnTo>
                  <a:close/>
                  <a:moveTo>
                    <a:pt x="234" y="5"/>
                  </a:moveTo>
                  <a:cubicBezTo>
                    <a:pt x="233" y="6"/>
                    <a:pt x="233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1" y="6"/>
                    <a:pt x="231" y="6"/>
                    <a:pt x="231" y="6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2" y="54"/>
                    <a:pt x="243" y="54"/>
                    <a:pt x="243" y="54"/>
                  </a:cubicBezTo>
                  <a:lnTo>
                    <a:pt x="234" y="5"/>
                  </a:lnTo>
                  <a:close/>
                  <a:moveTo>
                    <a:pt x="181" y="21"/>
                  </a:moveTo>
                  <a:cubicBezTo>
                    <a:pt x="180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8" y="22"/>
                    <a:pt x="178" y="22"/>
                    <a:pt x="178" y="22"/>
                  </a:cubicBezTo>
                  <a:cubicBezTo>
                    <a:pt x="197" y="68"/>
                    <a:pt x="197" y="68"/>
                    <a:pt x="197" y="68"/>
                  </a:cubicBezTo>
                  <a:cubicBezTo>
                    <a:pt x="198" y="67"/>
                    <a:pt x="198" y="67"/>
                    <a:pt x="199" y="67"/>
                  </a:cubicBezTo>
                  <a:lnTo>
                    <a:pt x="181" y="21"/>
                  </a:lnTo>
                  <a:close/>
                  <a:moveTo>
                    <a:pt x="131" y="47"/>
                  </a:moveTo>
                  <a:cubicBezTo>
                    <a:pt x="131" y="47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57" y="89"/>
                    <a:pt x="157" y="89"/>
                    <a:pt x="158" y="88"/>
                  </a:cubicBezTo>
                  <a:lnTo>
                    <a:pt x="131" y="47"/>
                  </a:lnTo>
                  <a:close/>
                  <a:moveTo>
                    <a:pt x="88" y="82"/>
                  </a:moveTo>
                  <a:cubicBezTo>
                    <a:pt x="87" y="82"/>
                    <a:pt x="87" y="83"/>
                    <a:pt x="87" y="83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120" y="119"/>
                    <a:pt x="120" y="119"/>
                    <a:pt x="120" y="119"/>
                  </a:cubicBezTo>
                  <a:cubicBezTo>
                    <a:pt x="121" y="118"/>
                    <a:pt x="121" y="118"/>
                    <a:pt x="122" y="117"/>
                  </a:cubicBezTo>
                  <a:lnTo>
                    <a:pt x="88" y="82"/>
                  </a:lnTo>
                  <a:close/>
                  <a:moveTo>
                    <a:pt x="52" y="125"/>
                  </a:move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4"/>
                    <a:pt x="92" y="153"/>
                    <a:pt x="92" y="153"/>
                  </a:cubicBezTo>
                  <a:lnTo>
                    <a:pt x="52" y="125"/>
                  </a:lnTo>
                  <a:close/>
                  <a:moveTo>
                    <a:pt x="24" y="173"/>
                  </a:move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4"/>
                    <a:pt x="24" y="175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69" y="194"/>
                    <a:pt x="69" y="194"/>
                    <a:pt x="69" y="193"/>
                  </a:cubicBezTo>
                  <a:lnTo>
                    <a:pt x="24" y="173"/>
                  </a:lnTo>
                  <a:close/>
                  <a:moveTo>
                    <a:pt x="7" y="226"/>
                  </a:moveTo>
                  <a:cubicBezTo>
                    <a:pt x="7" y="227"/>
                    <a:pt x="7" y="227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54" y="239"/>
                    <a:pt x="54" y="239"/>
                    <a:pt x="54" y="239"/>
                  </a:cubicBezTo>
                  <a:cubicBezTo>
                    <a:pt x="55" y="238"/>
                    <a:pt x="55" y="238"/>
                    <a:pt x="55" y="237"/>
                  </a:cubicBezTo>
                  <a:cubicBezTo>
                    <a:pt x="7" y="226"/>
                    <a:pt x="7" y="226"/>
                    <a:pt x="7" y="226"/>
                  </a:cubicBezTo>
                  <a:close/>
                  <a:moveTo>
                    <a:pt x="0" y="28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49" y="285"/>
                    <a:pt x="49" y="285"/>
                    <a:pt x="49" y="285"/>
                  </a:cubicBezTo>
                  <a:cubicBezTo>
                    <a:pt x="49" y="284"/>
                    <a:pt x="49" y="284"/>
                    <a:pt x="49" y="283"/>
                  </a:cubicBezTo>
                  <a:lnTo>
                    <a:pt x="0" y="281"/>
                  </a:lnTo>
                  <a:close/>
                  <a:moveTo>
                    <a:pt x="52" y="329"/>
                  </a:moveTo>
                  <a:cubicBezTo>
                    <a:pt x="4" y="337"/>
                    <a:pt x="4" y="337"/>
                    <a:pt x="4" y="337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9"/>
                    <a:pt x="4" y="339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53" y="331"/>
                    <a:pt x="53" y="331"/>
                    <a:pt x="53" y="331"/>
                  </a:cubicBezTo>
                  <a:cubicBezTo>
                    <a:pt x="53" y="331"/>
                    <a:pt x="52" y="330"/>
                    <a:pt x="52" y="329"/>
                  </a:cubicBezTo>
                  <a:close/>
                  <a:moveTo>
                    <a:pt x="64" y="374"/>
                  </a:moveTo>
                  <a:cubicBezTo>
                    <a:pt x="18" y="391"/>
                    <a:pt x="18" y="391"/>
                    <a:pt x="18" y="391"/>
                  </a:cubicBezTo>
                  <a:cubicBezTo>
                    <a:pt x="19" y="392"/>
                    <a:pt x="19" y="393"/>
                    <a:pt x="19" y="394"/>
                  </a:cubicBezTo>
                  <a:cubicBezTo>
                    <a:pt x="65" y="376"/>
                    <a:pt x="65" y="376"/>
                    <a:pt x="65" y="376"/>
                  </a:cubicBezTo>
                  <a:cubicBezTo>
                    <a:pt x="65" y="375"/>
                    <a:pt x="64" y="374"/>
                    <a:pt x="64" y="374"/>
                  </a:cubicBezTo>
                  <a:close/>
                  <a:moveTo>
                    <a:pt x="84" y="415"/>
                  </a:moveTo>
                  <a:cubicBezTo>
                    <a:pt x="43" y="441"/>
                    <a:pt x="43" y="441"/>
                    <a:pt x="43" y="441"/>
                  </a:cubicBezTo>
                  <a:cubicBezTo>
                    <a:pt x="43" y="441"/>
                    <a:pt x="43" y="442"/>
                    <a:pt x="44" y="442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86" y="417"/>
                    <a:pt x="86" y="417"/>
                    <a:pt x="86" y="417"/>
                  </a:cubicBezTo>
                  <a:cubicBezTo>
                    <a:pt x="85" y="417"/>
                    <a:pt x="85" y="416"/>
                    <a:pt x="84" y="415"/>
                  </a:cubicBezTo>
                  <a:close/>
                  <a:moveTo>
                    <a:pt x="112" y="452"/>
                  </a:moveTo>
                  <a:cubicBezTo>
                    <a:pt x="76" y="485"/>
                    <a:pt x="76" y="485"/>
                    <a:pt x="76" y="485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114" y="454"/>
                    <a:pt x="114" y="454"/>
                    <a:pt x="114" y="454"/>
                  </a:cubicBezTo>
                  <a:cubicBezTo>
                    <a:pt x="113" y="453"/>
                    <a:pt x="113" y="453"/>
                    <a:pt x="112" y="452"/>
                  </a:cubicBezTo>
                  <a:close/>
                  <a:moveTo>
                    <a:pt x="147" y="483"/>
                  </a:moveTo>
                  <a:cubicBezTo>
                    <a:pt x="118" y="523"/>
                    <a:pt x="118" y="523"/>
                    <a:pt x="118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48" y="484"/>
                    <a:pt x="147" y="484"/>
                    <a:pt x="147" y="483"/>
                  </a:cubicBezTo>
                  <a:close/>
                  <a:moveTo>
                    <a:pt x="187" y="507"/>
                  </a:moveTo>
                  <a:cubicBezTo>
                    <a:pt x="165" y="551"/>
                    <a:pt x="165" y="551"/>
                    <a:pt x="165" y="551"/>
                  </a:cubicBezTo>
                  <a:cubicBezTo>
                    <a:pt x="166" y="552"/>
                    <a:pt x="167" y="552"/>
                    <a:pt x="167" y="552"/>
                  </a:cubicBezTo>
                  <a:cubicBezTo>
                    <a:pt x="167" y="552"/>
                    <a:pt x="167" y="552"/>
                    <a:pt x="167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3"/>
                    <a:pt x="168" y="553"/>
                    <a:pt x="168" y="553"/>
                  </a:cubicBezTo>
                  <a:cubicBezTo>
                    <a:pt x="189" y="508"/>
                    <a:pt x="189" y="508"/>
                    <a:pt x="189" y="508"/>
                  </a:cubicBezTo>
                  <a:cubicBezTo>
                    <a:pt x="188" y="508"/>
                    <a:pt x="187" y="507"/>
                    <a:pt x="187" y="507"/>
                  </a:cubicBezTo>
                  <a:close/>
                  <a:moveTo>
                    <a:pt x="230" y="523"/>
                  </a:move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20" y="571"/>
                    <a:pt x="220" y="571"/>
                    <a:pt x="221" y="571"/>
                  </a:cubicBezTo>
                  <a:cubicBezTo>
                    <a:pt x="232" y="523"/>
                    <a:pt x="232" y="523"/>
                    <a:pt x="232" y="523"/>
                  </a:cubicBezTo>
                  <a:cubicBezTo>
                    <a:pt x="232" y="523"/>
                    <a:pt x="231" y="523"/>
                    <a:pt x="230" y="523"/>
                  </a:cubicBezTo>
                  <a:close/>
                  <a:moveTo>
                    <a:pt x="276" y="530"/>
                  </a:move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5" y="579"/>
                    <a:pt x="276" y="579"/>
                  </a:cubicBezTo>
                  <a:cubicBezTo>
                    <a:pt x="278" y="530"/>
                    <a:pt x="278" y="530"/>
                    <a:pt x="278" y="530"/>
                  </a:cubicBezTo>
                  <a:cubicBezTo>
                    <a:pt x="277" y="530"/>
                    <a:pt x="277" y="530"/>
                    <a:pt x="276" y="530"/>
                  </a:cubicBezTo>
                  <a:close/>
                  <a:moveTo>
                    <a:pt x="325" y="528"/>
                  </a:moveTo>
                  <a:cubicBezTo>
                    <a:pt x="324" y="528"/>
                    <a:pt x="323" y="528"/>
                    <a:pt x="322" y="528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0" y="576"/>
                    <a:pt x="331" y="576"/>
                    <a:pt x="332" y="576"/>
                  </a:cubicBezTo>
                  <a:lnTo>
                    <a:pt x="325" y="528"/>
                  </a:lnTo>
                  <a:close/>
                  <a:moveTo>
                    <a:pt x="369" y="516"/>
                  </a:moveTo>
                  <a:cubicBezTo>
                    <a:pt x="369" y="517"/>
                    <a:pt x="368" y="517"/>
                    <a:pt x="367" y="517"/>
                  </a:cubicBezTo>
                  <a:cubicBezTo>
                    <a:pt x="383" y="564"/>
                    <a:pt x="383" y="564"/>
                    <a:pt x="383" y="564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5" y="563"/>
                    <a:pt x="385" y="563"/>
                    <a:pt x="386" y="563"/>
                  </a:cubicBezTo>
                  <a:lnTo>
                    <a:pt x="369" y="516"/>
                  </a:lnTo>
                  <a:close/>
                  <a:moveTo>
                    <a:pt x="411" y="497"/>
                  </a:moveTo>
                  <a:cubicBezTo>
                    <a:pt x="411" y="497"/>
                    <a:pt x="410" y="498"/>
                    <a:pt x="409" y="498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5" y="540"/>
                    <a:pt x="436" y="540"/>
                    <a:pt x="436" y="539"/>
                  </a:cubicBezTo>
                  <a:lnTo>
                    <a:pt x="411" y="497"/>
                  </a:lnTo>
                  <a:close/>
                  <a:moveTo>
                    <a:pt x="449" y="470"/>
                  </a:moveTo>
                  <a:cubicBezTo>
                    <a:pt x="448" y="470"/>
                    <a:pt x="448" y="471"/>
                    <a:pt x="447" y="471"/>
                  </a:cubicBezTo>
                  <a:cubicBezTo>
                    <a:pt x="479" y="508"/>
                    <a:pt x="479" y="508"/>
                    <a:pt x="479" y="508"/>
                  </a:cubicBezTo>
                  <a:cubicBezTo>
                    <a:pt x="480" y="508"/>
                    <a:pt x="480" y="508"/>
                    <a:pt x="480" y="508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1" y="507"/>
                    <a:pt x="481" y="507"/>
                    <a:pt x="481" y="507"/>
                  </a:cubicBezTo>
                  <a:lnTo>
                    <a:pt x="449" y="470"/>
                  </a:lnTo>
                  <a:close/>
                  <a:moveTo>
                    <a:pt x="480" y="436"/>
                  </a:moveTo>
                  <a:cubicBezTo>
                    <a:pt x="480" y="437"/>
                    <a:pt x="479" y="437"/>
                    <a:pt x="479" y="438"/>
                  </a:cubicBezTo>
                  <a:cubicBezTo>
                    <a:pt x="518" y="468"/>
                    <a:pt x="518" y="468"/>
                    <a:pt x="518" y="468"/>
                  </a:cubicBezTo>
                  <a:cubicBezTo>
                    <a:pt x="518" y="467"/>
                    <a:pt x="519" y="467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lnTo>
                    <a:pt x="480" y="436"/>
                  </a:lnTo>
                  <a:close/>
                  <a:moveTo>
                    <a:pt x="505" y="397"/>
                  </a:moveTo>
                  <a:cubicBezTo>
                    <a:pt x="505" y="397"/>
                    <a:pt x="504" y="398"/>
                    <a:pt x="504" y="399"/>
                  </a:cubicBezTo>
                  <a:cubicBezTo>
                    <a:pt x="548" y="421"/>
                    <a:pt x="548" y="421"/>
                    <a:pt x="548" y="421"/>
                  </a:cubicBezTo>
                  <a:cubicBezTo>
                    <a:pt x="548" y="421"/>
                    <a:pt x="548" y="420"/>
                    <a:pt x="548" y="420"/>
                  </a:cubicBezTo>
                  <a:cubicBezTo>
                    <a:pt x="548" y="420"/>
                    <a:pt x="548" y="420"/>
                    <a:pt x="548" y="420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9" y="418"/>
                    <a:pt x="549" y="418"/>
                    <a:pt x="549" y="418"/>
                  </a:cubicBezTo>
                  <a:lnTo>
                    <a:pt x="505" y="397"/>
                  </a:lnTo>
                  <a:close/>
                  <a:moveTo>
                    <a:pt x="521" y="353"/>
                  </a:moveTo>
                  <a:cubicBezTo>
                    <a:pt x="521" y="354"/>
                    <a:pt x="521" y="355"/>
                    <a:pt x="521" y="356"/>
                  </a:cubicBezTo>
                  <a:cubicBezTo>
                    <a:pt x="568" y="369"/>
                    <a:pt x="568" y="369"/>
                    <a:pt x="568" y="369"/>
                  </a:cubicBezTo>
                  <a:cubicBezTo>
                    <a:pt x="568" y="368"/>
                    <a:pt x="568" y="367"/>
                    <a:pt x="569" y="366"/>
                  </a:cubicBezTo>
                  <a:lnTo>
                    <a:pt x="521" y="353"/>
                  </a:lnTo>
                  <a:close/>
                  <a:moveTo>
                    <a:pt x="529" y="308"/>
                  </a:moveTo>
                  <a:cubicBezTo>
                    <a:pt x="529" y="309"/>
                    <a:pt x="529" y="309"/>
                    <a:pt x="529" y="310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3"/>
                    <a:pt x="578" y="312"/>
                    <a:pt x="578" y="311"/>
                  </a:cubicBezTo>
                  <a:lnTo>
                    <a:pt x="529" y="308"/>
                  </a:lnTo>
                  <a:close/>
                  <a:moveTo>
                    <a:pt x="577" y="256"/>
                  </a:moveTo>
                  <a:cubicBezTo>
                    <a:pt x="528" y="261"/>
                    <a:pt x="528" y="261"/>
                    <a:pt x="528" y="261"/>
                  </a:cubicBezTo>
                  <a:cubicBezTo>
                    <a:pt x="528" y="262"/>
                    <a:pt x="528" y="263"/>
                    <a:pt x="529" y="264"/>
                  </a:cubicBezTo>
                  <a:cubicBezTo>
                    <a:pt x="577" y="259"/>
                    <a:pt x="577" y="259"/>
                    <a:pt x="577" y="259"/>
                  </a:cubicBezTo>
                  <a:cubicBezTo>
                    <a:pt x="577" y="258"/>
                    <a:pt x="577" y="257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lose/>
                  <a:moveTo>
                    <a:pt x="565" y="201"/>
                  </a:moveTo>
                  <a:cubicBezTo>
                    <a:pt x="519" y="216"/>
                    <a:pt x="519" y="216"/>
                    <a:pt x="519" y="216"/>
                  </a:cubicBezTo>
                  <a:cubicBezTo>
                    <a:pt x="519" y="217"/>
                    <a:pt x="519" y="218"/>
                    <a:pt x="519" y="219"/>
                  </a:cubicBezTo>
                  <a:cubicBezTo>
                    <a:pt x="566" y="204"/>
                    <a:pt x="566" y="204"/>
                    <a:pt x="566" y="204"/>
                  </a:cubicBezTo>
                  <a:cubicBezTo>
                    <a:pt x="566" y="203"/>
                    <a:pt x="566" y="202"/>
                    <a:pt x="565" y="201"/>
                  </a:cubicBezTo>
                  <a:close/>
                  <a:moveTo>
                    <a:pt x="543" y="150"/>
                  </a:moveTo>
                  <a:cubicBezTo>
                    <a:pt x="500" y="174"/>
                    <a:pt x="500" y="174"/>
                    <a:pt x="500" y="174"/>
                  </a:cubicBezTo>
                  <a:cubicBezTo>
                    <a:pt x="501" y="175"/>
                    <a:pt x="501" y="175"/>
                    <a:pt x="501" y="176"/>
                  </a:cubicBezTo>
                  <a:cubicBezTo>
                    <a:pt x="545" y="153"/>
                    <a:pt x="545" y="153"/>
                    <a:pt x="545" y="153"/>
                  </a:cubicBezTo>
                  <a:cubicBezTo>
                    <a:pt x="544" y="152"/>
                    <a:pt x="544" y="151"/>
                    <a:pt x="543" y="150"/>
                  </a:cubicBezTo>
                  <a:close/>
                  <a:moveTo>
                    <a:pt x="512" y="104"/>
                  </a:moveTo>
                  <a:cubicBezTo>
                    <a:pt x="474" y="136"/>
                    <a:pt x="474" y="136"/>
                    <a:pt x="474" y="136"/>
                  </a:cubicBezTo>
                  <a:cubicBezTo>
                    <a:pt x="475" y="136"/>
                    <a:pt x="475" y="137"/>
                    <a:pt x="476" y="137"/>
                  </a:cubicBezTo>
                  <a:cubicBezTo>
                    <a:pt x="514" y="106"/>
                    <a:pt x="514" y="106"/>
                    <a:pt x="514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5"/>
                    <a:pt x="512" y="105"/>
                    <a:pt x="512" y="104"/>
                  </a:cubicBezTo>
                  <a:close/>
                  <a:moveTo>
                    <a:pt x="472" y="65"/>
                  </a:moveTo>
                  <a:cubicBezTo>
                    <a:pt x="441" y="103"/>
                    <a:pt x="441" y="103"/>
                    <a:pt x="441" y="103"/>
                  </a:cubicBezTo>
                  <a:cubicBezTo>
                    <a:pt x="442" y="104"/>
                    <a:pt x="442" y="104"/>
                    <a:pt x="443" y="105"/>
                  </a:cubicBezTo>
                  <a:cubicBezTo>
                    <a:pt x="474" y="67"/>
                    <a:pt x="474" y="67"/>
                    <a:pt x="474" y="67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5"/>
                    <a:pt x="473" y="65"/>
                    <a:pt x="473" y="65"/>
                  </a:cubicBezTo>
                  <a:cubicBezTo>
                    <a:pt x="473" y="65"/>
                    <a:pt x="473" y="65"/>
                    <a:pt x="473" y="65"/>
                  </a:cubicBezTo>
                  <a:lnTo>
                    <a:pt x="472" y="65"/>
                  </a:lnTo>
                  <a:close/>
                  <a:moveTo>
                    <a:pt x="426" y="34"/>
                  </a:moveTo>
                  <a:cubicBezTo>
                    <a:pt x="403" y="77"/>
                    <a:pt x="403" y="77"/>
                    <a:pt x="403" y="77"/>
                  </a:cubicBezTo>
                  <a:cubicBezTo>
                    <a:pt x="403" y="78"/>
                    <a:pt x="404" y="78"/>
                    <a:pt x="405" y="79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7" y="35"/>
                    <a:pt x="426" y="35"/>
                    <a:pt x="426" y="34"/>
                  </a:cubicBezTo>
                  <a:close/>
                  <a:moveTo>
                    <a:pt x="374" y="13"/>
                  </a:moveTo>
                  <a:cubicBezTo>
                    <a:pt x="360" y="60"/>
                    <a:pt x="360" y="60"/>
                    <a:pt x="360" y="60"/>
                  </a:cubicBezTo>
                  <a:cubicBezTo>
                    <a:pt x="361" y="60"/>
                    <a:pt x="361" y="60"/>
                    <a:pt x="362" y="60"/>
                  </a:cubicBezTo>
                  <a:cubicBezTo>
                    <a:pt x="377" y="14"/>
                    <a:pt x="377" y="14"/>
                    <a:pt x="377" y="14"/>
                  </a:cubicBezTo>
                  <a:cubicBezTo>
                    <a:pt x="376" y="13"/>
                    <a:pt x="376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lnTo>
                    <a:pt x="374" y="13"/>
                  </a:lnTo>
                  <a:close/>
                  <a:moveTo>
                    <a:pt x="320" y="2"/>
                  </a:moveTo>
                  <a:cubicBezTo>
                    <a:pt x="315" y="51"/>
                    <a:pt x="315" y="51"/>
                    <a:pt x="315" y="51"/>
                  </a:cubicBezTo>
                  <a:cubicBezTo>
                    <a:pt x="315" y="51"/>
                    <a:pt x="316" y="51"/>
                    <a:pt x="317" y="51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322" y="2"/>
                    <a:pt x="321" y="2"/>
                    <a:pt x="320" y="2"/>
                  </a:cubicBezTo>
                  <a:cubicBezTo>
                    <a:pt x="320" y="2"/>
                    <a:pt x="320" y="2"/>
                    <a:pt x="32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32"/>
            <p:cNvSpPr/>
            <p:nvPr/>
          </p:nvSpPr>
          <p:spPr>
            <a:xfrm>
              <a:off x="5867400" y="4462463"/>
              <a:ext cx="720725" cy="722312"/>
            </a:xfrm>
            <a:custGeom>
              <a:avLst/>
              <a:gdLst/>
              <a:ahLst/>
              <a:cxnLst/>
              <a:rect l="l" t="t" r="r" b="b"/>
              <a:pathLst>
                <a:path w="428" h="428" extrusionOk="0">
                  <a:moveTo>
                    <a:pt x="214" y="422"/>
                  </a:moveTo>
                  <a:cubicBezTo>
                    <a:pt x="214" y="419"/>
                    <a:pt x="217" y="416"/>
                    <a:pt x="220" y="416"/>
                  </a:cubicBezTo>
                  <a:cubicBezTo>
                    <a:pt x="223" y="416"/>
                    <a:pt x="226" y="418"/>
                    <a:pt x="226" y="422"/>
                  </a:cubicBezTo>
                  <a:cubicBezTo>
                    <a:pt x="226" y="425"/>
                    <a:pt x="223" y="428"/>
                    <a:pt x="220" y="428"/>
                  </a:cubicBezTo>
                  <a:cubicBezTo>
                    <a:pt x="220" y="428"/>
                    <a:pt x="220" y="428"/>
                    <a:pt x="220" y="428"/>
                  </a:cubicBezTo>
                  <a:cubicBezTo>
                    <a:pt x="217" y="428"/>
                    <a:pt x="214" y="425"/>
                    <a:pt x="214" y="422"/>
                  </a:cubicBezTo>
                  <a:close/>
                  <a:moveTo>
                    <a:pt x="187" y="426"/>
                  </a:moveTo>
                  <a:cubicBezTo>
                    <a:pt x="187" y="426"/>
                    <a:pt x="187" y="426"/>
                    <a:pt x="187" y="426"/>
                  </a:cubicBezTo>
                  <a:cubicBezTo>
                    <a:pt x="184" y="426"/>
                    <a:pt x="182" y="423"/>
                    <a:pt x="182" y="420"/>
                  </a:cubicBezTo>
                  <a:cubicBezTo>
                    <a:pt x="182" y="416"/>
                    <a:pt x="185" y="414"/>
                    <a:pt x="189" y="415"/>
                  </a:cubicBezTo>
                  <a:cubicBezTo>
                    <a:pt x="189" y="415"/>
                    <a:pt x="189" y="415"/>
                    <a:pt x="189" y="415"/>
                  </a:cubicBezTo>
                  <a:cubicBezTo>
                    <a:pt x="192" y="415"/>
                    <a:pt x="194" y="418"/>
                    <a:pt x="194" y="421"/>
                  </a:cubicBezTo>
                  <a:cubicBezTo>
                    <a:pt x="193" y="424"/>
                    <a:pt x="191" y="426"/>
                    <a:pt x="188" y="426"/>
                  </a:cubicBezTo>
                  <a:lnTo>
                    <a:pt x="187" y="426"/>
                  </a:lnTo>
                  <a:close/>
                  <a:moveTo>
                    <a:pt x="246" y="419"/>
                  </a:moveTo>
                  <a:cubicBezTo>
                    <a:pt x="245" y="416"/>
                    <a:pt x="248" y="413"/>
                    <a:pt x="251" y="413"/>
                  </a:cubicBezTo>
                  <a:cubicBezTo>
                    <a:pt x="254" y="412"/>
                    <a:pt x="257" y="414"/>
                    <a:pt x="257" y="417"/>
                  </a:cubicBezTo>
                  <a:cubicBezTo>
                    <a:pt x="258" y="420"/>
                    <a:pt x="256" y="424"/>
                    <a:pt x="253" y="424"/>
                  </a:cubicBezTo>
                  <a:cubicBezTo>
                    <a:pt x="252" y="424"/>
                    <a:pt x="252" y="424"/>
                    <a:pt x="252" y="424"/>
                  </a:cubicBezTo>
                  <a:cubicBezTo>
                    <a:pt x="249" y="424"/>
                    <a:pt x="247" y="422"/>
                    <a:pt x="246" y="419"/>
                  </a:cubicBezTo>
                  <a:close/>
                  <a:moveTo>
                    <a:pt x="155" y="420"/>
                  </a:moveTo>
                  <a:cubicBezTo>
                    <a:pt x="152" y="419"/>
                    <a:pt x="150" y="415"/>
                    <a:pt x="151" y="412"/>
                  </a:cubicBezTo>
                  <a:cubicBezTo>
                    <a:pt x="152" y="409"/>
                    <a:pt x="155" y="407"/>
                    <a:pt x="158" y="408"/>
                  </a:cubicBezTo>
                  <a:cubicBezTo>
                    <a:pt x="158" y="408"/>
                    <a:pt x="158" y="408"/>
                    <a:pt x="158" y="408"/>
                  </a:cubicBezTo>
                  <a:cubicBezTo>
                    <a:pt x="161" y="409"/>
                    <a:pt x="163" y="412"/>
                    <a:pt x="162" y="416"/>
                  </a:cubicBezTo>
                  <a:cubicBezTo>
                    <a:pt x="161" y="418"/>
                    <a:pt x="159" y="420"/>
                    <a:pt x="157" y="420"/>
                  </a:cubicBezTo>
                  <a:cubicBezTo>
                    <a:pt x="156" y="420"/>
                    <a:pt x="155" y="420"/>
                    <a:pt x="155" y="420"/>
                  </a:cubicBezTo>
                  <a:close/>
                  <a:moveTo>
                    <a:pt x="277" y="412"/>
                  </a:moveTo>
                  <a:cubicBezTo>
                    <a:pt x="276" y="409"/>
                    <a:pt x="278" y="406"/>
                    <a:pt x="281" y="405"/>
                  </a:cubicBezTo>
                  <a:cubicBezTo>
                    <a:pt x="284" y="404"/>
                    <a:pt x="287" y="405"/>
                    <a:pt x="288" y="408"/>
                  </a:cubicBezTo>
                  <a:cubicBezTo>
                    <a:pt x="289" y="411"/>
                    <a:pt x="288" y="415"/>
                    <a:pt x="285" y="416"/>
                  </a:cubicBezTo>
                  <a:cubicBezTo>
                    <a:pt x="284" y="416"/>
                    <a:pt x="283" y="416"/>
                    <a:pt x="283" y="416"/>
                  </a:cubicBezTo>
                  <a:cubicBezTo>
                    <a:pt x="280" y="416"/>
                    <a:pt x="278" y="414"/>
                    <a:pt x="277" y="412"/>
                  </a:cubicBezTo>
                  <a:close/>
                  <a:moveTo>
                    <a:pt x="124" y="408"/>
                  </a:moveTo>
                  <a:cubicBezTo>
                    <a:pt x="121" y="407"/>
                    <a:pt x="120" y="403"/>
                    <a:pt x="121" y="400"/>
                  </a:cubicBezTo>
                  <a:cubicBezTo>
                    <a:pt x="122" y="397"/>
                    <a:pt x="126" y="396"/>
                    <a:pt x="129" y="398"/>
                  </a:cubicBezTo>
                  <a:cubicBezTo>
                    <a:pt x="132" y="399"/>
                    <a:pt x="133" y="402"/>
                    <a:pt x="132" y="405"/>
                  </a:cubicBezTo>
                  <a:cubicBezTo>
                    <a:pt x="131" y="407"/>
                    <a:pt x="129" y="409"/>
                    <a:pt x="126" y="409"/>
                  </a:cubicBezTo>
                  <a:cubicBezTo>
                    <a:pt x="126" y="409"/>
                    <a:pt x="125" y="409"/>
                    <a:pt x="124" y="408"/>
                  </a:cubicBezTo>
                  <a:close/>
                  <a:moveTo>
                    <a:pt x="307" y="400"/>
                  </a:moveTo>
                  <a:cubicBezTo>
                    <a:pt x="305" y="397"/>
                    <a:pt x="306" y="394"/>
                    <a:pt x="309" y="392"/>
                  </a:cubicBezTo>
                  <a:cubicBezTo>
                    <a:pt x="312" y="391"/>
                    <a:pt x="316" y="392"/>
                    <a:pt x="317" y="394"/>
                  </a:cubicBezTo>
                  <a:cubicBezTo>
                    <a:pt x="319" y="397"/>
                    <a:pt x="318" y="401"/>
                    <a:pt x="315" y="402"/>
                  </a:cubicBezTo>
                  <a:cubicBezTo>
                    <a:pt x="314" y="403"/>
                    <a:pt x="313" y="403"/>
                    <a:pt x="312" y="403"/>
                  </a:cubicBezTo>
                  <a:cubicBezTo>
                    <a:pt x="310" y="403"/>
                    <a:pt x="308" y="402"/>
                    <a:pt x="307" y="400"/>
                  </a:cubicBezTo>
                  <a:close/>
                  <a:moveTo>
                    <a:pt x="95" y="392"/>
                  </a:moveTo>
                  <a:cubicBezTo>
                    <a:pt x="93" y="390"/>
                    <a:pt x="92" y="387"/>
                    <a:pt x="94" y="384"/>
                  </a:cubicBezTo>
                  <a:cubicBezTo>
                    <a:pt x="95" y="381"/>
                    <a:pt x="99" y="381"/>
                    <a:pt x="102" y="382"/>
                  </a:cubicBezTo>
                  <a:cubicBezTo>
                    <a:pt x="104" y="384"/>
                    <a:pt x="105" y="388"/>
                    <a:pt x="103" y="390"/>
                  </a:cubicBezTo>
                  <a:cubicBezTo>
                    <a:pt x="102" y="392"/>
                    <a:pt x="100" y="393"/>
                    <a:pt x="98" y="393"/>
                  </a:cubicBezTo>
                  <a:cubicBezTo>
                    <a:pt x="97" y="393"/>
                    <a:pt x="96" y="393"/>
                    <a:pt x="95" y="392"/>
                  </a:cubicBezTo>
                  <a:close/>
                  <a:moveTo>
                    <a:pt x="334" y="383"/>
                  </a:moveTo>
                  <a:cubicBezTo>
                    <a:pt x="332" y="381"/>
                    <a:pt x="333" y="377"/>
                    <a:pt x="335" y="375"/>
                  </a:cubicBezTo>
                  <a:cubicBezTo>
                    <a:pt x="338" y="373"/>
                    <a:pt x="342" y="374"/>
                    <a:pt x="344" y="376"/>
                  </a:cubicBezTo>
                  <a:cubicBezTo>
                    <a:pt x="346" y="379"/>
                    <a:pt x="345" y="383"/>
                    <a:pt x="342" y="385"/>
                  </a:cubicBezTo>
                  <a:cubicBezTo>
                    <a:pt x="341" y="385"/>
                    <a:pt x="340" y="386"/>
                    <a:pt x="339" y="386"/>
                  </a:cubicBezTo>
                  <a:cubicBezTo>
                    <a:pt x="337" y="386"/>
                    <a:pt x="335" y="385"/>
                    <a:pt x="334" y="383"/>
                  </a:cubicBezTo>
                  <a:close/>
                  <a:moveTo>
                    <a:pt x="69" y="372"/>
                  </a:moveTo>
                  <a:cubicBezTo>
                    <a:pt x="69" y="372"/>
                    <a:pt x="69" y="372"/>
                    <a:pt x="69" y="372"/>
                  </a:cubicBezTo>
                  <a:cubicBezTo>
                    <a:pt x="67" y="370"/>
                    <a:pt x="67" y="366"/>
                    <a:pt x="69" y="364"/>
                  </a:cubicBezTo>
                  <a:cubicBezTo>
                    <a:pt x="71" y="361"/>
                    <a:pt x="75" y="361"/>
                    <a:pt x="77" y="363"/>
                  </a:cubicBezTo>
                  <a:cubicBezTo>
                    <a:pt x="79" y="365"/>
                    <a:pt x="80" y="369"/>
                    <a:pt x="77" y="371"/>
                  </a:cubicBezTo>
                  <a:cubicBezTo>
                    <a:pt x="76" y="373"/>
                    <a:pt x="75" y="373"/>
                    <a:pt x="73" y="373"/>
                  </a:cubicBezTo>
                  <a:cubicBezTo>
                    <a:pt x="72" y="373"/>
                    <a:pt x="70" y="373"/>
                    <a:pt x="69" y="372"/>
                  </a:cubicBezTo>
                  <a:close/>
                  <a:moveTo>
                    <a:pt x="359" y="363"/>
                  </a:moveTo>
                  <a:cubicBezTo>
                    <a:pt x="357" y="361"/>
                    <a:pt x="357" y="357"/>
                    <a:pt x="359" y="355"/>
                  </a:cubicBezTo>
                  <a:cubicBezTo>
                    <a:pt x="359" y="355"/>
                    <a:pt x="359" y="355"/>
                    <a:pt x="359" y="355"/>
                  </a:cubicBezTo>
                  <a:cubicBezTo>
                    <a:pt x="361" y="352"/>
                    <a:pt x="365" y="352"/>
                    <a:pt x="367" y="354"/>
                  </a:cubicBezTo>
                  <a:cubicBezTo>
                    <a:pt x="369" y="357"/>
                    <a:pt x="369" y="360"/>
                    <a:pt x="367" y="363"/>
                  </a:cubicBezTo>
                  <a:cubicBezTo>
                    <a:pt x="366" y="364"/>
                    <a:pt x="364" y="364"/>
                    <a:pt x="363" y="364"/>
                  </a:cubicBezTo>
                  <a:cubicBezTo>
                    <a:pt x="361" y="364"/>
                    <a:pt x="360" y="364"/>
                    <a:pt x="359" y="363"/>
                  </a:cubicBezTo>
                  <a:close/>
                  <a:moveTo>
                    <a:pt x="47" y="348"/>
                  </a:moveTo>
                  <a:cubicBezTo>
                    <a:pt x="45" y="345"/>
                    <a:pt x="45" y="342"/>
                    <a:pt x="48" y="340"/>
                  </a:cubicBezTo>
                  <a:cubicBezTo>
                    <a:pt x="50" y="338"/>
                    <a:pt x="54" y="338"/>
                    <a:pt x="56" y="340"/>
                  </a:cubicBezTo>
                  <a:cubicBezTo>
                    <a:pt x="58" y="343"/>
                    <a:pt x="57" y="347"/>
                    <a:pt x="55" y="349"/>
                  </a:cubicBezTo>
                  <a:cubicBezTo>
                    <a:pt x="54" y="350"/>
                    <a:pt x="53" y="350"/>
                    <a:pt x="51" y="350"/>
                  </a:cubicBezTo>
                  <a:cubicBezTo>
                    <a:pt x="50" y="350"/>
                    <a:pt x="48" y="349"/>
                    <a:pt x="47" y="348"/>
                  </a:cubicBezTo>
                  <a:close/>
                  <a:moveTo>
                    <a:pt x="380" y="339"/>
                  </a:moveTo>
                  <a:cubicBezTo>
                    <a:pt x="377" y="337"/>
                    <a:pt x="377" y="333"/>
                    <a:pt x="379" y="331"/>
                  </a:cubicBezTo>
                  <a:cubicBezTo>
                    <a:pt x="381" y="328"/>
                    <a:pt x="384" y="327"/>
                    <a:pt x="387" y="329"/>
                  </a:cubicBezTo>
                  <a:cubicBezTo>
                    <a:pt x="389" y="331"/>
                    <a:pt x="390" y="335"/>
                    <a:pt x="388" y="337"/>
                  </a:cubicBezTo>
                  <a:cubicBezTo>
                    <a:pt x="387" y="339"/>
                    <a:pt x="385" y="340"/>
                    <a:pt x="383" y="340"/>
                  </a:cubicBezTo>
                  <a:cubicBezTo>
                    <a:pt x="382" y="340"/>
                    <a:pt x="381" y="339"/>
                    <a:pt x="380" y="339"/>
                  </a:cubicBezTo>
                  <a:close/>
                  <a:moveTo>
                    <a:pt x="28" y="321"/>
                  </a:moveTo>
                  <a:cubicBezTo>
                    <a:pt x="26" y="318"/>
                    <a:pt x="27" y="314"/>
                    <a:pt x="30" y="313"/>
                  </a:cubicBezTo>
                  <a:cubicBezTo>
                    <a:pt x="33" y="311"/>
                    <a:pt x="37" y="312"/>
                    <a:pt x="38" y="315"/>
                  </a:cubicBezTo>
                  <a:cubicBezTo>
                    <a:pt x="40" y="318"/>
                    <a:pt x="39" y="321"/>
                    <a:pt x="36" y="323"/>
                  </a:cubicBezTo>
                  <a:cubicBezTo>
                    <a:pt x="35" y="323"/>
                    <a:pt x="34" y="324"/>
                    <a:pt x="33" y="324"/>
                  </a:cubicBezTo>
                  <a:cubicBezTo>
                    <a:pt x="31" y="324"/>
                    <a:pt x="29" y="323"/>
                    <a:pt x="28" y="321"/>
                  </a:cubicBezTo>
                  <a:close/>
                  <a:moveTo>
                    <a:pt x="397" y="312"/>
                  </a:moveTo>
                  <a:cubicBezTo>
                    <a:pt x="394" y="310"/>
                    <a:pt x="393" y="307"/>
                    <a:pt x="395" y="304"/>
                  </a:cubicBezTo>
                  <a:cubicBezTo>
                    <a:pt x="396" y="301"/>
                    <a:pt x="400" y="300"/>
                    <a:pt x="403" y="301"/>
                  </a:cubicBezTo>
                  <a:cubicBezTo>
                    <a:pt x="405" y="303"/>
                    <a:pt x="407" y="306"/>
                    <a:pt x="405" y="309"/>
                  </a:cubicBezTo>
                  <a:cubicBezTo>
                    <a:pt x="404" y="311"/>
                    <a:pt x="402" y="312"/>
                    <a:pt x="400" y="312"/>
                  </a:cubicBezTo>
                  <a:cubicBezTo>
                    <a:pt x="399" y="312"/>
                    <a:pt x="398" y="312"/>
                    <a:pt x="397" y="312"/>
                  </a:cubicBezTo>
                  <a:close/>
                  <a:moveTo>
                    <a:pt x="14" y="291"/>
                  </a:moveTo>
                  <a:cubicBezTo>
                    <a:pt x="13" y="288"/>
                    <a:pt x="14" y="285"/>
                    <a:pt x="17" y="283"/>
                  </a:cubicBezTo>
                  <a:cubicBezTo>
                    <a:pt x="20" y="282"/>
                    <a:pt x="24" y="284"/>
                    <a:pt x="25" y="287"/>
                  </a:cubicBezTo>
                  <a:cubicBezTo>
                    <a:pt x="26" y="290"/>
                    <a:pt x="24" y="293"/>
                    <a:pt x="21" y="294"/>
                  </a:cubicBezTo>
                  <a:cubicBezTo>
                    <a:pt x="21" y="295"/>
                    <a:pt x="20" y="295"/>
                    <a:pt x="19" y="295"/>
                  </a:cubicBezTo>
                  <a:cubicBezTo>
                    <a:pt x="17" y="295"/>
                    <a:pt x="15" y="293"/>
                    <a:pt x="14" y="291"/>
                  </a:cubicBezTo>
                  <a:close/>
                  <a:moveTo>
                    <a:pt x="410" y="282"/>
                  </a:moveTo>
                  <a:cubicBezTo>
                    <a:pt x="407" y="281"/>
                    <a:pt x="405" y="278"/>
                    <a:pt x="406" y="275"/>
                  </a:cubicBezTo>
                  <a:cubicBezTo>
                    <a:pt x="407" y="272"/>
                    <a:pt x="411" y="270"/>
                    <a:pt x="414" y="271"/>
                  </a:cubicBezTo>
                  <a:cubicBezTo>
                    <a:pt x="417" y="272"/>
                    <a:pt x="419" y="275"/>
                    <a:pt x="418" y="279"/>
                  </a:cubicBezTo>
                  <a:cubicBezTo>
                    <a:pt x="417" y="281"/>
                    <a:pt x="414" y="283"/>
                    <a:pt x="412" y="283"/>
                  </a:cubicBezTo>
                  <a:cubicBezTo>
                    <a:pt x="411" y="283"/>
                    <a:pt x="411" y="283"/>
                    <a:pt x="410" y="282"/>
                  </a:cubicBezTo>
                  <a:close/>
                  <a:moveTo>
                    <a:pt x="4" y="259"/>
                  </a:moveTo>
                  <a:cubicBezTo>
                    <a:pt x="4" y="256"/>
                    <a:pt x="6" y="253"/>
                    <a:pt x="9" y="252"/>
                  </a:cubicBezTo>
                  <a:cubicBezTo>
                    <a:pt x="12" y="252"/>
                    <a:pt x="15" y="254"/>
                    <a:pt x="16" y="257"/>
                  </a:cubicBezTo>
                  <a:cubicBezTo>
                    <a:pt x="16" y="260"/>
                    <a:pt x="14" y="263"/>
                    <a:pt x="11" y="264"/>
                  </a:cubicBezTo>
                  <a:cubicBezTo>
                    <a:pt x="11" y="264"/>
                    <a:pt x="10" y="264"/>
                    <a:pt x="10" y="264"/>
                  </a:cubicBezTo>
                  <a:cubicBezTo>
                    <a:pt x="7" y="264"/>
                    <a:pt x="5" y="262"/>
                    <a:pt x="4" y="259"/>
                  </a:cubicBezTo>
                  <a:close/>
                  <a:moveTo>
                    <a:pt x="418" y="251"/>
                  </a:moveTo>
                  <a:cubicBezTo>
                    <a:pt x="415" y="251"/>
                    <a:pt x="413" y="248"/>
                    <a:pt x="414" y="245"/>
                  </a:cubicBezTo>
                  <a:cubicBezTo>
                    <a:pt x="414" y="242"/>
                    <a:pt x="417" y="239"/>
                    <a:pt x="420" y="240"/>
                  </a:cubicBezTo>
                  <a:cubicBezTo>
                    <a:pt x="423" y="240"/>
                    <a:pt x="426" y="243"/>
                    <a:pt x="425" y="246"/>
                  </a:cubicBezTo>
                  <a:cubicBezTo>
                    <a:pt x="425" y="249"/>
                    <a:pt x="422" y="251"/>
                    <a:pt x="419" y="251"/>
                  </a:cubicBezTo>
                  <a:lnTo>
                    <a:pt x="418" y="251"/>
                  </a:lnTo>
                  <a:close/>
                  <a:moveTo>
                    <a:pt x="0" y="227"/>
                  </a:moveTo>
                  <a:cubicBezTo>
                    <a:pt x="0" y="227"/>
                    <a:pt x="0" y="227"/>
                    <a:pt x="0" y="227"/>
                  </a:cubicBezTo>
                  <a:cubicBezTo>
                    <a:pt x="0" y="224"/>
                    <a:pt x="2" y="221"/>
                    <a:pt x="5" y="221"/>
                  </a:cubicBezTo>
                  <a:cubicBezTo>
                    <a:pt x="9" y="220"/>
                    <a:pt x="11" y="223"/>
                    <a:pt x="11" y="226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12" y="229"/>
                    <a:pt x="9" y="232"/>
                    <a:pt x="6" y="232"/>
                  </a:cubicBezTo>
                  <a:cubicBezTo>
                    <a:pt x="6" y="232"/>
                    <a:pt x="6" y="232"/>
                    <a:pt x="6" y="232"/>
                  </a:cubicBezTo>
                  <a:cubicBezTo>
                    <a:pt x="3" y="232"/>
                    <a:pt x="0" y="230"/>
                    <a:pt x="0" y="227"/>
                  </a:cubicBezTo>
                  <a:close/>
                  <a:moveTo>
                    <a:pt x="416" y="214"/>
                  </a:moveTo>
                  <a:cubicBezTo>
                    <a:pt x="416" y="210"/>
                    <a:pt x="419" y="208"/>
                    <a:pt x="422" y="208"/>
                  </a:cubicBezTo>
                  <a:cubicBezTo>
                    <a:pt x="425" y="208"/>
                    <a:pt x="428" y="210"/>
                    <a:pt x="428" y="214"/>
                  </a:cubicBezTo>
                  <a:cubicBezTo>
                    <a:pt x="428" y="217"/>
                    <a:pt x="425" y="219"/>
                    <a:pt x="422" y="219"/>
                  </a:cubicBezTo>
                  <a:cubicBezTo>
                    <a:pt x="419" y="219"/>
                    <a:pt x="416" y="217"/>
                    <a:pt x="416" y="214"/>
                  </a:cubicBezTo>
                  <a:close/>
                  <a:moveTo>
                    <a:pt x="6" y="200"/>
                  </a:moveTo>
                  <a:cubicBezTo>
                    <a:pt x="2" y="200"/>
                    <a:pt x="0" y="197"/>
                    <a:pt x="0" y="194"/>
                  </a:cubicBezTo>
                  <a:cubicBezTo>
                    <a:pt x="1" y="191"/>
                    <a:pt x="3" y="188"/>
                    <a:pt x="7" y="189"/>
                  </a:cubicBezTo>
                  <a:cubicBezTo>
                    <a:pt x="10" y="189"/>
                    <a:pt x="12" y="192"/>
                    <a:pt x="12" y="195"/>
                  </a:cubicBezTo>
                  <a:cubicBezTo>
                    <a:pt x="12" y="198"/>
                    <a:pt x="9" y="200"/>
                    <a:pt x="6" y="200"/>
                  </a:cubicBezTo>
                  <a:close/>
                  <a:moveTo>
                    <a:pt x="414" y="189"/>
                  </a:moveTo>
                  <a:cubicBezTo>
                    <a:pt x="414" y="189"/>
                    <a:pt x="414" y="189"/>
                    <a:pt x="414" y="189"/>
                  </a:cubicBezTo>
                  <a:cubicBezTo>
                    <a:pt x="414" y="186"/>
                    <a:pt x="416" y="183"/>
                    <a:pt x="419" y="182"/>
                  </a:cubicBezTo>
                  <a:cubicBezTo>
                    <a:pt x="423" y="182"/>
                    <a:pt x="426" y="184"/>
                    <a:pt x="426" y="187"/>
                  </a:cubicBezTo>
                  <a:cubicBezTo>
                    <a:pt x="426" y="191"/>
                    <a:pt x="424" y="194"/>
                    <a:pt x="421" y="194"/>
                  </a:cubicBezTo>
                  <a:cubicBezTo>
                    <a:pt x="420" y="194"/>
                    <a:pt x="420" y="194"/>
                    <a:pt x="420" y="194"/>
                  </a:cubicBezTo>
                  <a:cubicBezTo>
                    <a:pt x="417" y="194"/>
                    <a:pt x="415" y="192"/>
                    <a:pt x="414" y="189"/>
                  </a:cubicBezTo>
                  <a:close/>
                  <a:moveTo>
                    <a:pt x="10" y="168"/>
                  </a:moveTo>
                  <a:cubicBezTo>
                    <a:pt x="7" y="168"/>
                    <a:pt x="5" y="165"/>
                    <a:pt x="6" y="161"/>
                  </a:cubicBezTo>
                  <a:cubicBezTo>
                    <a:pt x="7" y="158"/>
                    <a:pt x="10" y="156"/>
                    <a:pt x="13" y="157"/>
                  </a:cubicBezTo>
                  <a:cubicBezTo>
                    <a:pt x="16" y="158"/>
                    <a:pt x="18" y="161"/>
                    <a:pt x="17" y="164"/>
                  </a:cubicBezTo>
                  <a:cubicBezTo>
                    <a:pt x="17" y="167"/>
                    <a:pt x="14" y="169"/>
                    <a:pt x="12" y="169"/>
                  </a:cubicBezTo>
                  <a:cubicBezTo>
                    <a:pt x="11" y="169"/>
                    <a:pt x="11" y="169"/>
                    <a:pt x="10" y="168"/>
                  </a:cubicBezTo>
                  <a:close/>
                  <a:moveTo>
                    <a:pt x="408" y="158"/>
                  </a:moveTo>
                  <a:cubicBezTo>
                    <a:pt x="408" y="158"/>
                    <a:pt x="408" y="158"/>
                    <a:pt x="408" y="158"/>
                  </a:cubicBezTo>
                  <a:cubicBezTo>
                    <a:pt x="407" y="155"/>
                    <a:pt x="409" y="152"/>
                    <a:pt x="412" y="151"/>
                  </a:cubicBezTo>
                  <a:cubicBezTo>
                    <a:pt x="415" y="150"/>
                    <a:pt x="419" y="152"/>
                    <a:pt x="419" y="155"/>
                  </a:cubicBezTo>
                  <a:cubicBezTo>
                    <a:pt x="420" y="158"/>
                    <a:pt x="419" y="162"/>
                    <a:pt x="415" y="162"/>
                  </a:cubicBezTo>
                  <a:cubicBezTo>
                    <a:pt x="415" y="163"/>
                    <a:pt x="414" y="163"/>
                    <a:pt x="414" y="163"/>
                  </a:cubicBezTo>
                  <a:cubicBezTo>
                    <a:pt x="411" y="163"/>
                    <a:pt x="409" y="161"/>
                    <a:pt x="408" y="158"/>
                  </a:cubicBezTo>
                  <a:close/>
                  <a:moveTo>
                    <a:pt x="19" y="138"/>
                  </a:moveTo>
                  <a:cubicBezTo>
                    <a:pt x="16" y="137"/>
                    <a:pt x="15" y="133"/>
                    <a:pt x="16" y="130"/>
                  </a:cubicBezTo>
                  <a:cubicBezTo>
                    <a:pt x="18" y="127"/>
                    <a:pt x="21" y="126"/>
                    <a:pt x="24" y="127"/>
                  </a:cubicBezTo>
                  <a:cubicBezTo>
                    <a:pt x="27" y="128"/>
                    <a:pt x="28" y="132"/>
                    <a:pt x="27" y="135"/>
                  </a:cubicBezTo>
                  <a:cubicBezTo>
                    <a:pt x="26" y="137"/>
                    <a:pt x="24" y="138"/>
                    <a:pt x="22" y="138"/>
                  </a:cubicBezTo>
                  <a:cubicBezTo>
                    <a:pt x="21" y="138"/>
                    <a:pt x="20" y="138"/>
                    <a:pt x="19" y="138"/>
                  </a:cubicBezTo>
                  <a:close/>
                  <a:moveTo>
                    <a:pt x="397" y="129"/>
                  </a:moveTo>
                  <a:cubicBezTo>
                    <a:pt x="396" y="126"/>
                    <a:pt x="397" y="123"/>
                    <a:pt x="400" y="121"/>
                  </a:cubicBezTo>
                  <a:cubicBezTo>
                    <a:pt x="403" y="120"/>
                    <a:pt x="407" y="121"/>
                    <a:pt x="408" y="124"/>
                  </a:cubicBezTo>
                  <a:cubicBezTo>
                    <a:pt x="408" y="124"/>
                    <a:pt x="408" y="124"/>
                    <a:pt x="408" y="124"/>
                  </a:cubicBezTo>
                  <a:cubicBezTo>
                    <a:pt x="409" y="127"/>
                    <a:pt x="408" y="131"/>
                    <a:pt x="405" y="132"/>
                  </a:cubicBezTo>
                  <a:cubicBezTo>
                    <a:pt x="404" y="132"/>
                    <a:pt x="404" y="133"/>
                    <a:pt x="403" y="133"/>
                  </a:cubicBezTo>
                  <a:cubicBezTo>
                    <a:pt x="401" y="133"/>
                    <a:pt x="398" y="131"/>
                    <a:pt x="397" y="129"/>
                  </a:cubicBezTo>
                  <a:close/>
                  <a:moveTo>
                    <a:pt x="33" y="109"/>
                  </a:moveTo>
                  <a:cubicBezTo>
                    <a:pt x="31" y="107"/>
                    <a:pt x="30" y="104"/>
                    <a:pt x="32" y="101"/>
                  </a:cubicBezTo>
                  <a:cubicBezTo>
                    <a:pt x="33" y="98"/>
                    <a:pt x="37" y="97"/>
                    <a:pt x="40" y="99"/>
                  </a:cubicBezTo>
                  <a:cubicBezTo>
                    <a:pt x="42" y="101"/>
                    <a:pt x="43" y="104"/>
                    <a:pt x="41" y="107"/>
                  </a:cubicBezTo>
                  <a:cubicBezTo>
                    <a:pt x="40" y="109"/>
                    <a:pt x="38" y="110"/>
                    <a:pt x="36" y="110"/>
                  </a:cubicBezTo>
                  <a:cubicBezTo>
                    <a:pt x="35" y="110"/>
                    <a:pt x="34" y="110"/>
                    <a:pt x="33" y="109"/>
                  </a:cubicBezTo>
                  <a:close/>
                  <a:moveTo>
                    <a:pt x="382" y="102"/>
                  </a:moveTo>
                  <a:cubicBezTo>
                    <a:pt x="381" y="99"/>
                    <a:pt x="381" y="96"/>
                    <a:pt x="384" y="94"/>
                  </a:cubicBezTo>
                  <a:cubicBezTo>
                    <a:pt x="387" y="92"/>
                    <a:pt x="390" y="93"/>
                    <a:pt x="392" y="96"/>
                  </a:cubicBezTo>
                  <a:cubicBezTo>
                    <a:pt x="394" y="98"/>
                    <a:pt x="393" y="102"/>
                    <a:pt x="390" y="104"/>
                  </a:cubicBezTo>
                  <a:cubicBezTo>
                    <a:pt x="389" y="104"/>
                    <a:pt x="388" y="105"/>
                    <a:pt x="387" y="105"/>
                  </a:cubicBezTo>
                  <a:cubicBezTo>
                    <a:pt x="385" y="105"/>
                    <a:pt x="383" y="104"/>
                    <a:pt x="382" y="102"/>
                  </a:cubicBezTo>
                  <a:close/>
                  <a:moveTo>
                    <a:pt x="52" y="83"/>
                  </a:moveTo>
                  <a:cubicBezTo>
                    <a:pt x="49" y="80"/>
                    <a:pt x="49" y="77"/>
                    <a:pt x="51" y="74"/>
                  </a:cubicBezTo>
                  <a:cubicBezTo>
                    <a:pt x="53" y="72"/>
                    <a:pt x="57" y="72"/>
                    <a:pt x="59" y="74"/>
                  </a:cubicBezTo>
                  <a:cubicBezTo>
                    <a:pt x="62" y="76"/>
                    <a:pt x="62" y="79"/>
                    <a:pt x="60" y="82"/>
                  </a:cubicBezTo>
                  <a:cubicBezTo>
                    <a:pt x="59" y="83"/>
                    <a:pt x="57" y="84"/>
                    <a:pt x="55" y="84"/>
                  </a:cubicBezTo>
                  <a:cubicBezTo>
                    <a:pt x="54" y="84"/>
                    <a:pt x="53" y="83"/>
                    <a:pt x="52" y="83"/>
                  </a:cubicBezTo>
                  <a:close/>
                  <a:moveTo>
                    <a:pt x="363" y="77"/>
                  </a:moveTo>
                  <a:cubicBezTo>
                    <a:pt x="363" y="77"/>
                    <a:pt x="363" y="77"/>
                    <a:pt x="363" y="77"/>
                  </a:cubicBezTo>
                  <a:cubicBezTo>
                    <a:pt x="361" y="75"/>
                    <a:pt x="361" y="71"/>
                    <a:pt x="364" y="69"/>
                  </a:cubicBezTo>
                  <a:cubicBezTo>
                    <a:pt x="366" y="67"/>
                    <a:pt x="370" y="67"/>
                    <a:pt x="372" y="70"/>
                  </a:cubicBezTo>
                  <a:cubicBezTo>
                    <a:pt x="374" y="72"/>
                    <a:pt x="374" y="76"/>
                    <a:pt x="371" y="78"/>
                  </a:cubicBezTo>
                  <a:cubicBezTo>
                    <a:pt x="370" y="79"/>
                    <a:pt x="369" y="79"/>
                    <a:pt x="367" y="79"/>
                  </a:cubicBezTo>
                  <a:cubicBezTo>
                    <a:pt x="366" y="79"/>
                    <a:pt x="364" y="79"/>
                    <a:pt x="363" y="77"/>
                  </a:cubicBezTo>
                  <a:close/>
                  <a:moveTo>
                    <a:pt x="74" y="59"/>
                  </a:moveTo>
                  <a:cubicBezTo>
                    <a:pt x="72" y="57"/>
                    <a:pt x="72" y="53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7" y="49"/>
                    <a:pt x="80" y="49"/>
                    <a:pt x="83" y="52"/>
                  </a:cubicBezTo>
                  <a:cubicBezTo>
                    <a:pt x="85" y="54"/>
                    <a:pt x="84" y="58"/>
                    <a:pt x="82" y="60"/>
                  </a:cubicBezTo>
                  <a:cubicBezTo>
                    <a:pt x="81" y="61"/>
                    <a:pt x="79" y="61"/>
                    <a:pt x="78" y="61"/>
                  </a:cubicBezTo>
                  <a:cubicBezTo>
                    <a:pt x="76" y="61"/>
                    <a:pt x="75" y="61"/>
                    <a:pt x="74" y="59"/>
                  </a:cubicBezTo>
                  <a:close/>
                  <a:moveTo>
                    <a:pt x="340" y="56"/>
                  </a:moveTo>
                  <a:cubicBezTo>
                    <a:pt x="338" y="54"/>
                    <a:pt x="338" y="50"/>
                    <a:pt x="340" y="48"/>
                  </a:cubicBezTo>
                  <a:cubicBezTo>
                    <a:pt x="342" y="45"/>
                    <a:pt x="345" y="45"/>
                    <a:pt x="348" y="47"/>
                  </a:cubicBezTo>
                  <a:cubicBezTo>
                    <a:pt x="350" y="49"/>
                    <a:pt x="351" y="53"/>
                    <a:pt x="349" y="55"/>
                  </a:cubicBezTo>
                  <a:cubicBezTo>
                    <a:pt x="348" y="57"/>
                    <a:pt x="346" y="57"/>
                    <a:pt x="344" y="57"/>
                  </a:cubicBezTo>
                  <a:cubicBezTo>
                    <a:pt x="343" y="57"/>
                    <a:pt x="342" y="57"/>
                    <a:pt x="340" y="56"/>
                  </a:cubicBezTo>
                  <a:close/>
                  <a:moveTo>
                    <a:pt x="99" y="40"/>
                  </a:moveTo>
                  <a:cubicBezTo>
                    <a:pt x="97" y="37"/>
                    <a:pt x="98" y="33"/>
                    <a:pt x="101" y="32"/>
                  </a:cubicBezTo>
                  <a:cubicBezTo>
                    <a:pt x="104" y="30"/>
                    <a:pt x="107" y="31"/>
                    <a:pt x="109" y="33"/>
                  </a:cubicBezTo>
                  <a:cubicBezTo>
                    <a:pt x="111" y="36"/>
                    <a:pt x="110" y="40"/>
                    <a:pt x="107" y="42"/>
                  </a:cubicBezTo>
                  <a:cubicBezTo>
                    <a:pt x="106" y="42"/>
                    <a:pt x="105" y="42"/>
                    <a:pt x="104" y="42"/>
                  </a:cubicBezTo>
                  <a:cubicBezTo>
                    <a:pt x="102" y="42"/>
                    <a:pt x="100" y="41"/>
                    <a:pt x="99" y="40"/>
                  </a:cubicBezTo>
                  <a:close/>
                  <a:moveTo>
                    <a:pt x="315" y="38"/>
                  </a:moveTo>
                  <a:cubicBezTo>
                    <a:pt x="312" y="37"/>
                    <a:pt x="311" y="33"/>
                    <a:pt x="313" y="30"/>
                  </a:cubicBezTo>
                  <a:cubicBezTo>
                    <a:pt x="314" y="28"/>
                    <a:pt x="318" y="27"/>
                    <a:pt x="321" y="28"/>
                  </a:cubicBezTo>
                  <a:cubicBezTo>
                    <a:pt x="323" y="30"/>
                    <a:pt x="324" y="33"/>
                    <a:pt x="323" y="36"/>
                  </a:cubicBezTo>
                  <a:cubicBezTo>
                    <a:pt x="322" y="38"/>
                    <a:pt x="320" y="39"/>
                    <a:pt x="318" y="39"/>
                  </a:cubicBezTo>
                  <a:cubicBezTo>
                    <a:pt x="317" y="39"/>
                    <a:pt x="316" y="39"/>
                    <a:pt x="315" y="38"/>
                  </a:cubicBezTo>
                  <a:close/>
                  <a:moveTo>
                    <a:pt x="127" y="24"/>
                  </a:moveTo>
                  <a:cubicBezTo>
                    <a:pt x="126" y="21"/>
                    <a:pt x="127" y="18"/>
                    <a:pt x="130" y="16"/>
                  </a:cubicBezTo>
                  <a:cubicBezTo>
                    <a:pt x="133" y="15"/>
                    <a:pt x="136" y="17"/>
                    <a:pt x="138" y="20"/>
                  </a:cubicBezTo>
                  <a:cubicBezTo>
                    <a:pt x="139" y="23"/>
                    <a:pt x="138" y="26"/>
                    <a:pt x="135" y="27"/>
                  </a:cubicBezTo>
                  <a:cubicBezTo>
                    <a:pt x="134" y="28"/>
                    <a:pt x="133" y="28"/>
                    <a:pt x="132" y="28"/>
                  </a:cubicBezTo>
                  <a:cubicBezTo>
                    <a:pt x="130" y="28"/>
                    <a:pt x="128" y="26"/>
                    <a:pt x="127" y="24"/>
                  </a:cubicBezTo>
                  <a:close/>
                  <a:moveTo>
                    <a:pt x="287" y="25"/>
                  </a:moveTo>
                  <a:cubicBezTo>
                    <a:pt x="284" y="24"/>
                    <a:pt x="282" y="20"/>
                    <a:pt x="283" y="17"/>
                  </a:cubicBezTo>
                  <a:cubicBezTo>
                    <a:pt x="285" y="14"/>
                    <a:pt x="288" y="13"/>
                    <a:pt x="291" y="14"/>
                  </a:cubicBezTo>
                  <a:cubicBezTo>
                    <a:pt x="294" y="15"/>
                    <a:pt x="295" y="19"/>
                    <a:pt x="294" y="22"/>
                  </a:cubicBezTo>
                  <a:cubicBezTo>
                    <a:pt x="293" y="24"/>
                    <a:pt x="291" y="25"/>
                    <a:pt x="289" y="25"/>
                  </a:cubicBezTo>
                  <a:cubicBezTo>
                    <a:pt x="288" y="25"/>
                    <a:pt x="287" y="25"/>
                    <a:pt x="287" y="25"/>
                  </a:cubicBezTo>
                  <a:close/>
                  <a:moveTo>
                    <a:pt x="157" y="13"/>
                  </a:moveTo>
                  <a:cubicBezTo>
                    <a:pt x="156" y="10"/>
                    <a:pt x="158" y="7"/>
                    <a:pt x="161" y="6"/>
                  </a:cubicBezTo>
                  <a:cubicBezTo>
                    <a:pt x="164" y="5"/>
                    <a:pt x="168" y="7"/>
                    <a:pt x="168" y="10"/>
                  </a:cubicBezTo>
                  <a:cubicBezTo>
                    <a:pt x="169" y="13"/>
                    <a:pt x="167" y="17"/>
                    <a:pt x="164" y="17"/>
                  </a:cubicBezTo>
                  <a:cubicBezTo>
                    <a:pt x="164" y="17"/>
                    <a:pt x="163" y="17"/>
                    <a:pt x="163" y="17"/>
                  </a:cubicBezTo>
                  <a:cubicBezTo>
                    <a:pt x="160" y="17"/>
                    <a:pt x="158" y="16"/>
                    <a:pt x="157" y="13"/>
                  </a:cubicBezTo>
                  <a:close/>
                  <a:moveTo>
                    <a:pt x="257" y="16"/>
                  </a:moveTo>
                  <a:cubicBezTo>
                    <a:pt x="254" y="15"/>
                    <a:pt x="252" y="12"/>
                    <a:pt x="252" y="9"/>
                  </a:cubicBezTo>
                  <a:cubicBezTo>
                    <a:pt x="253" y="6"/>
                    <a:pt x="256" y="4"/>
                    <a:pt x="259" y="5"/>
                  </a:cubicBezTo>
                  <a:cubicBezTo>
                    <a:pt x="263" y="5"/>
                    <a:pt x="265" y="8"/>
                    <a:pt x="264" y="11"/>
                  </a:cubicBezTo>
                  <a:cubicBezTo>
                    <a:pt x="263" y="14"/>
                    <a:pt x="261" y="16"/>
                    <a:pt x="258" y="16"/>
                  </a:cubicBezTo>
                  <a:cubicBezTo>
                    <a:pt x="258" y="16"/>
                    <a:pt x="257" y="16"/>
                    <a:pt x="257" y="16"/>
                  </a:cubicBezTo>
                  <a:close/>
                  <a:moveTo>
                    <a:pt x="189" y="7"/>
                  </a:moveTo>
                  <a:cubicBezTo>
                    <a:pt x="188" y="4"/>
                    <a:pt x="191" y="1"/>
                    <a:pt x="194" y="0"/>
                  </a:cubicBezTo>
                  <a:cubicBezTo>
                    <a:pt x="197" y="0"/>
                    <a:pt x="200" y="3"/>
                    <a:pt x="200" y="6"/>
                  </a:cubicBezTo>
                  <a:cubicBezTo>
                    <a:pt x="200" y="9"/>
                    <a:pt x="198" y="12"/>
                    <a:pt x="195" y="12"/>
                  </a:cubicBezTo>
                  <a:cubicBezTo>
                    <a:pt x="194" y="12"/>
                    <a:pt x="194" y="12"/>
                    <a:pt x="194" y="12"/>
                  </a:cubicBezTo>
                  <a:cubicBezTo>
                    <a:pt x="191" y="12"/>
                    <a:pt x="189" y="10"/>
                    <a:pt x="189" y="7"/>
                  </a:cubicBezTo>
                  <a:close/>
                  <a:moveTo>
                    <a:pt x="226" y="12"/>
                  </a:moveTo>
                  <a:cubicBezTo>
                    <a:pt x="223" y="11"/>
                    <a:pt x="220" y="9"/>
                    <a:pt x="221" y="5"/>
                  </a:cubicBezTo>
                  <a:cubicBezTo>
                    <a:pt x="221" y="2"/>
                    <a:pt x="224" y="0"/>
                    <a:pt x="227" y="0"/>
                  </a:cubicBezTo>
                  <a:cubicBezTo>
                    <a:pt x="230" y="0"/>
                    <a:pt x="232" y="3"/>
                    <a:pt x="232" y="6"/>
                  </a:cubicBezTo>
                  <a:cubicBezTo>
                    <a:pt x="232" y="9"/>
                    <a:pt x="229" y="12"/>
                    <a:pt x="226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32"/>
            <p:cNvSpPr/>
            <p:nvPr/>
          </p:nvSpPr>
          <p:spPr>
            <a:xfrm>
              <a:off x="5913438" y="4510088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371" h="371" extrusionOk="0">
                  <a:moveTo>
                    <a:pt x="186" y="371"/>
                  </a:moveTo>
                  <a:cubicBezTo>
                    <a:pt x="83" y="371"/>
                    <a:pt x="0" y="288"/>
                    <a:pt x="0" y="186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6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"/>
                  </a:moveTo>
                  <a:cubicBezTo>
                    <a:pt x="88" y="8"/>
                    <a:pt x="8" y="88"/>
                    <a:pt x="8" y="186"/>
                  </a:cubicBezTo>
                  <a:cubicBezTo>
                    <a:pt x="8" y="283"/>
                    <a:pt x="88" y="363"/>
                    <a:pt x="186" y="363"/>
                  </a:cubicBezTo>
                  <a:cubicBezTo>
                    <a:pt x="283" y="363"/>
                    <a:pt x="363" y="283"/>
                    <a:pt x="363" y="186"/>
                  </a:cubicBezTo>
                  <a:cubicBezTo>
                    <a:pt x="363" y="88"/>
                    <a:pt x="283" y="8"/>
                    <a:pt x="186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32"/>
            <p:cNvSpPr/>
            <p:nvPr/>
          </p:nvSpPr>
          <p:spPr>
            <a:xfrm>
              <a:off x="5978525" y="4573588"/>
              <a:ext cx="496888" cy="498475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8" y="295"/>
                  </a:moveTo>
                  <a:cubicBezTo>
                    <a:pt x="66" y="295"/>
                    <a:pt x="0" y="229"/>
                    <a:pt x="0" y="148"/>
                  </a:cubicBezTo>
                  <a:cubicBezTo>
                    <a:pt x="0" y="66"/>
                    <a:pt x="66" y="0"/>
                    <a:pt x="148" y="0"/>
                  </a:cubicBezTo>
                  <a:cubicBezTo>
                    <a:pt x="229" y="0"/>
                    <a:pt x="295" y="66"/>
                    <a:pt x="295" y="148"/>
                  </a:cubicBezTo>
                  <a:cubicBezTo>
                    <a:pt x="295" y="229"/>
                    <a:pt x="229" y="295"/>
                    <a:pt x="148" y="295"/>
                  </a:cubicBezTo>
                  <a:close/>
                  <a:moveTo>
                    <a:pt x="148" y="31"/>
                  </a:moveTo>
                  <a:cubicBezTo>
                    <a:pt x="83" y="31"/>
                    <a:pt x="31" y="83"/>
                    <a:pt x="31" y="148"/>
                  </a:cubicBezTo>
                  <a:cubicBezTo>
                    <a:pt x="31" y="212"/>
                    <a:pt x="83" y="264"/>
                    <a:pt x="148" y="264"/>
                  </a:cubicBezTo>
                  <a:cubicBezTo>
                    <a:pt x="212" y="264"/>
                    <a:pt x="264" y="212"/>
                    <a:pt x="264" y="148"/>
                  </a:cubicBezTo>
                  <a:cubicBezTo>
                    <a:pt x="264" y="83"/>
                    <a:pt x="212" y="31"/>
                    <a:pt x="148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5566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31"/>
          <p:cNvSpPr txBox="1">
            <a:spLocks noGrp="1"/>
          </p:cNvSpPr>
          <p:nvPr>
            <p:ph type="title"/>
          </p:nvPr>
        </p:nvSpPr>
        <p:spPr>
          <a:xfrm>
            <a:off x="4174101" y="481142"/>
            <a:ext cx="1952405" cy="5426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/>
              <a:t>Penjelasan</a:t>
            </a:r>
            <a:endParaRPr sz="2400" dirty="0"/>
          </a:p>
        </p:txBody>
      </p:sp>
      <p:sp>
        <p:nvSpPr>
          <p:cNvPr id="1239" name="Google Shape;1239;p31"/>
          <p:cNvSpPr txBox="1">
            <a:spLocks noGrp="1"/>
          </p:cNvSpPr>
          <p:nvPr>
            <p:ph type="subTitle" idx="1"/>
          </p:nvPr>
        </p:nvSpPr>
        <p:spPr>
          <a:xfrm>
            <a:off x="4195164" y="945984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050" dirty="0">
                <a:latin typeface="+mn-lt"/>
              </a:rPr>
              <a:t>ISO/IEC 27002:2022 </a:t>
            </a:r>
            <a:r>
              <a:rPr lang="en-ID" sz="1050" dirty="0" err="1">
                <a:latin typeface="+mn-lt"/>
              </a:rPr>
              <a:t>adalah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bagian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dari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serangkaian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standar</a:t>
            </a:r>
            <a:r>
              <a:rPr lang="en-ID" sz="1050" dirty="0">
                <a:latin typeface="+mn-lt"/>
              </a:rPr>
              <a:t> yang </a:t>
            </a:r>
            <a:r>
              <a:rPr lang="en-ID" sz="1050" dirty="0" err="1">
                <a:latin typeface="+mn-lt"/>
              </a:rPr>
              <a:t>dikembangkan</a:t>
            </a:r>
            <a:r>
              <a:rPr lang="en-ID" sz="1050" dirty="0">
                <a:latin typeface="+mn-lt"/>
              </a:rPr>
              <a:t> oleh International Organization for Standardization (ISO) dan International Electrotechnical Commission (IEC) </a:t>
            </a:r>
            <a:r>
              <a:rPr lang="en-ID" sz="1050" dirty="0" err="1">
                <a:latin typeface="+mn-lt"/>
              </a:rPr>
              <a:t>untuk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membantu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perusahaan</a:t>
            </a:r>
            <a:r>
              <a:rPr lang="en-ID" sz="1050" dirty="0">
                <a:latin typeface="+mn-lt"/>
              </a:rPr>
              <a:t>/</a:t>
            </a:r>
            <a:r>
              <a:rPr lang="en-ID" sz="1050" dirty="0" err="1">
                <a:latin typeface="+mn-lt"/>
              </a:rPr>
              <a:t>organisasi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mengelola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keamanan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informasi</a:t>
            </a:r>
            <a:r>
              <a:rPr lang="en-ID" sz="1050" dirty="0">
                <a:latin typeface="+mn-lt"/>
              </a:rPr>
              <a:t>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D" sz="1050" dirty="0">
              <a:latin typeface="+mn-l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050" dirty="0" err="1">
                <a:latin typeface="+mn-lt"/>
              </a:rPr>
              <a:t>Standar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ini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berfungsi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sebagai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panduan</a:t>
            </a:r>
            <a:r>
              <a:rPr lang="en-ID" sz="1050" dirty="0">
                <a:latin typeface="+mn-lt"/>
              </a:rPr>
              <a:t> yang </a:t>
            </a:r>
            <a:r>
              <a:rPr lang="en-ID" sz="1050" dirty="0" err="1">
                <a:latin typeface="+mn-lt"/>
              </a:rPr>
              <a:t>berisi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praktik-praktik</a:t>
            </a:r>
            <a:r>
              <a:rPr lang="en-ID" sz="1050" dirty="0">
                <a:latin typeface="+mn-lt"/>
              </a:rPr>
              <a:t> yang </a:t>
            </a:r>
            <a:r>
              <a:rPr lang="en-ID" sz="1050" dirty="0" err="1">
                <a:latin typeface="+mn-lt"/>
              </a:rPr>
              <a:t>dapat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diterapkan</a:t>
            </a:r>
            <a:r>
              <a:rPr lang="en-ID" sz="1050" dirty="0">
                <a:latin typeface="+mn-lt"/>
              </a:rPr>
              <a:t> oleh </a:t>
            </a:r>
            <a:r>
              <a:rPr lang="en-ID" sz="1050" dirty="0" err="1">
                <a:latin typeface="+mn-lt"/>
              </a:rPr>
              <a:t>perusahaan</a:t>
            </a:r>
            <a:r>
              <a:rPr lang="en-ID" sz="1050" dirty="0">
                <a:latin typeface="+mn-lt"/>
              </a:rPr>
              <a:t>/</a:t>
            </a:r>
            <a:r>
              <a:rPr lang="en-ID" sz="1050" dirty="0" err="1">
                <a:latin typeface="+mn-lt"/>
              </a:rPr>
              <a:t>organisasi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untuk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mencapai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keamanan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informasi</a:t>
            </a:r>
            <a:r>
              <a:rPr lang="en-ID" sz="1050" dirty="0">
                <a:latin typeface="+mn-lt"/>
              </a:rPr>
              <a:t> yang </a:t>
            </a:r>
            <a:r>
              <a:rPr lang="en-ID" sz="1050" dirty="0" err="1">
                <a:latin typeface="+mn-lt"/>
              </a:rPr>
              <a:t>efektif</a:t>
            </a:r>
            <a:r>
              <a:rPr lang="en-ID" sz="1050" dirty="0">
                <a:latin typeface="+mn-lt"/>
              </a:rPr>
              <a:t>. Hal </a:t>
            </a:r>
            <a:r>
              <a:rPr lang="en-ID" sz="1050" dirty="0" err="1">
                <a:latin typeface="+mn-lt"/>
              </a:rPr>
              <a:t>Ini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mencakup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panduan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tentang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bagaimana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mengidentifikasi</a:t>
            </a:r>
            <a:r>
              <a:rPr lang="en-ID" sz="1050" dirty="0">
                <a:latin typeface="+mn-lt"/>
              </a:rPr>
              <a:t>, </a:t>
            </a:r>
            <a:r>
              <a:rPr lang="en-ID" sz="1050" dirty="0" err="1">
                <a:latin typeface="+mn-lt"/>
              </a:rPr>
              <a:t>mengukur</a:t>
            </a:r>
            <a:r>
              <a:rPr lang="en-ID" sz="1050" dirty="0">
                <a:latin typeface="+mn-lt"/>
              </a:rPr>
              <a:t>, </a:t>
            </a:r>
            <a:r>
              <a:rPr lang="en-ID" sz="1050" dirty="0" err="1">
                <a:latin typeface="+mn-lt"/>
              </a:rPr>
              <a:t>mengelola</a:t>
            </a:r>
            <a:r>
              <a:rPr lang="en-ID" sz="1050" dirty="0">
                <a:latin typeface="+mn-lt"/>
              </a:rPr>
              <a:t>, dan </a:t>
            </a:r>
            <a:r>
              <a:rPr lang="en-ID" sz="1050" dirty="0" err="1">
                <a:latin typeface="+mn-lt"/>
              </a:rPr>
              <a:t>meminimalkan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risiko</a:t>
            </a:r>
            <a:r>
              <a:rPr lang="en-ID" sz="1050" dirty="0">
                <a:latin typeface="+mn-lt"/>
              </a:rPr>
              <a:t> yang </a:t>
            </a:r>
            <a:r>
              <a:rPr lang="en-ID" sz="1050" dirty="0" err="1">
                <a:latin typeface="+mn-lt"/>
              </a:rPr>
              <a:t>terkait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dengan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keamanan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informasi</a:t>
            </a:r>
            <a:r>
              <a:rPr lang="en-ID" sz="1050" dirty="0">
                <a:latin typeface="+mn-lt"/>
              </a:rPr>
              <a:t>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D" sz="1050" dirty="0">
              <a:latin typeface="+mn-l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050" dirty="0">
                <a:latin typeface="+mn-lt"/>
              </a:rPr>
              <a:t>ISO/IEC 27002:2022 </a:t>
            </a:r>
            <a:r>
              <a:rPr lang="en-ID" sz="1050" dirty="0" err="1">
                <a:latin typeface="+mn-lt"/>
              </a:rPr>
              <a:t>sering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digunakan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bersamaan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dengan</a:t>
            </a:r>
            <a:r>
              <a:rPr lang="en-ID" sz="1050" dirty="0">
                <a:latin typeface="+mn-lt"/>
              </a:rPr>
              <a:t> ISO/IEC 27001:2022 </a:t>
            </a:r>
            <a:r>
              <a:rPr lang="en-ID" sz="1050" dirty="0" err="1">
                <a:latin typeface="+mn-lt"/>
              </a:rPr>
              <a:t>sebagai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standar</a:t>
            </a:r>
            <a:r>
              <a:rPr lang="en-ID" sz="1050" dirty="0">
                <a:latin typeface="+mn-lt"/>
              </a:rPr>
              <a:t> inti </a:t>
            </a:r>
            <a:r>
              <a:rPr lang="en-ID" sz="1050" dirty="0" err="1">
                <a:latin typeface="+mn-lt"/>
              </a:rPr>
              <a:t>untuk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sistem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manajemen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keamanan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informasi</a:t>
            </a:r>
            <a:r>
              <a:rPr lang="en-ID" sz="1050" dirty="0">
                <a:latin typeface="+mn-lt"/>
              </a:rPr>
              <a:t> (ISMS). ISO/IEC 27001:2022 </a:t>
            </a:r>
            <a:r>
              <a:rPr lang="en-ID" sz="1050" dirty="0" err="1">
                <a:latin typeface="+mn-lt"/>
              </a:rPr>
              <a:t>memberikan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persyaratan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umum</a:t>
            </a:r>
            <a:r>
              <a:rPr lang="en-ID" sz="1050" dirty="0">
                <a:latin typeface="+mn-lt"/>
              </a:rPr>
              <a:t> dan </a:t>
            </a:r>
            <a:r>
              <a:rPr lang="en-ID" sz="1050" dirty="0" err="1">
                <a:latin typeface="+mn-lt"/>
              </a:rPr>
              <a:t>kerangka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kerja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untuk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mengimplementasikan</a:t>
            </a:r>
            <a:r>
              <a:rPr lang="en-ID" sz="1050" dirty="0">
                <a:latin typeface="+mn-lt"/>
              </a:rPr>
              <a:t> ISMS, </a:t>
            </a:r>
            <a:r>
              <a:rPr lang="en-ID" sz="1050" dirty="0" err="1">
                <a:latin typeface="+mn-lt"/>
              </a:rPr>
              <a:t>sedangkan</a:t>
            </a:r>
            <a:r>
              <a:rPr lang="en-ID" sz="1050" dirty="0">
                <a:latin typeface="+mn-lt"/>
              </a:rPr>
              <a:t> ISO/IEC 27002:2022 </a:t>
            </a:r>
            <a:r>
              <a:rPr lang="en-ID" sz="1050" dirty="0" err="1">
                <a:latin typeface="+mn-lt"/>
              </a:rPr>
              <a:t>memberikan</a:t>
            </a:r>
            <a:endParaRPr sz="1050" dirty="0">
              <a:latin typeface="+mn-lt"/>
            </a:endParaRPr>
          </a:p>
        </p:txBody>
      </p:sp>
      <p:pic>
        <p:nvPicPr>
          <p:cNvPr id="1240" name="Google Shape;1240;p31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27143" r="27143"/>
          <a:stretch/>
        </p:blipFill>
        <p:spPr>
          <a:xfrm>
            <a:off x="713225" y="539500"/>
            <a:ext cx="2787000" cy="4064400"/>
          </a:xfrm>
          <a:prstGeom prst="snip2DiagRect">
            <a:avLst>
              <a:gd name="adj1" fmla="val 0"/>
              <a:gd name="adj2" fmla="val 21599"/>
            </a:avLst>
          </a:prstGeom>
        </p:spPr>
      </p:pic>
      <p:grpSp>
        <p:nvGrpSpPr>
          <p:cNvPr id="1241" name="Google Shape;1241;p31"/>
          <p:cNvGrpSpPr/>
          <p:nvPr/>
        </p:nvGrpSpPr>
        <p:grpSpPr>
          <a:xfrm>
            <a:off x="237431" y="64537"/>
            <a:ext cx="951612" cy="950150"/>
            <a:chOff x="422275" y="2508250"/>
            <a:chExt cx="1033462" cy="1031875"/>
          </a:xfrm>
        </p:grpSpPr>
        <p:sp>
          <p:nvSpPr>
            <p:cNvPr id="1242" name="Google Shape;1242;p31"/>
            <p:cNvSpPr/>
            <p:nvPr/>
          </p:nvSpPr>
          <p:spPr>
            <a:xfrm>
              <a:off x="422275" y="3025775"/>
              <a:ext cx="84138" cy="217488"/>
            </a:xfrm>
            <a:custGeom>
              <a:avLst/>
              <a:gdLst/>
              <a:ahLst/>
              <a:cxnLst/>
              <a:rect l="l" t="t" r="r" b="b"/>
              <a:pathLst>
                <a:path w="49" h="129" extrusionOk="0">
                  <a:moveTo>
                    <a:pt x="29" y="129"/>
                  </a:moveTo>
                  <a:cubicBezTo>
                    <a:pt x="10" y="88"/>
                    <a:pt x="0" y="45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41"/>
                    <a:pt x="32" y="82"/>
                    <a:pt x="49" y="119"/>
                  </a:cubicBezTo>
                  <a:lnTo>
                    <a:pt x="29" y="12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31"/>
            <p:cNvSpPr/>
            <p:nvPr/>
          </p:nvSpPr>
          <p:spPr>
            <a:xfrm>
              <a:off x="509588" y="3287713"/>
              <a:ext cx="176213" cy="174625"/>
            </a:xfrm>
            <a:custGeom>
              <a:avLst/>
              <a:gdLst/>
              <a:ahLst/>
              <a:cxnLst/>
              <a:rect l="l" t="t" r="r" b="b"/>
              <a:pathLst>
                <a:path w="105" h="103" extrusionOk="0">
                  <a:moveTo>
                    <a:pt x="93" y="103"/>
                  </a:moveTo>
                  <a:cubicBezTo>
                    <a:pt x="56" y="80"/>
                    <a:pt x="24" y="49"/>
                    <a:pt x="0" y="1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41" y="34"/>
                    <a:pt x="71" y="63"/>
                    <a:pt x="105" y="84"/>
                  </a:cubicBezTo>
                  <a:lnTo>
                    <a:pt x="93" y="103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31"/>
            <p:cNvSpPr/>
            <p:nvPr/>
          </p:nvSpPr>
          <p:spPr>
            <a:xfrm>
              <a:off x="728663" y="3460750"/>
              <a:ext cx="96838" cy="65087"/>
            </a:xfrm>
            <a:custGeom>
              <a:avLst/>
              <a:gdLst/>
              <a:ahLst/>
              <a:cxnLst/>
              <a:rect l="l" t="t" r="r" b="b"/>
              <a:pathLst>
                <a:path w="58" h="39" extrusionOk="0">
                  <a:moveTo>
                    <a:pt x="52" y="39"/>
                  </a:moveTo>
                  <a:cubicBezTo>
                    <a:pt x="34" y="34"/>
                    <a:pt x="17" y="28"/>
                    <a:pt x="0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5" y="7"/>
                    <a:pt x="41" y="12"/>
                    <a:pt x="58" y="16"/>
                  </a:cubicBezTo>
                  <a:lnTo>
                    <a:pt x="52" y="3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31"/>
            <p:cNvSpPr/>
            <p:nvPr/>
          </p:nvSpPr>
          <p:spPr>
            <a:xfrm>
              <a:off x="874713" y="3465513"/>
              <a:ext cx="260350" cy="74612"/>
            </a:xfrm>
            <a:custGeom>
              <a:avLst/>
              <a:gdLst/>
              <a:ahLst/>
              <a:cxnLst/>
              <a:rect l="l" t="t" r="r" b="b"/>
              <a:pathLst>
                <a:path w="154" h="44" extrusionOk="0">
                  <a:moveTo>
                    <a:pt x="38" y="44"/>
                  </a:moveTo>
                  <a:cubicBezTo>
                    <a:pt x="25" y="44"/>
                    <a:pt x="13" y="44"/>
                    <a:pt x="0" y="42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15" y="21"/>
                    <a:pt x="26" y="22"/>
                    <a:pt x="38" y="22"/>
                  </a:cubicBezTo>
                  <a:cubicBezTo>
                    <a:pt x="75" y="22"/>
                    <a:pt x="111" y="14"/>
                    <a:pt x="145" y="0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17" y="37"/>
                    <a:pt x="78" y="44"/>
                    <a:pt x="38" y="4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31"/>
            <p:cNvSpPr/>
            <p:nvPr/>
          </p:nvSpPr>
          <p:spPr>
            <a:xfrm>
              <a:off x="1198563" y="3281363"/>
              <a:ext cx="174625" cy="176212"/>
            </a:xfrm>
            <a:custGeom>
              <a:avLst/>
              <a:gdLst/>
              <a:ahLst/>
              <a:cxnLst/>
              <a:rect l="l" t="t" r="r" b="b"/>
              <a:pathLst>
                <a:path w="103" h="104" extrusionOk="0">
                  <a:moveTo>
                    <a:pt x="12" y="104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33" y="63"/>
                    <a:pt x="63" y="34"/>
                    <a:pt x="84" y="0"/>
                  </a:cubicBezTo>
                  <a:cubicBezTo>
                    <a:pt x="103" y="12"/>
                    <a:pt x="103" y="12"/>
                    <a:pt x="103" y="12"/>
                  </a:cubicBezTo>
                  <a:cubicBezTo>
                    <a:pt x="80" y="49"/>
                    <a:pt x="49" y="81"/>
                    <a:pt x="12" y="10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31"/>
            <p:cNvSpPr/>
            <p:nvPr/>
          </p:nvSpPr>
          <p:spPr>
            <a:xfrm>
              <a:off x="1406525" y="2925763"/>
              <a:ext cx="49212" cy="198437"/>
            </a:xfrm>
            <a:custGeom>
              <a:avLst/>
              <a:gdLst/>
              <a:ahLst/>
              <a:cxnLst/>
              <a:rect l="l" t="t" r="r" b="b"/>
              <a:pathLst>
                <a:path w="29" h="118" extrusionOk="0">
                  <a:moveTo>
                    <a:pt x="23" y="118"/>
                  </a:moveTo>
                  <a:cubicBezTo>
                    <a:pt x="0" y="113"/>
                    <a:pt x="0" y="113"/>
                    <a:pt x="0" y="113"/>
                  </a:cubicBezTo>
                  <a:cubicBezTo>
                    <a:pt x="4" y="95"/>
                    <a:pt x="6" y="77"/>
                    <a:pt x="6" y="59"/>
                  </a:cubicBezTo>
                  <a:cubicBezTo>
                    <a:pt x="6" y="40"/>
                    <a:pt x="4" y="22"/>
                    <a:pt x="0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19"/>
                    <a:pt x="29" y="39"/>
                    <a:pt x="29" y="59"/>
                  </a:cubicBezTo>
                  <a:cubicBezTo>
                    <a:pt x="29" y="78"/>
                    <a:pt x="27" y="98"/>
                    <a:pt x="23" y="118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31"/>
            <p:cNvSpPr/>
            <p:nvPr/>
          </p:nvSpPr>
          <p:spPr>
            <a:xfrm>
              <a:off x="1219200" y="2606675"/>
              <a:ext cx="198437" cy="242888"/>
            </a:xfrm>
            <a:custGeom>
              <a:avLst/>
              <a:gdLst/>
              <a:ahLst/>
              <a:cxnLst/>
              <a:rect l="l" t="t" r="r" b="b"/>
              <a:pathLst>
                <a:path w="118" h="144" extrusionOk="0">
                  <a:moveTo>
                    <a:pt x="97" y="144"/>
                  </a:moveTo>
                  <a:cubicBezTo>
                    <a:pt x="77" y="94"/>
                    <a:pt x="44" y="51"/>
                    <a:pt x="0" y="1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1" y="35"/>
                    <a:pt x="97" y="81"/>
                    <a:pt x="118" y="135"/>
                  </a:cubicBezTo>
                  <a:lnTo>
                    <a:pt x="97" y="144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1"/>
            <p:cNvSpPr/>
            <p:nvPr/>
          </p:nvSpPr>
          <p:spPr>
            <a:xfrm>
              <a:off x="877888" y="2508250"/>
              <a:ext cx="315913" cy="101600"/>
            </a:xfrm>
            <a:custGeom>
              <a:avLst/>
              <a:gdLst/>
              <a:ahLst/>
              <a:cxnLst/>
              <a:rect l="l" t="t" r="r" b="b"/>
              <a:pathLst>
                <a:path w="187" h="60" extrusionOk="0">
                  <a:moveTo>
                    <a:pt x="176" y="60"/>
                  </a:moveTo>
                  <a:cubicBezTo>
                    <a:pt x="134" y="36"/>
                    <a:pt x="85" y="23"/>
                    <a:pt x="36" y="23"/>
                  </a:cubicBezTo>
                  <a:cubicBezTo>
                    <a:pt x="25" y="23"/>
                    <a:pt x="14" y="23"/>
                    <a:pt x="3" y="2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2" y="0"/>
                    <a:pt x="24" y="0"/>
                    <a:pt x="36" y="0"/>
                  </a:cubicBezTo>
                  <a:cubicBezTo>
                    <a:pt x="89" y="0"/>
                    <a:pt x="142" y="14"/>
                    <a:pt x="187" y="40"/>
                  </a:cubicBezTo>
                  <a:lnTo>
                    <a:pt x="176" y="60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1"/>
            <p:cNvSpPr/>
            <p:nvPr/>
          </p:nvSpPr>
          <p:spPr>
            <a:xfrm>
              <a:off x="665163" y="2522538"/>
              <a:ext cx="160337" cy="95250"/>
            </a:xfrm>
            <a:custGeom>
              <a:avLst/>
              <a:gdLst/>
              <a:ahLst/>
              <a:cxnLst/>
              <a:rect l="l" t="t" r="r" b="b"/>
              <a:pathLst>
                <a:path w="95" h="57" extrusionOk="0">
                  <a:moveTo>
                    <a:pt x="12" y="57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28" y="21"/>
                    <a:pt x="58" y="8"/>
                    <a:pt x="89" y="0"/>
                  </a:cubicBezTo>
                  <a:cubicBezTo>
                    <a:pt x="95" y="23"/>
                    <a:pt x="95" y="23"/>
                    <a:pt x="95" y="23"/>
                  </a:cubicBezTo>
                  <a:cubicBezTo>
                    <a:pt x="65" y="30"/>
                    <a:pt x="38" y="41"/>
                    <a:pt x="12" y="57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31"/>
            <p:cNvSpPr/>
            <p:nvPr/>
          </p:nvSpPr>
          <p:spPr>
            <a:xfrm>
              <a:off x="431800" y="2651125"/>
              <a:ext cx="177800" cy="284163"/>
            </a:xfrm>
            <a:custGeom>
              <a:avLst/>
              <a:gdLst/>
              <a:ahLst/>
              <a:cxnLst/>
              <a:rect l="l" t="t" r="r" b="b"/>
              <a:pathLst>
                <a:path w="106" h="169" extrusionOk="0">
                  <a:moveTo>
                    <a:pt x="23" y="169"/>
                  </a:moveTo>
                  <a:cubicBezTo>
                    <a:pt x="0" y="165"/>
                    <a:pt x="0" y="165"/>
                    <a:pt x="0" y="165"/>
                  </a:cubicBezTo>
                  <a:cubicBezTo>
                    <a:pt x="12" y="101"/>
                    <a:pt x="43" y="44"/>
                    <a:pt x="90" y="0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63" y="57"/>
                    <a:pt x="34" y="110"/>
                    <a:pt x="23" y="169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31"/>
            <p:cNvSpPr/>
            <p:nvPr/>
          </p:nvSpPr>
          <p:spPr>
            <a:xfrm>
              <a:off x="520700" y="3173413"/>
              <a:ext cx="111125" cy="152400"/>
            </a:xfrm>
            <a:custGeom>
              <a:avLst/>
              <a:gdLst/>
              <a:ahLst/>
              <a:cxnLst/>
              <a:rect l="l" t="t" r="r" b="b"/>
              <a:pathLst>
                <a:path w="66" h="90" extrusionOk="0">
                  <a:moveTo>
                    <a:pt x="52" y="90"/>
                  </a:moveTo>
                  <a:cubicBezTo>
                    <a:pt x="29" y="66"/>
                    <a:pt x="12" y="38"/>
                    <a:pt x="0" y="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28"/>
                    <a:pt x="45" y="55"/>
                    <a:pt x="66" y="77"/>
                  </a:cubicBezTo>
                  <a:lnTo>
                    <a:pt x="52" y="90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31"/>
            <p:cNvSpPr/>
            <p:nvPr/>
          </p:nvSpPr>
          <p:spPr>
            <a:xfrm>
              <a:off x="649288" y="3340100"/>
              <a:ext cx="290512" cy="131762"/>
            </a:xfrm>
            <a:custGeom>
              <a:avLst/>
              <a:gdLst/>
              <a:ahLst/>
              <a:cxnLst/>
              <a:rect l="l" t="t" r="r" b="b"/>
              <a:pathLst>
                <a:path w="172" h="78" extrusionOk="0">
                  <a:moveTo>
                    <a:pt x="172" y="78"/>
                  </a:moveTo>
                  <a:cubicBezTo>
                    <a:pt x="109" y="78"/>
                    <a:pt x="48" y="55"/>
                    <a:pt x="0" y="1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7" y="38"/>
                    <a:pt x="113" y="59"/>
                    <a:pt x="172" y="59"/>
                  </a:cubicBezTo>
                  <a:lnTo>
                    <a:pt x="172" y="7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31"/>
            <p:cNvSpPr/>
            <p:nvPr/>
          </p:nvSpPr>
          <p:spPr>
            <a:xfrm>
              <a:off x="1025525" y="3335338"/>
              <a:ext cx="207963" cy="127000"/>
            </a:xfrm>
            <a:custGeom>
              <a:avLst/>
              <a:gdLst/>
              <a:ahLst/>
              <a:cxnLst/>
              <a:rect l="l" t="t" r="r" b="b"/>
              <a:pathLst>
                <a:path w="124" h="75" extrusionOk="0">
                  <a:moveTo>
                    <a:pt x="4" y="75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41" y="48"/>
                    <a:pt x="80" y="28"/>
                    <a:pt x="112" y="0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90" y="45"/>
                    <a:pt x="49" y="66"/>
                    <a:pt x="4" y="7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31"/>
            <p:cNvSpPr/>
            <p:nvPr/>
          </p:nvSpPr>
          <p:spPr>
            <a:xfrm>
              <a:off x="1246188" y="3165475"/>
              <a:ext cx="112712" cy="160337"/>
            </a:xfrm>
            <a:custGeom>
              <a:avLst/>
              <a:gdLst/>
              <a:ahLst/>
              <a:cxnLst/>
              <a:rect l="l" t="t" r="r" b="b"/>
              <a:pathLst>
                <a:path w="67" h="95" extrusionOk="0">
                  <a:moveTo>
                    <a:pt x="14" y="9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2" y="58"/>
                    <a:pt x="38" y="30"/>
                    <a:pt x="49" y="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56" y="39"/>
                    <a:pt x="37" y="69"/>
                    <a:pt x="14" y="9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31"/>
            <p:cNvSpPr/>
            <p:nvPr/>
          </p:nvSpPr>
          <p:spPr>
            <a:xfrm>
              <a:off x="1341438" y="2919413"/>
              <a:ext cx="44450" cy="182562"/>
            </a:xfrm>
            <a:custGeom>
              <a:avLst/>
              <a:gdLst/>
              <a:ahLst/>
              <a:cxnLst/>
              <a:rect l="l" t="t" r="r" b="b"/>
              <a:pathLst>
                <a:path w="26" h="109" extrusionOk="0">
                  <a:moveTo>
                    <a:pt x="22" y="109"/>
                  </a:moveTo>
                  <a:cubicBezTo>
                    <a:pt x="3" y="106"/>
                    <a:pt x="3" y="106"/>
                    <a:pt x="3" y="106"/>
                  </a:cubicBezTo>
                  <a:cubicBezTo>
                    <a:pt x="6" y="92"/>
                    <a:pt x="7" y="77"/>
                    <a:pt x="7" y="63"/>
                  </a:cubicBezTo>
                  <a:cubicBezTo>
                    <a:pt x="7" y="43"/>
                    <a:pt x="5" y="23"/>
                    <a:pt x="0" y="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3" y="20"/>
                    <a:pt x="26" y="41"/>
                    <a:pt x="26" y="63"/>
                  </a:cubicBezTo>
                  <a:cubicBezTo>
                    <a:pt x="26" y="78"/>
                    <a:pt x="25" y="94"/>
                    <a:pt x="22" y="109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31"/>
            <p:cNvSpPr/>
            <p:nvPr/>
          </p:nvSpPr>
          <p:spPr>
            <a:xfrm>
              <a:off x="1244600" y="2720975"/>
              <a:ext cx="112712" cy="155575"/>
            </a:xfrm>
            <a:custGeom>
              <a:avLst/>
              <a:gdLst/>
              <a:ahLst/>
              <a:cxnLst/>
              <a:rect l="l" t="t" r="r" b="b"/>
              <a:pathLst>
                <a:path w="67" h="92" extrusionOk="0">
                  <a:moveTo>
                    <a:pt x="49" y="92"/>
                  </a:moveTo>
                  <a:cubicBezTo>
                    <a:pt x="38" y="63"/>
                    <a:pt x="21" y="36"/>
                    <a:pt x="0" y="1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7" y="25"/>
                    <a:pt x="55" y="54"/>
                    <a:pt x="67" y="85"/>
                  </a:cubicBezTo>
                  <a:lnTo>
                    <a:pt x="49" y="92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31"/>
            <p:cNvSpPr/>
            <p:nvPr/>
          </p:nvSpPr>
          <p:spPr>
            <a:xfrm>
              <a:off x="1030288" y="2587625"/>
              <a:ext cx="192087" cy="115887"/>
            </a:xfrm>
            <a:custGeom>
              <a:avLst/>
              <a:gdLst/>
              <a:ahLst/>
              <a:cxnLst/>
              <a:rect l="l" t="t" r="r" b="b"/>
              <a:pathLst>
                <a:path w="114" h="68" extrusionOk="0">
                  <a:moveTo>
                    <a:pt x="102" y="68"/>
                  </a:moveTo>
                  <a:cubicBezTo>
                    <a:pt x="72" y="44"/>
                    <a:pt x="37" y="27"/>
                    <a:pt x="0" y="1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4" y="9"/>
                    <a:pt x="82" y="27"/>
                    <a:pt x="114" y="53"/>
                  </a:cubicBezTo>
                  <a:lnTo>
                    <a:pt x="102" y="6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31"/>
            <p:cNvSpPr/>
            <p:nvPr/>
          </p:nvSpPr>
          <p:spPr>
            <a:xfrm>
              <a:off x="706438" y="2576513"/>
              <a:ext cx="276225" cy="92075"/>
            </a:xfrm>
            <a:custGeom>
              <a:avLst/>
              <a:gdLst/>
              <a:ahLst/>
              <a:cxnLst/>
              <a:rect l="l" t="t" r="r" b="b"/>
              <a:pathLst>
                <a:path w="164" h="55" extrusionOk="0">
                  <a:moveTo>
                    <a:pt x="10" y="55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42" y="14"/>
                    <a:pt x="89" y="0"/>
                    <a:pt x="138" y="0"/>
                  </a:cubicBezTo>
                  <a:cubicBezTo>
                    <a:pt x="146" y="0"/>
                    <a:pt x="155" y="1"/>
                    <a:pt x="164" y="2"/>
                  </a:cubicBezTo>
                  <a:cubicBezTo>
                    <a:pt x="162" y="21"/>
                    <a:pt x="162" y="21"/>
                    <a:pt x="162" y="21"/>
                  </a:cubicBezTo>
                  <a:cubicBezTo>
                    <a:pt x="154" y="20"/>
                    <a:pt x="146" y="20"/>
                    <a:pt x="138" y="20"/>
                  </a:cubicBezTo>
                  <a:cubicBezTo>
                    <a:pt x="93" y="20"/>
                    <a:pt x="49" y="32"/>
                    <a:pt x="10" y="5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31"/>
            <p:cNvSpPr/>
            <p:nvPr/>
          </p:nvSpPr>
          <p:spPr>
            <a:xfrm>
              <a:off x="523875" y="2673350"/>
              <a:ext cx="155575" cy="195263"/>
            </a:xfrm>
            <a:custGeom>
              <a:avLst/>
              <a:gdLst/>
              <a:ahLst/>
              <a:cxnLst/>
              <a:rect l="l" t="t" r="r" b="b"/>
              <a:pathLst>
                <a:path w="92" h="115" extrusionOk="0">
                  <a:moveTo>
                    <a:pt x="18" y="115"/>
                  </a:moveTo>
                  <a:cubicBezTo>
                    <a:pt x="0" y="108"/>
                    <a:pt x="0" y="108"/>
                    <a:pt x="0" y="108"/>
                  </a:cubicBezTo>
                  <a:cubicBezTo>
                    <a:pt x="17" y="66"/>
                    <a:pt x="45" y="29"/>
                    <a:pt x="81" y="0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59" y="41"/>
                    <a:pt x="34" y="76"/>
                    <a:pt x="18" y="11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31"/>
            <p:cNvSpPr/>
            <p:nvPr/>
          </p:nvSpPr>
          <p:spPr>
            <a:xfrm>
              <a:off x="492125" y="2916238"/>
              <a:ext cx="44450" cy="211138"/>
            </a:xfrm>
            <a:custGeom>
              <a:avLst/>
              <a:gdLst/>
              <a:ahLst/>
              <a:cxnLst/>
              <a:rect l="l" t="t" r="r" b="b"/>
              <a:pathLst>
                <a:path w="26" h="125" extrusionOk="0">
                  <a:moveTo>
                    <a:pt x="7" y="125"/>
                  </a:moveTo>
                  <a:cubicBezTo>
                    <a:pt x="2" y="105"/>
                    <a:pt x="0" y="84"/>
                    <a:pt x="0" y="64"/>
                  </a:cubicBezTo>
                  <a:cubicBezTo>
                    <a:pt x="0" y="42"/>
                    <a:pt x="2" y="21"/>
                    <a:pt x="7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1" y="24"/>
                    <a:pt x="19" y="44"/>
                    <a:pt x="19" y="64"/>
                  </a:cubicBezTo>
                  <a:cubicBezTo>
                    <a:pt x="19" y="83"/>
                    <a:pt x="21" y="102"/>
                    <a:pt x="25" y="121"/>
                  </a:cubicBezTo>
                  <a:lnTo>
                    <a:pt x="7" y="125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31"/>
            <p:cNvSpPr/>
            <p:nvPr/>
          </p:nvSpPr>
          <p:spPr>
            <a:xfrm>
              <a:off x="939800" y="3117850"/>
              <a:ext cx="366713" cy="287337"/>
            </a:xfrm>
            <a:custGeom>
              <a:avLst/>
              <a:gdLst/>
              <a:ahLst/>
              <a:cxnLst/>
              <a:rect l="l" t="t" r="r" b="b"/>
              <a:pathLst>
                <a:path w="218" h="170" extrusionOk="0">
                  <a:moveTo>
                    <a:pt x="0" y="170"/>
                  </a:moveTo>
                  <a:cubicBezTo>
                    <a:pt x="0" y="161"/>
                    <a:pt x="0" y="161"/>
                    <a:pt x="0" y="161"/>
                  </a:cubicBezTo>
                  <a:cubicBezTo>
                    <a:pt x="98" y="161"/>
                    <a:pt x="183" y="95"/>
                    <a:pt x="209" y="0"/>
                  </a:cubicBezTo>
                  <a:cubicBezTo>
                    <a:pt x="218" y="3"/>
                    <a:pt x="218" y="3"/>
                    <a:pt x="218" y="3"/>
                  </a:cubicBezTo>
                  <a:cubicBezTo>
                    <a:pt x="192" y="101"/>
                    <a:pt x="102" y="170"/>
                    <a:pt x="0" y="1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31"/>
            <p:cNvSpPr/>
            <p:nvPr/>
          </p:nvSpPr>
          <p:spPr>
            <a:xfrm>
              <a:off x="1298575" y="2960688"/>
              <a:ext cx="20638" cy="65088"/>
            </a:xfrm>
            <a:custGeom>
              <a:avLst/>
              <a:gdLst/>
              <a:ahLst/>
              <a:cxnLst/>
              <a:rect l="l" t="t" r="r" b="b"/>
              <a:pathLst>
                <a:path w="12" h="38" extrusionOk="0">
                  <a:moveTo>
                    <a:pt x="12" y="38"/>
                  </a:moveTo>
                  <a:cubicBezTo>
                    <a:pt x="3" y="38"/>
                    <a:pt x="3" y="38"/>
                    <a:pt x="3" y="38"/>
                  </a:cubicBezTo>
                  <a:cubicBezTo>
                    <a:pt x="3" y="26"/>
                    <a:pt x="2" y="13"/>
                    <a:pt x="0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12"/>
                    <a:pt x="12" y="25"/>
                    <a:pt x="12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31"/>
            <p:cNvSpPr/>
            <p:nvPr/>
          </p:nvSpPr>
          <p:spPr>
            <a:xfrm>
              <a:off x="1169988" y="2730500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29" y="36"/>
                  </a:moveTo>
                  <a:cubicBezTo>
                    <a:pt x="20" y="26"/>
                    <a:pt x="10" y="16"/>
                    <a:pt x="0" y="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9"/>
                    <a:pt x="27" y="19"/>
                    <a:pt x="36" y="30"/>
                  </a:cubicBezTo>
                  <a:lnTo>
                    <a:pt x="29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31"/>
            <p:cNvSpPr/>
            <p:nvPr/>
          </p:nvSpPr>
          <p:spPr>
            <a:xfrm>
              <a:off x="979488" y="2646363"/>
              <a:ext cx="173037" cy="76200"/>
            </a:xfrm>
            <a:custGeom>
              <a:avLst/>
              <a:gdLst/>
              <a:ahLst/>
              <a:cxnLst/>
              <a:rect l="l" t="t" r="r" b="b"/>
              <a:pathLst>
                <a:path w="103" h="45" extrusionOk="0">
                  <a:moveTo>
                    <a:pt x="97" y="45"/>
                  </a:moveTo>
                  <a:cubicBezTo>
                    <a:pt x="69" y="25"/>
                    <a:pt x="35" y="13"/>
                    <a:pt x="0" y="9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8" y="4"/>
                    <a:pt x="73" y="17"/>
                    <a:pt x="103" y="37"/>
                  </a:cubicBezTo>
                  <a:lnTo>
                    <a:pt x="97" y="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31"/>
            <p:cNvSpPr/>
            <p:nvPr/>
          </p:nvSpPr>
          <p:spPr>
            <a:xfrm>
              <a:off x="860425" y="2643188"/>
              <a:ext cx="79375" cy="23812"/>
            </a:xfrm>
            <a:custGeom>
              <a:avLst/>
              <a:gdLst/>
              <a:ahLst/>
              <a:cxnLst/>
              <a:rect l="l" t="t" r="r" b="b"/>
              <a:pathLst>
                <a:path w="47" h="14" extrusionOk="0">
                  <a:moveTo>
                    <a:pt x="2" y="14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5" y="2"/>
                    <a:pt x="31" y="0"/>
                    <a:pt x="47" y="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32" y="10"/>
                    <a:pt x="16" y="11"/>
                    <a:pt x="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31"/>
            <p:cNvSpPr/>
            <p:nvPr/>
          </p:nvSpPr>
          <p:spPr>
            <a:xfrm>
              <a:off x="576263" y="2673350"/>
              <a:ext cx="219075" cy="239712"/>
            </a:xfrm>
            <a:custGeom>
              <a:avLst/>
              <a:gdLst/>
              <a:ahLst/>
              <a:cxnLst/>
              <a:rect l="l" t="t" r="r" b="b"/>
              <a:pathLst>
                <a:path w="130" h="142" extrusionOk="0">
                  <a:moveTo>
                    <a:pt x="9" y="142"/>
                  </a:moveTo>
                  <a:cubicBezTo>
                    <a:pt x="0" y="139"/>
                    <a:pt x="0" y="139"/>
                    <a:pt x="0" y="139"/>
                  </a:cubicBezTo>
                  <a:cubicBezTo>
                    <a:pt x="20" y="77"/>
                    <a:pt x="66" y="26"/>
                    <a:pt x="126" y="0"/>
                  </a:cubicBezTo>
                  <a:cubicBezTo>
                    <a:pt x="130" y="9"/>
                    <a:pt x="130" y="9"/>
                    <a:pt x="130" y="9"/>
                  </a:cubicBezTo>
                  <a:cubicBezTo>
                    <a:pt x="72" y="34"/>
                    <a:pt x="28" y="82"/>
                    <a:pt x="9" y="1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31"/>
            <p:cNvSpPr/>
            <p:nvPr/>
          </p:nvSpPr>
          <p:spPr>
            <a:xfrm>
              <a:off x="557213" y="2947988"/>
              <a:ext cx="23812" cy="77787"/>
            </a:xfrm>
            <a:custGeom>
              <a:avLst/>
              <a:gdLst/>
              <a:ahLst/>
              <a:cxnLst/>
              <a:rect l="l" t="t" r="r" b="b"/>
              <a:pathLst>
                <a:path w="14" h="46" extrusionOk="0">
                  <a:moveTo>
                    <a:pt x="10" y="46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30"/>
                    <a:pt x="2" y="15"/>
                    <a:pt x="5" y="0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1" y="16"/>
                    <a:pt x="10" y="31"/>
                    <a:pt x="10" y="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31"/>
            <p:cNvSpPr/>
            <p:nvPr/>
          </p:nvSpPr>
          <p:spPr>
            <a:xfrm>
              <a:off x="576263" y="3135313"/>
              <a:ext cx="155575" cy="201613"/>
            </a:xfrm>
            <a:custGeom>
              <a:avLst/>
              <a:gdLst/>
              <a:ahLst/>
              <a:cxnLst/>
              <a:rect l="l" t="t" r="r" b="b"/>
              <a:pathLst>
                <a:path w="92" h="120" extrusionOk="0">
                  <a:moveTo>
                    <a:pt x="87" y="120"/>
                  </a:moveTo>
                  <a:cubicBezTo>
                    <a:pt x="46" y="92"/>
                    <a:pt x="15" y="50"/>
                    <a:pt x="0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3" y="46"/>
                    <a:pt x="53" y="85"/>
                    <a:pt x="92" y="112"/>
                  </a:cubicBezTo>
                  <a:lnTo>
                    <a:pt x="87" y="1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31"/>
            <p:cNvSpPr/>
            <p:nvPr/>
          </p:nvSpPr>
          <p:spPr>
            <a:xfrm>
              <a:off x="777875" y="3354388"/>
              <a:ext cx="53975" cy="33338"/>
            </a:xfrm>
            <a:custGeom>
              <a:avLst/>
              <a:gdLst/>
              <a:ahLst/>
              <a:cxnLst/>
              <a:rect l="l" t="t" r="r" b="b"/>
              <a:pathLst>
                <a:path w="32" h="20" extrusionOk="0">
                  <a:moveTo>
                    <a:pt x="29" y="20"/>
                  </a:moveTo>
                  <a:cubicBezTo>
                    <a:pt x="19" y="17"/>
                    <a:pt x="9" y="13"/>
                    <a:pt x="0" y="9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3" y="4"/>
                    <a:pt x="22" y="8"/>
                    <a:pt x="32" y="11"/>
                  </a:cubicBezTo>
                  <a:lnTo>
                    <a:pt x="29" y="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1407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Manfaat</a:t>
            </a:r>
            <a:endParaRPr dirty="0"/>
          </a:p>
        </p:txBody>
      </p:sp>
      <p:sp>
        <p:nvSpPr>
          <p:cNvPr id="1324" name="Google Shape;1324;p33"/>
          <p:cNvSpPr txBox="1">
            <a:spLocks noGrp="1"/>
          </p:cNvSpPr>
          <p:nvPr>
            <p:ph type="subTitle" idx="3"/>
          </p:nvPr>
        </p:nvSpPr>
        <p:spPr>
          <a:xfrm>
            <a:off x="719999" y="1017725"/>
            <a:ext cx="4001625" cy="2335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>
                <a:latin typeface="+mn-lt"/>
              </a:rPr>
              <a:t>Peningkatan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keamanan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informasi</a:t>
            </a:r>
            <a:endParaRPr lang="en-ID" dirty="0">
              <a:latin typeface="+mn-lt"/>
            </a:endParaRPr>
          </a:p>
          <a:p>
            <a:pPr marL="228600" lvl="0" indent="-2286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>
                <a:latin typeface="+mn-lt"/>
              </a:rPr>
              <a:t>Perlindungan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aset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informasi</a:t>
            </a:r>
            <a:endParaRPr lang="en-ID" dirty="0">
              <a:latin typeface="+mn-lt"/>
            </a:endParaRPr>
          </a:p>
          <a:p>
            <a:pPr marL="228600" lvl="0" indent="-2286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>
                <a:latin typeface="+mn-lt"/>
              </a:rPr>
              <a:t>Kepatuhan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regulasi</a:t>
            </a:r>
            <a:endParaRPr lang="en-ID" dirty="0">
              <a:latin typeface="+mn-lt"/>
            </a:endParaRPr>
          </a:p>
          <a:p>
            <a:pPr marL="228600" lvl="0" indent="-2286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>
                <a:latin typeface="+mn-lt"/>
              </a:rPr>
              <a:t>Pengelolaan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risiko</a:t>
            </a:r>
            <a:r>
              <a:rPr lang="en-ID" dirty="0">
                <a:latin typeface="+mn-lt"/>
              </a:rPr>
              <a:t> yang </a:t>
            </a:r>
            <a:r>
              <a:rPr lang="en-ID" dirty="0" err="1">
                <a:latin typeface="+mn-lt"/>
              </a:rPr>
              <a:t>lebih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baik</a:t>
            </a:r>
            <a:endParaRPr lang="en-ID" dirty="0">
              <a:latin typeface="+mn-lt"/>
            </a:endParaRPr>
          </a:p>
          <a:p>
            <a:pPr marL="228600" lvl="0" indent="-2286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>
                <a:latin typeface="+mn-lt"/>
              </a:rPr>
              <a:t>Meningkatkan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kepercayaan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pemangku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kepentingan</a:t>
            </a:r>
            <a:endParaRPr lang="en-ID" dirty="0">
              <a:latin typeface="+mn-lt"/>
            </a:endParaRPr>
          </a:p>
          <a:p>
            <a:pPr marL="228600" lvl="0" indent="-2286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>
                <a:latin typeface="+mn-lt"/>
              </a:rPr>
              <a:t>Menghadapi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ancaman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keamanan</a:t>
            </a:r>
            <a:r>
              <a:rPr lang="en-ID" dirty="0">
                <a:latin typeface="+mn-lt"/>
              </a:rPr>
              <a:t> yang </a:t>
            </a:r>
            <a:r>
              <a:rPr lang="en-ID" dirty="0" err="1">
                <a:latin typeface="+mn-lt"/>
              </a:rPr>
              <a:t>kompleks</a:t>
            </a:r>
            <a:endParaRPr lang="en-ID" dirty="0">
              <a:latin typeface="+mn-lt"/>
            </a:endParaRPr>
          </a:p>
          <a:p>
            <a:pPr marL="228600" lvl="0" indent="-2286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ID" dirty="0" err="1">
                <a:latin typeface="+mn-lt"/>
              </a:rPr>
              <a:t>Peningkatan</a:t>
            </a:r>
            <a:r>
              <a:rPr lang="en-ID" dirty="0">
                <a:latin typeface="+mn-lt"/>
              </a:rPr>
              <a:t> </a:t>
            </a:r>
            <a:r>
              <a:rPr lang="en-ID" dirty="0" err="1">
                <a:latin typeface="+mn-lt"/>
              </a:rPr>
              <a:t>responsibilitas</a:t>
            </a:r>
            <a:r>
              <a:rPr lang="en-ID" dirty="0">
                <a:latin typeface="+mn-lt"/>
              </a:rPr>
              <a:t> dan </a:t>
            </a:r>
            <a:r>
              <a:rPr lang="en-ID" dirty="0" err="1">
                <a:latin typeface="+mn-lt"/>
              </a:rPr>
              <a:t>akuntabilitas</a:t>
            </a:r>
            <a:endParaRPr lang="en-ID" dirty="0">
              <a:latin typeface="+mn-lt"/>
            </a:endParaRPr>
          </a:p>
        </p:txBody>
      </p:sp>
      <p:pic>
        <p:nvPicPr>
          <p:cNvPr id="1326" name="Google Shape;1326;p33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20466" r="20466"/>
          <a:stretch/>
        </p:blipFill>
        <p:spPr>
          <a:xfrm>
            <a:off x="4829575" y="539550"/>
            <a:ext cx="3601200" cy="4064400"/>
          </a:xfrm>
          <a:prstGeom prst="snip2DiagRect">
            <a:avLst>
              <a:gd name="adj1" fmla="val 0"/>
              <a:gd name="adj2" fmla="val 16667"/>
            </a:avLst>
          </a:prstGeom>
        </p:spPr>
      </p:pic>
      <p:grpSp>
        <p:nvGrpSpPr>
          <p:cNvPr id="1327" name="Google Shape;1327;p33"/>
          <p:cNvGrpSpPr/>
          <p:nvPr/>
        </p:nvGrpSpPr>
        <p:grpSpPr>
          <a:xfrm>
            <a:off x="7918800" y="4092025"/>
            <a:ext cx="1023938" cy="1023938"/>
            <a:chOff x="9247188" y="5834063"/>
            <a:chExt cx="1023938" cy="1023938"/>
          </a:xfrm>
        </p:grpSpPr>
        <p:sp>
          <p:nvSpPr>
            <p:cNvPr id="1328" name="Google Shape;1328;p33"/>
            <p:cNvSpPr/>
            <p:nvPr/>
          </p:nvSpPr>
          <p:spPr>
            <a:xfrm>
              <a:off x="9247188" y="5834063"/>
              <a:ext cx="1023938" cy="1023938"/>
            </a:xfrm>
            <a:custGeom>
              <a:avLst/>
              <a:gdLst/>
              <a:ahLst/>
              <a:cxnLst/>
              <a:rect l="l" t="t" r="r" b="b"/>
              <a:pathLst>
                <a:path w="607" h="607" extrusionOk="0">
                  <a:moveTo>
                    <a:pt x="304" y="607"/>
                  </a:moveTo>
                  <a:cubicBezTo>
                    <a:pt x="136" y="607"/>
                    <a:pt x="0" y="471"/>
                    <a:pt x="0" y="304"/>
                  </a:cubicBezTo>
                  <a:cubicBezTo>
                    <a:pt x="0" y="136"/>
                    <a:pt x="136" y="0"/>
                    <a:pt x="304" y="0"/>
                  </a:cubicBezTo>
                  <a:cubicBezTo>
                    <a:pt x="471" y="0"/>
                    <a:pt x="607" y="136"/>
                    <a:pt x="607" y="304"/>
                  </a:cubicBezTo>
                  <a:cubicBezTo>
                    <a:pt x="607" y="471"/>
                    <a:pt x="471" y="607"/>
                    <a:pt x="304" y="607"/>
                  </a:cubicBezTo>
                  <a:close/>
                  <a:moveTo>
                    <a:pt x="304" y="5"/>
                  </a:moveTo>
                  <a:cubicBezTo>
                    <a:pt x="139" y="5"/>
                    <a:pt x="5" y="139"/>
                    <a:pt x="5" y="304"/>
                  </a:cubicBezTo>
                  <a:cubicBezTo>
                    <a:pt x="5" y="468"/>
                    <a:pt x="139" y="602"/>
                    <a:pt x="304" y="602"/>
                  </a:cubicBezTo>
                  <a:cubicBezTo>
                    <a:pt x="468" y="602"/>
                    <a:pt x="602" y="468"/>
                    <a:pt x="602" y="304"/>
                  </a:cubicBezTo>
                  <a:cubicBezTo>
                    <a:pt x="602" y="139"/>
                    <a:pt x="468" y="5"/>
                    <a:pt x="304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33"/>
            <p:cNvSpPr/>
            <p:nvPr/>
          </p:nvSpPr>
          <p:spPr>
            <a:xfrm>
              <a:off x="9274175" y="5861050"/>
              <a:ext cx="969963" cy="969963"/>
            </a:xfrm>
            <a:custGeom>
              <a:avLst/>
              <a:gdLst/>
              <a:ahLst/>
              <a:cxnLst/>
              <a:rect l="l" t="t" r="r" b="b"/>
              <a:pathLst>
                <a:path w="575" h="575" extrusionOk="0">
                  <a:moveTo>
                    <a:pt x="288" y="575"/>
                  </a:moveTo>
                  <a:cubicBezTo>
                    <a:pt x="129" y="575"/>
                    <a:pt x="0" y="446"/>
                    <a:pt x="0" y="288"/>
                  </a:cubicBezTo>
                  <a:cubicBezTo>
                    <a:pt x="0" y="129"/>
                    <a:pt x="129" y="0"/>
                    <a:pt x="288" y="0"/>
                  </a:cubicBezTo>
                  <a:cubicBezTo>
                    <a:pt x="446" y="0"/>
                    <a:pt x="575" y="129"/>
                    <a:pt x="575" y="288"/>
                  </a:cubicBezTo>
                  <a:cubicBezTo>
                    <a:pt x="575" y="446"/>
                    <a:pt x="446" y="575"/>
                    <a:pt x="288" y="575"/>
                  </a:cubicBezTo>
                  <a:close/>
                  <a:moveTo>
                    <a:pt x="288" y="11"/>
                  </a:moveTo>
                  <a:cubicBezTo>
                    <a:pt x="135" y="11"/>
                    <a:pt x="11" y="135"/>
                    <a:pt x="11" y="288"/>
                  </a:cubicBezTo>
                  <a:cubicBezTo>
                    <a:pt x="11" y="440"/>
                    <a:pt x="135" y="565"/>
                    <a:pt x="288" y="565"/>
                  </a:cubicBezTo>
                  <a:cubicBezTo>
                    <a:pt x="440" y="565"/>
                    <a:pt x="565" y="440"/>
                    <a:pt x="565" y="288"/>
                  </a:cubicBezTo>
                  <a:cubicBezTo>
                    <a:pt x="565" y="135"/>
                    <a:pt x="440" y="11"/>
                    <a:pt x="288" y="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33"/>
            <p:cNvSpPr/>
            <p:nvPr/>
          </p:nvSpPr>
          <p:spPr>
            <a:xfrm>
              <a:off x="9377363" y="5962650"/>
              <a:ext cx="763587" cy="765175"/>
            </a:xfrm>
            <a:custGeom>
              <a:avLst/>
              <a:gdLst/>
              <a:ahLst/>
              <a:cxnLst/>
              <a:rect l="l" t="t" r="r" b="b"/>
              <a:pathLst>
                <a:path w="453" h="454" extrusionOk="0">
                  <a:moveTo>
                    <a:pt x="227" y="454"/>
                  </a:moveTo>
                  <a:cubicBezTo>
                    <a:pt x="209" y="454"/>
                    <a:pt x="191" y="452"/>
                    <a:pt x="173" y="448"/>
                  </a:cubicBezTo>
                  <a:cubicBezTo>
                    <a:pt x="184" y="405"/>
                    <a:pt x="184" y="405"/>
                    <a:pt x="184" y="405"/>
                  </a:cubicBezTo>
                  <a:cubicBezTo>
                    <a:pt x="201" y="409"/>
                    <a:pt x="219" y="411"/>
                    <a:pt x="236" y="410"/>
                  </a:cubicBezTo>
                  <a:cubicBezTo>
                    <a:pt x="239" y="454"/>
                    <a:pt x="239" y="454"/>
                    <a:pt x="239" y="454"/>
                  </a:cubicBezTo>
                  <a:cubicBezTo>
                    <a:pt x="235" y="454"/>
                    <a:pt x="231" y="454"/>
                    <a:pt x="227" y="454"/>
                  </a:cubicBezTo>
                  <a:close/>
                  <a:moveTo>
                    <a:pt x="259" y="452"/>
                  </a:moveTo>
                  <a:cubicBezTo>
                    <a:pt x="253" y="408"/>
                    <a:pt x="253" y="408"/>
                    <a:pt x="253" y="408"/>
                  </a:cubicBezTo>
                  <a:cubicBezTo>
                    <a:pt x="270" y="406"/>
                    <a:pt x="287" y="401"/>
                    <a:pt x="303" y="394"/>
                  </a:cubicBezTo>
                  <a:cubicBezTo>
                    <a:pt x="322" y="433"/>
                    <a:pt x="322" y="433"/>
                    <a:pt x="322" y="433"/>
                  </a:cubicBezTo>
                  <a:cubicBezTo>
                    <a:pt x="302" y="443"/>
                    <a:pt x="280" y="449"/>
                    <a:pt x="259" y="452"/>
                  </a:cubicBezTo>
                  <a:close/>
                  <a:moveTo>
                    <a:pt x="154" y="442"/>
                  </a:moveTo>
                  <a:cubicBezTo>
                    <a:pt x="133" y="435"/>
                    <a:pt x="114" y="425"/>
                    <a:pt x="96" y="413"/>
                  </a:cubicBezTo>
                  <a:cubicBezTo>
                    <a:pt x="121" y="377"/>
                    <a:pt x="121" y="377"/>
                    <a:pt x="121" y="377"/>
                  </a:cubicBezTo>
                  <a:cubicBezTo>
                    <a:pt x="136" y="387"/>
                    <a:pt x="151" y="395"/>
                    <a:pt x="168" y="401"/>
                  </a:cubicBezTo>
                  <a:lnTo>
                    <a:pt x="154" y="442"/>
                  </a:lnTo>
                  <a:close/>
                  <a:moveTo>
                    <a:pt x="340" y="424"/>
                  </a:moveTo>
                  <a:cubicBezTo>
                    <a:pt x="318" y="386"/>
                    <a:pt x="318" y="386"/>
                    <a:pt x="318" y="386"/>
                  </a:cubicBezTo>
                  <a:cubicBezTo>
                    <a:pt x="333" y="377"/>
                    <a:pt x="347" y="366"/>
                    <a:pt x="359" y="353"/>
                  </a:cubicBezTo>
                  <a:cubicBezTo>
                    <a:pt x="391" y="384"/>
                    <a:pt x="391" y="384"/>
                    <a:pt x="391" y="384"/>
                  </a:cubicBezTo>
                  <a:cubicBezTo>
                    <a:pt x="376" y="400"/>
                    <a:pt x="359" y="413"/>
                    <a:pt x="340" y="424"/>
                  </a:cubicBezTo>
                  <a:close/>
                  <a:moveTo>
                    <a:pt x="80" y="400"/>
                  </a:moveTo>
                  <a:cubicBezTo>
                    <a:pt x="63" y="386"/>
                    <a:pt x="48" y="369"/>
                    <a:pt x="36" y="351"/>
                  </a:cubicBezTo>
                  <a:cubicBezTo>
                    <a:pt x="73" y="327"/>
                    <a:pt x="73" y="327"/>
                    <a:pt x="73" y="327"/>
                  </a:cubicBezTo>
                  <a:cubicBezTo>
                    <a:pt x="83" y="342"/>
                    <a:pt x="95" y="355"/>
                    <a:pt x="108" y="367"/>
                  </a:cubicBezTo>
                  <a:lnTo>
                    <a:pt x="80" y="400"/>
                  </a:lnTo>
                  <a:close/>
                  <a:moveTo>
                    <a:pt x="404" y="368"/>
                  </a:moveTo>
                  <a:cubicBezTo>
                    <a:pt x="370" y="341"/>
                    <a:pt x="370" y="341"/>
                    <a:pt x="370" y="341"/>
                  </a:cubicBezTo>
                  <a:cubicBezTo>
                    <a:pt x="381" y="327"/>
                    <a:pt x="390" y="312"/>
                    <a:pt x="396" y="295"/>
                  </a:cubicBezTo>
                  <a:cubicBezTo>
                    <a:pt x="437" y="312"/>
                    <a:pt x="437" y="312"/>
                    <a:pt x="437" y="312"/>
                  </a:cubicBezTo>
                  <a:cubicBezTo>
                    <a:pt x="429" y="332"/>
                    <a:pt x="418" y="351"/>
                    <a:pt x="404" y="368"/>
                  </a:cubicBezTo>
                  <a:close/>
                  <a:moveTo>
                    <a:pt x="26" y="334"/>
                  </a:moveTo>
                  <a:cubicBezTo>
                    <a:pt x="16" y="314"/>
                    <a:pt x="9" y="293"/>
                    <a:pt x="4" y="272"/>
                  </a:cubicBezTo>
                  <a:cubicBezTo>
                    <a:pt x="47" y="263"/>
                    <a:pt x="47" y="263"/>
                    <a:pt x="47" y="263"/>
                  </a:cubicBezTo>
                  <a:cubicBezTo>
                    <a:pt x="51" y="281"/>
                    <a:pt x="57" y="297"/>
                    <a:pt x="65" y="313"/>
                  </a:cubicBezTo>
                  <a:lnTo>
                    <a:pt x="26" y="334"/>
                  </a:lnTo>
                  <a:close/>
                  <a:moveTo>
                    <a:pt x="444" y="293"/>
                  </a:moveTo>
                  <a:cubicBezTo>
                    <a:pt x="402" y="280"/>
                    <a:pt x="402" y="280"/>
                    <a:pt x="402" y="280"/>
                  </a:cubicBezTo>
                  <a:cubicBezTo>
                    <a:pt x="407" y="263"/>
                    <a:pt x="409" y="246"/>
                    <a:pt x="409" y="228"/>
                  </a:cubicBezTo>
                  <a:cubicBezTo>
                    <a:pt x="409" y="215"/>
                    <a:pt x="408" y="202"/>
                    <a:pt x="405" y="189"/>
                  </a:cubicBezTo>
                  <a:cubicBezTo>
                    <a:pt x="448" y="180"/>
                    <a:pt x="448" y="180"/>
                    <a:pt x="448" y="180"/>
                  </a:cubicBezTo>
                  <a:cubicBezTo>
                    <a:pt x="452" y="195"/>
                    <a:pt x="453" y="212"/>
                    <a:pt x="453" y="228"/>
                  </a:cubicBezTo>
                  <a:cubicBezTo>
                    <a:pt x="453" y="250"/>
                    <a:pt x="450" y="272"/>
                    <a:pt x="444" y="293"/>
                  </a:cubicBezTo>
                  <a:close/>
                  <a:moveTo>
                    <a:pt x="1" y="252"/>
                  </a:moveTo>
                  <a:cubicBezTo>
                    <a:pt x="0" y="244"/>
                    <a:pt x="0" y="236"/>
                    <a:pt x="0" y="228"/>
                  </a:cubicBezTo>
                  <a:cubicBezTo>
                    <a:pt x="0" y="214"/>
                    <a:pt x="1" y="200"/>
                    <a:pt x="4" y="186"/>
                  </a:cubicBezTo>
                  <a:cubicBezTo>
                    <a:pt x="47" y="194"/>
                    <a:pt x="47" y="194"/>
                    <a:pt x="47" y="194"/>
                  </a:cubicBezTo>
                  <a:cubicBezTo>
                    <a:pt x="45" y="205"/>
                    <a:pt x="44" y="216"/>
                    <a:pt x="44" y="228"/>
                  </a:cubicBezTo>
                  <a:cubicBezTo>
                    <a:pt x="44" y="234"/>
                    <a:pt x="44" y="241"/>
                    <a:pt x="45" y="247"/>
                  </a:cubicBezTo>
                  <a:lnTo>
                    <a:pt x="1" y="252"/>
                  </a:lnTo>
                  <a:close/>
                  <a:moveTo>
                    <a:pt x="51" y="178"/>
                  </a:moveTo>
                  <a:cubicBezTo>
                    <a:pt x="8" y="167"/>
                    <a:pt x="8" y="167"/>
                    <a:pt x="8" y="167"/>
                  </a:cubicBezTo>
                  <a:cubicBezTo>
                    <a:pt x="14" y="145"/>
                    <a:pt x="23" y="125"/>
                    <a:pt x="35" y="107"/>
                  </a:cubicBezTo>
                  <a:cubicBezTo>
                    <a:pt x="72" y="130"/>
                    <a:pt x="72" y="130"/>
                    <a:pt x="72" y="130"/>
                  </a:cubicBezTo>
                  <a:cubicBezTo>
                    <a:pt x="63" y="145"/>
                    <a:pt x="56" y="161"/>
                    <a:pt x="51" y="178"/>
                  </a:cubicBezTo>
                  <a:close/>
                  <a:moveTo>
                    <a:pt x="401" y="173"/>
                  </a:moveTo>
                  <a:cubicBezTo>
                    <a:pt x="396" y="157"/>
                    <a:pt x="388" y="140"/>
                    <a:pt x="378" y="126"/>
                  </a:cubicBezTo>
                  <a:cubicBezTo>
                    <a:pt x="415" y="101"/>
                    <a:pt x="415" y="101"/>
                    <a:pt x="415" y="101"/>
                  </a:cubicBezTo>
                  <a:cubicBezTo>
                    <a:pt x="427" y="119"/>
                    <a:pt x="437" y="139"/>
                    <a:pt x="443" y="160"/>
                  </a:cubicBezTo>
                  <a:lnTo>
                    <a:pt x="401" y="173"/>
                  </a:lnTo>
                  <a:close/>
                  <a:moveTo>
                    <a:pt x="82" y="117"/>
                  </a:moveTo>
                  <a:cubicBezTo>
                    <a:pt x="47" y="90"/>
                    <a:pt x="47" y="90"/>
                    <a:pt x="47" y="90"/>
                  </a:cubicBezTo>
                  <a:cubicBezTo>
                    <a:pt x="60" y="73"/>
                    <a:pt x="76" y="57"/>
                    <a:pt x="94" y="44"/>
                  </a:cubicBezTo>
                  <a:cubicBezTo>
                    <a:pt x="119" y="80"/>
                    <a:pt x="119" y="80"/>
                    <a:pt x="119" y="80"/>
                  </a:cubicBezTo>
                  <a:cubicBezTo>
                    <a:pt x="105" y="90"/>
                    <a:pt x="92" y="103"/>
                    <a:pt x="82" y="117"/>
                  </a:cubicBezTo>
                  <a:close/>
                  <a:moveTo>
                    <a:pt x="369" y="113"/>
                  </a:moveTo>
                  <a:cubicBezTo>
                    <a:pt x="357" y="99"/>
                    <a:pt x="344" y="87"/>
                    <a:pt x="330" y="77"/>
                  </a:cubicBezTo>
                  <a:cubicBezTo>
                    <a:pt x="354" y="41"/>
                    <a:pt x="354" y="41"/>
                    <a:pt x="354" y="41"/>
                  </a:cubicBezTo>
                  <a:cubicBezTo>
                    <a:pt x="373" y="53"/>
                    <a:pt x="389" y="68"/>
                    <a:pt x="403" y="85"/>
                  </a:cubicBezTo>
                  <a:lnTo>
                    <a:pt x="369" y="113"/>
                  </a:lnTo>
                  <a:close/>
                  <a:moveTo>
                    <a:pt x="133" y="71"/>
                  </a:moveTo>
                  <a:cubicBezTo>
                    <a:pt x="110" y="33"/>
                    <a:pt x="110" y="33"/>
                    <a:pt x="110" y="33"/>
                  </a:cubicBezTo>
                  <a:cubicBezTo>
                    <a:pt x="129" y="22"/>
                    <a:pt x="150" y="13"/>
                    <a:pt x="171" y="8"/>
                  </a:cubicBezTo>
                  <a:cubicBezTo>
                    <a:pt x="182" y="51"/>
                    <a:pt x="182" y="51"/>
                    <a:pt x="182" y="51"/>
                  </a:cubicBezTo>
                  <a:cubicBezTo>
                    <a:pt x="165" y="55"/>
                    <a:pt x="148" y="62"/>
                    <a:pt x="133" y="71"/>
                  </a:cubicBezTo>
                  <a:close/>
                  <a:moveTo>
                    <a:pt x="316" y="68"/>
                  </a:moveTo>
                  <a:cubicBezTo>
                    <a:pt x="300" y="60"/>
                    <a:pt x="284" y="53"/>
                    <a:pt x="266" y="49"/>
                  </a:cubicBezTo>
                  <a:cubicBezTo>
                    <a:pt x="276" y="6"/>
                    <a:pt x="276" y="6"/>
                    <a:pt x="276" y="6"/>
                  </a:cubicBezTo>
                  <a:cubicBezTo>
                    <a:pt x="297" y="11"/>
                    <a:pt x="318" y="19"/>
                    <a:pt x="337" y="30"/>
                  </a:cubicBezTo>
                  <a:lnTo>
                    <a:pt x="316" y="68"/>
                  </a:lnTo>
                  <a:close/>
                  <a:moveTo>
                    <a:pt x="198" y="47"/>
                  </a:moveTo>
                  <a:cubicBezTo>
                    <a:pt x="191" y="4"/>
                    <a:pt x="191" y="4"/>
                    <a:pt x="191" y="4"/>
                  </a:cubicBezTo>
                  <a:cubicBezTo>
                    <a:pt x="212" y="0"/>
                    <a:pt x="235" y="0"/>
                    <a:pt x="256" y="3"/>
                  </a:cubicBezTo>
                  <a:cubicBezTo>
                    <a:pt x="251" y="47"/>
                    <a:pt x="251" y="47"/>
                    <a:pt x="251" y="47"/>
                  </a:cubicBezTo>
                  <a:cubicBezTo>
                    <a:pt x="233" y="44"/>
                    <a:pt x="215" y="45"/>
                    <a:pt x="198" y="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33"/>
            <p:cNvSpPr/>
            <p:nvPr/>
          </p:nvSpPr>
          <p:spPr>
            <a:xfrm>
              <a:off x="9324975" y="5911850"/>
              <a:ext cx="868362" cy="868362"/>
            </a:xfrm>
            <a:custGeom>
              <a:avLst/>
              <a:gdLst/>
              <a:ahLst/>
              <a:cxnLst/>
              <a:rect l="l" t="t" r="r" b="b"/>
              <a:pathLst>
                <a:path w="515" h="515" extrusionOk="0">
                  <a:moveTo>
                    <a:pt x="255" y="515"/>
                  </a:moveTo>
                  <a:cubicBezTo>
                    <a:pt x="248" y="515"/>
                    <a:pt x="241" y="515"/>
                    <a:pt x="234" y="514"/>
                  </a:cubicBezTo>
                  <a:cubicBezTo>
                    <a:pt x="234" y="509"/>
                    <a:pt x="234" y="509"/>
                    <a:pt x="234" y="509"/>
                  </a:cubicBezTo>
                  <a:cubicBezTo>
                    <a:pt x="241" y="510"/>
                    <a:pt x="248" y="510"/>
                    <a:pt x="255" y="510"/>
                  </a:cubicBezTo>
                  <a:lnTo>
                    <a:pt x="255" y="515"/>
                  </a:lnTo>
                  <a:close/>
                  <a:moveTo>
                    <a:pt x="265" y="515"/>
                  </a:moveTo>
                  <a:cubicBezTo>
                    <a:pt x="265" y="510"/>
                    <a:pt x="265" y="510"/>
                    <a:pt x="265" y="510"/>
                  </a:cubicBezTo>
                  <a:cubicBezTo>
                    <a:pt x="272" y="510"/>
                    <a:pt x="279" y="509"/>
                    <a:pt x="285" y="509"/>
                  </a:cubicBezTo>
                  <a:cubicBezTo>
                    <a:pt x="286" y="514"/>
                    <a:pt x="286" y="514"/>
                    <a:pt x="286" y="514"/>
                  </a:cubicBezTo>
                  <a:cubicBezTo>
                    <a:pt x="279" y="515"/>
                    <a:pt x="272" y="515"/>
                    <a:pt x="265" y="515"/>
                  </a:cubicBezTo>
                  <a:close/>
                  <a:moveTo>
                    <a:pt x="223" y="513"/>
                  </a:moveTo>
                  <a:cubicBezTo>
                    <a:pt x="217" y="512"/>
                    <a:pt x="210" y="511"/>
                    <a:pt x="203" y="510"/>
                  </a:cubicBezTo>
                  <a:cubicBezTo>
                    <a:pt x="204" y="504"/>
                    <a:pt x="204" y="504"/>
                    <a:pt x="204" y="504"/>
                  </a:cubicBezTo>
                  <a:cubicBezTo>
                    <a:pt x="211" y="506"/>
                    <a:pt x="217" y="507"/>
                    <a:pt x="224" y="508"/>
                  </a:cubicBezTo>
                  <a:lnTo>
                    <a:pt x="223" y="513"/>
                  </a:lnTo>
                  <a:close/>
                  <a:moveTo>
                    <a:pt x="296" y="512"/>
                  </a:moveTo>
                  <a:cubicBezTo>
                    <a:pt x="296" y="507"/>
                    <a:pt x="296" y="507"/>
                    <a:pt x="296" y="507"/>
                  </a:cubicBezTo>
                  <a:cubicBezTo>
                    <a:pt x="302" y="506"/>
                    <a:pt x="309" y="505"/>
                    <a:pt x="316" y="503"/>
                  </a:cubicBezTo>
                  <a:cubicBezTo>
                    <a:pt x="317" y="509"/>
                    <a:pt x="317" y="509"/>
                    <a:pt x="317" y="509"/>
                  </a:cubicBezTo>
                  <a:cubicBezTo>
                    <a:pt x="310" y="510"/>
                    <a:pt x="303" y="511"/>
                    <a:pt x="296" y="512"/>
                  </a:cubicBezTo>
                  <a:close/>
                  <a:moveTo>
                    <a:pt x="193" y="507"/>
                  </a:moveTo>
                  <a:cubicBezTo>
                    <a:pt x="186" y="505"/>
                    <a:pt x="179" y="503"/>
                    <a:pt x="173" y="501"/>
                  </a:cubicBezTo>
                  <a:cubicBezTo>
                    <a:pt x="174" y="496"/>
                    <a:pt x="174" y="496"/>
                    <a:pt x="174" y="496"/>
                  </a:cubicBezTo>
                  <a:cubicBezTo>
                    <a:pt x="181" y="498"/>
                    <a:pt x="187" y="500"/>
                    <a:pt x="194" y="502"/>
                  </a:cubicBezTo>
                  <a:lnTo>
                    <a:pt x="193" y="507"/>
                  </a:lnTo>
                  <a:close/>
                  <a:moveTo>
                    <a:pt x="327" y="506"/>
                  </a:moveTo>
                  <a:cubicBezTo>
                    <a:pt x="326" y="501"/>
                    <a:pt x="326" y="501"/>
                    <a:pt x="326" y="501"/>
                  </a:cubicBezTo>
                  <a:cubicBezTo>
                    <a:pt x="332" y="499"/>
                    <a:pt x="339" y="497"/>
                    <a:pt x="345" y="495"/>
                  </a:cubicBezTo>
                  <a:cubicBezTo>
                    <a:pt x="347" y="499"/>
                    <a:pt x="347" y="499"/>
                    <a:pt x="347" y="499"/>
                  </a:cubicBezTo>
                  <a:cubicBezTo>
                    <a:pt x="340" y="502"/>
                    <a:pt x="334" y="504"/>
                    <a:pt x="327" y="506"/>
                  </a:cubicBezTo>
                  <a:close/>
                  <a:moveTo>
                    <a:pt x="163" y="497"/>
                  </a:moveTo>
                  <a:cubicBezTo>
                    <a:pt x="156" y="495"/>
                    <a:pt x="150" y="492"/>
                    <a:pt x="144" y="489"/>
                  </a:cubicBezTo>
                  <a:cubicBezTo>
                    <a:pt x="146" y="484"/>
                    <a:pt x="146" y="484"/>
                    <a:pt x="146" y="484"/>
                  </a:cubicBezTo>
                  <a:cubicBezTo>
                    <a:pt x="152" y="487"/>
                    <a:pt x="158" y="490"/>
                    <a:pt x="165" y="493"/>
                  </a:cubicBezTo>
                  <a:lnTo>
                    <a:pt x="163" y="497"/>
                  </a:lnTo>
                  <a:close/>
                  <a:moveTo>
                    <a:pt x="357" y="496"/>
                  </a:moveTo>
                  <a:cubicBezTo>
                    <a:pt x="355" y="491"/>
                    <a:pt x="355" y="491"/>
                    <a:pt x="355" y="491"/>
                  </a:cubicBezTo>
                  <a:cubicBezTo>
                    <a:pt x="361" y="488"/>
                    <a:pt x="367" y="485"/>
                    <a:pt x="373" y="482"/>
                  </a:cubicBezTo>
                  <a:cubicBezTo>
                    <a:pt x="376" y="487"/>
                    <a:pt x="376" y="487"/>
                    <a:pt x="376" y="487"/>
                  </a:cubicBezTo>
                  <a:cubicBezTo>
                    <a:pt x="369" y="490"/>
                    <a:pt x="363" y="493"/>
                    <a:pt x="357" y="496"/>
                  </a:cubicBezTo>
                  <a:close/>
                  <a:moveTo>
                    <a:pt x="134" y="484"/>
                  </a:moveTo>
                  <a:cubicBezTo>
                    <a:pt x="128" y="481"/>
                    <a:pt x="122" y="477"/>
                    <a:pt x="116" y="473"/>
                  </a:cubicBezTo>
                  <a:cubicBezTo>
                    <a:pt x="119" y="469"/>
                    <a:pt x="119" y="469"/>
                    <a:pt x="119" y="469"/>
                  </a:cubicBezTo>
                  <a:cubicBezTo>
                    <a:pt x="125" y="473"/>
                    <a:pt x="131" y="476"/>
                    <a:pt x="137" y="479"/>
                  </a:cubicBezTo>
                  <a:lnTo>
                    <a:pt x="134" y="484"/>
                  </a:lnTo>
                  <a:close/>
                  <a:moveTo>
                    <a:pt x="385" y="482"/>
                  </a:moveTo>
                  <a:cubicBezTo>
                    <a:pt x="382" y="477"/>
                    <a:pt x="382" y="477"/>
                    <a:pt x="382" y="477"/>
                  </a:cubicBezTo>
                  <a:cubicBezTo>
                    <a:pt x="388" y="474"/>
                    <a:pt x="394" y="470"/>
                    <a:pt x="400" y="467"/>
                  </a:cubicBezTo>
                  <a:cubicBezTo>
                    <a:pt x="402" y="471"/>
                    <a:pt x="402" y="471"/>
                    <a:pt x="402" y="471"/>
                  </a:cubicBezTo>
                  <a:cubicBezTo>
                    <a:pt x="397" y="475"/>
                    <a:pt x="391" y="478"/>
                    <a:pt x="385" y="482"/>
                  </a:cubicBezTo>
                  <a:close/>
                  <a:moveTo>
                    <a:pt x="108" y="467"/>
                  </a:moveTo>
                  <a:cubicBezTo>
                    <a:pt x="102" y="463"/>
                    <a:pt x="97" y="459"/>
                    <a:pt x="91" y="454"/>
                  </a:cubicBezTo>
                  <a:cubicBezTo>
                    <a:pt x="95" y="451"/>
                    <a:pt x="95" y="451"/>
                    <a:pt x="95" y="451"/>
                  </a:cubicBezTo>
                  <a:cubicBezTo>
                    <a:pt x="100" y="455"/>
                    <a:pt x="105" y="459"/>
                    <a:pt x="111" y="463"/>
                  </a:cubicBezTo>
                  <a:lnTo>
                    <a:pt x="108" y="467"/>
                  </a:lnTo>
                  <a:close/>
                  <a:moveTo>
                    <a:pt x="411" y="465"/>
                  </a:moveTo>
                  <a:cubicBezTo>
                    <a:pt x="408" y="461"/>
                    <a:pt x="408" y="461"/>
                    <a:pt x="408" y="461"/>
                  </a:cubicBezTo>
                  <a:cubicBezTo>
                    <a:pt x="413" y="457"/>
                    <a:pt x="419" y="452"/>
                    <a:pt x="424" y="448"/>
                  </a:cubicBezTo>
                  <a:cubicBezTo>
                    <a:pt x="427" y="452"/>
                    <a:pt x="427" y="452"/>
                    <a:pt x="427" y="452"/>
                  </a:cubicBezTo>
                  <a:cubicBezTo>
                    <a:pt x="422" y="456"/>
                    <a:pt x="417" y="461"/>
                    <a:pt x="411" y="465"/>
                  </a:cubicBezTo>
                  <a:close/>
                  <a:moveTo>
                    <a:pt x="83" y="448"/>
                  </a:moveTo>
                  <a:cubicBezTo>
                    <a:pt x="78" y="443"/>
                    <a:pt x="73" y="438"/>
                    <a:pt x="69" y="433"/>
                  </a:cubicBezTo>
                  <a:cubicBezTo>
                    <a:pt x="72" y="429"/>
                    <a:pt x="72" y="429"/>
                    <a:pt x="72" y="429"/>
                  </a:cubicBezTo>
                  <a:cubicBezTo>
                    <a:pt x="77" y="434"/>
                    <a:pt x="82" y="439"/>
                    <a:pt x="87" y="444"/>
                  </a:cubicBezTo>
                  <a:lnTo>
                    <a:pt x="83" y="448"/>
                  </a:lnTo>
                  <a:close/>
                  <a:moveTo>
                    <a:pt x="435" y="445"/>
                  </a:moveTo>
                  <a:cubicBezTo>
                    <a:pt x="431" y="441"/>
                    <a:pt x="431" y="441"/>
                    <a:pt x="431" y="441"/>
                  </a:cubicBezTo>
                  <a:cubicBezTo>
                    <a:pt x="436" y="436"/>
                    <a:pt x="441" y="431"/>
                    <a:pt x="446" y="426"/>
                  </a:cubicBezTo>
                  <a:cubicBezTo>
                    <a:pt x="450" y="430"/>
                    <a:pt x="450" y="430"/>
                    <a:pt x="450" y="430"/>
                  </a:cubicBezTo>
                  <a:cubicBezTo>
                    <a:pt x="445" y="435"/>
                    <a:pt x="440" y="440"/>
                    <a:pt x="435" y="445"/>
                  </a:cubicBezTo>
                  <a:close/>
                  <a:moveTo>
                    <a:pt x="62" y="425"/>
                  </a:moveTo>
                  <a:cubicBezTo>
                    <a:pt x="57" y="420"/>
                    <a:pt x="53" y="414"/>
                    <a:pt x="49" y="409"/>
                  </a:cubicBezTo>
                  <a:cubicBezTo>
                    <a:pt x="53" y="406"/>
                    <a:pt x="53" y="406"/>
                    <a:pt x="53" y="406"/>
                  </a:cubicBezTo>
                  <a:cubicBezTo>
                    <a:pt x="57" y="411"/>
                    <a:pt x="61" y="416"/>
                    <a:pt x="66" y="422"/>
                  </a:cubicBezTo>
                  <a:lnTo>
                    <a:pt x="62" y="425"/>
                  </a:lnTo>
                  <a:close/>
                  <a:moveTo>
                    <a:pt x="456" y="422"/>
                  </a:moveTo>
                  <a:cubicBezTo>
                    <a:pt x="452" y="418"/>
                    <a:pt x="452" y="418"/>
                    <a:pt x="452" y="418"/>
                  </a:cubicBezTo>
                  <a:cubicBezTo>
                    <a:pt x="457" y="413"/>
                    <a:pt x="461" y="408"/>
                    <a:pt x="465" y="402"/>
                  </a:cubicBezTo>
                  <a:cubicBezTo>
                    <a:pt x="469" y="405"/>
                    <a:pt x="469" y="405"/>
                    <a:pt x="469" y="405"/>
                  </a:cubicBezTo>
                  <a:cubicBezTo>
                    <a:pt x="465" y="411"/>
                    <a:pt x="461" y="416"/>
                    <a:pt x="456" y="422"/>
                  </a:cubicBezTo>
                  <a:close/>
                  <a:moveTo>
                    <a:pt x="43" y="400"/>
                  </a:moveTo>
                  <a:cubicBezTo>
                    <a:pt x="39" y="394"/>
                    <a:pt x="35" y="388"/>
                    <a:pt x="32" y="382"/>
                  </a:cubicBezTo>
                  <a:cubicBezTo>
                    <a:pt x="37" y="380"/>
                    <a:pt x="37" y="380"/>
                    <a:pt x="37" y="380"/>
                  </a:cubicBezTo>
                  <a:cubicBezTo>
                    <a:pt x="40" y="386"/>
                    <a:pt x="43" y="391"/>
                    <a:pt x="47" y="397"/>
                  </a:cubicBezTo>
                  <a:lnTo>
                    <a:pt x="43" y="400"/>
                  </a:lnTo>
                  <a:close/>
                  <a:moveTo>
                    <a:pt x="475" y="396"/>
                  </a:moveTo>
                  <a:cubicBezTo>
                    <a:pt x="471" y="394"/>
                    <a:pt x="471" y="394"/>
                    <a:pt x="471" y="394"/>
                  </a:cubicBezTo>
                  <a:cubicBezTo>
                    <a:pt x="474" y="388"/>
                    <a:pt x="478" y="382"/>
                    <a:pt x="481" y="376"/>
                  </a:cubicBezTo>
                  <a:cubicBezTo>
                    <a:pt x="485" y="378"/>
                    <a:pt x="485" y="378"/>
                    <a:pt x="485" y="378"/>
                  </a:cubicBezTo>
                  <a:cubicBezTo>
                    <a:pt x="482" y="384"/>
                    <a:pt x="479" y="391"/>
                    <a:pt x="475" y="396"/>
                  </a:cubicBezTo>
                  <a:close/>
                  <a:moveTo>
                    <a:pt x="27" y="373"/>
                  </a:moveTo>
                  <a:cubicBezTo>
                    <a:pt x="24" y="367"/>
                    <a:pt x="21" y="360"/>
                    <a:pt x="19" y="354"/>
                  </a:cubicBezTo>
                  <a:cubicBezTo>
                    <a:pt x="23" y="352"/>
                    <a:pt x="23" y="352"/>
                    <a:pt x="23" y="352"/>
                  </a:cubicBezTo>
                  <a:cubicBezTo>
                    <a:pt x="26" y="358"/>
                    <a:pt x="29" y="365"/>
                    <a:pt x="32" y="371"/>
                  </a:cubicBezTo>
                  <a:lnTo>
                    <a:pt x="27" y="373"/>
                  </a:lnTo>
                  <a:close/>
                  <a:moveTo>
                    <a:pt x="490" y="369"/>
                  </a:moveTo>
                  <a:cubicBezTo>
                    <a:pt x="485" y="367"/>
                    <a:pt x="485" y="367"/>
                    <a:pt x="485" y="367"/>
                  </a:cubicBezTo>
                  <a:cubicBezTo>
                    <a:pt x="488" y="361"/>
                    <a:pt x="491" y="354"/>
                    <a:pt x="494" y="348"/>
                  </a:cubicBezTo>
                  <a:cubicBezTo>
                    <a:pt x="498" y="350"/>
                    <a:pt x="498" y="350"/>
                    <a:pt x="498" y="350"/>
                  </a:cubicBezTo>
                  <a:cubicBezTo>
                    <a:pt x="496" y="356"/>
                    <a:pt x="493" y="363"/>
                    <a:pt x="490" y="369"/>
                  </a:cubicBezTo>
                  <a:close/>
                  <a:moveTo>
                    <a:pt x="15" y="344"/>
                  </a:moveTo>
                  <a:cubicBezTo>
                    <a:pt x="12" y="338"/>
                    <a:pt x="10" y="331"/>
                    <a:pt x="9" y="324"/>
                  </a:cubicBezTo>
                  <a:cubicBezTo>
                    <a:pt x="14" y="323"/>
                    <a:pt x="14" y="323"/>
                    <a:pt x="14" y="323"/>
                  </a:cubicBezTo>
                  <a:cubicBezTo>
                    <a:pt x="15" y="329"/>
                    <a:pt x="17" y="336"/>
                    <a:pt x="20" y="342"/>
                  </a:cubicBezTo>
                  <a:lnTo>
                    <a:pt x="15" y="344"/>
                  </a:lnTo>
                  <a:close/>
                  <a:moveTo>
                    <a:pt x="502" y="340"/>
                  </a:moveTo>
                  <a:cubicBezTo>
                    <a:pt x="497" y="338"/>
                    <a:pt x="497" y="338"/>
                    <a:pt x="497" y="338"/>
                  </a:cubicBezTo>
                  <a:cubicBezTo>
                    <a:pt x="499" y="332"/>
                    <a:pt x="501" y="325"/>
                    <a:pt x="503" y="319"/>
                  </a:cubicBezTo>
                  <a:cubicBezTo>
                    <a:pt x="508" y="320"/>
                    <a:pt x="508" y="320"/>
                    <a:pt x="508" y="320"/>
                  </a:cubicBezTo>
                  <a:cubicBezTo>
                    <a:pt x="506" y="327"/>
                    <a:pt x="504" y="333"/>
                    <a:pt x="502" y="340"/>
                  </a:cubicBezTo>
                  <a:close/>
                  <a:moveTo>
                    <a:pt x="6" y="314"/>
                  </a:moveTo>
                  <a:cubicBezTo>
                    <a:pt x="5" y="307"/>
                    <a:pt x="3" y="300"/>
                    <a:pt x="2" y="293"/>
                  </a:cubicBezTo>
                  <a:cubicBezTo>
                    <a:pt x="8" y="293"/>
                    <a:pt x="8" y="293"/>
                    <a:pt x="8" y="293"/>
                  </a:cubicBezTo>
                  <a:cubicBezTo>
                    <a:pt x="9" y="299"/>
                    <a:pt x="10" y="306"/>
                    <a:pt x="11" y="313"/>
                  </a:cubicBezTo>
                  <a:lnTo>
                    <a:pt x="6" y="314"/>
                  </a:lnTo>
                  <a:close/>
                  <a:moveTo>
                    <a:pt x="510" y="310"/>
                  </a:moveTo>
                  <a:cubicBezTo>
                    <a:pt x="505" y="309"/>
                    <a:pt x="505" y="309"/>
                    <a:pt x="505" y="309"/>
                  </a:cubicBezTo>
                  <a:cubicBezTo>
                    <a:pt x="506" y="302"/>
                    <a:pt x="507" y="295"/>
                    <a:pt x="508" y="288"/>
                  </a:cubicBezTo>
                  <a:cubicBezTo>
                    <a:pt x="513" y="289"/>
                    <a:pt x="513" y="289"/>
                    <a:pt x="513" y="289"/>
                  </a:cubicBezTo>
                  <a:cubicBezTo>
                    <a:pt x="513" y="296"/>
                    <a:pt x="511" y="303"/>
                    <a:pt x="510" y="310"/>
                  </a:cubicBezTo>
                  <a:close/>
                  <a:moveTo>
                    <a:pt x="1" y="283"/>
                  </a:moveTo>
                  <a:cubicBezTo>
                    <a:pt x="1" y="276"/>
                    <a:pt x="0" y="269"/>
                    <a:pt x="0" y="262"/>
                  </a:cubicBezTo>
                  <a:cubicBezTo>
                    <a:pt x="5" y="262"/>
                    <a:pt x="5" y="262"/>
                    <a:pt x="5" y="262"/>
                  </a:cubicBezTo>
                  <a:cubicBezTo>
                    <a:pt x="5" y="269"/>
                    <a:pt x="6" y="276"/>
                    <a:pt x="6" y="283"/>
                  </a:cubicBezTo>
                  <a:lnTo>
                    <a:pt x="1" y="283"/>
                  </a:lnTo>
                  <a:close/>
                  <a:moveTo>
                    <a:pt x="515" y="279"/>
                  </a:moveTo>
                  <a:cubicBezTo>
                    <a:pt x="509" y="278"/>
                    <a:pt x="509" y="278"/>
                    <a:pt x="509" y="278"/>
                  </a:cubicBezTo>
                  <a:cubicBezTo>
                    <a:pt x="510" y="271"/>
                    <a:pt x="510" y="265"/>
                    <a:pt x="510" y="258"/>
                  </a:cubicBezTo>
                  <a:cubicBezTo>
                    <a:pt x="510" y="251"/>
                    <a:pt x="510" y="245"/>
                    <a:pt x="509" y="239"/>
                  </a:cubicBezTo>
                  <a:cubicBezTo>
                    <a:pt x="515" y="238"/>
                    <a:pt x="515" y="238"/>
                    <a:pt x="515" y="238"/>
                  </a:cubicBezTo>
                  <a:cubicBezTo>
                    <a:pt x="515" y="245"/>
                    <a:pt x="515" y="251"/>
                    <a:pt x="515" y="258"/>
                  </a:cubicBezTo>
                  <a:cubicBezTo>
                    <a:pt x="515" y="265"/>
                    <a:pt x="515" y="272"/>
                    <a:pt x="515" y="279"/>
                  </a:cubicBezTo>
                  <a:close/>
                  <a:moveTo>
                    <a:pt x="5" y="252"/>
                  </a:moveTo>
                  <a:cubicBezTo>
                    <a:pt x="0" y="252"/>
                    <a:pt x="0" y="252"/>
                    <a:pt x="0" y="252"/>
                  </a:cubicBezTo>
                  <a:cubicBezTo>
                    <a:pt x="0" y="245"/>
                    <a:pt x="1" y="238"/>
                    <a:pt x="1" y="231"/>
                  </a:cubicBezTo>
                  <a:cubicBezTo>
                    <a:pt x="7" y="231"/>
                    <a:pt x="7" y="231"/>
                    <a:pt x="7" y="231"/>
                  </a:cubicBezTo>
                  <a:cubicBezTo>
                    <a:pt x="6" y="238"/>
                    <a:pt x="5" y="245"/>
                    <a:pt x="5" y="252"/>
                  </a:cubicBezTo>
                  <a:close/>
                  <a:moveTo>
                    <a:pt x="508" y="229"/>
                  </a:moveTo>
                  <a:cubicBezTo>
                    <a:pt x="508" y="222"/>
                    <a:pt x="507" y="215"/>
                    <a:pt x="505" y="208"/>
                  </a:cubicBezTo>
                  <a:cubicBezTo>
                    <a:pt x="510" y="207"/>
                    <a:pt x="510" y="207"/>
                    <a:pt x="510" y="207"/>
                  </a:cubicBezTo>
                  <a:cubicBezTo>
                    <a:pt x="512" y="214"/>
                    <a:pt x="513" y="221"/>
                    <a:pt x="514" y="228"/>
                  </a:cubicBezTo>
                  <a:lnTo>
                    <a:pt x="508" y="229"/>
                  </a:lnTo>
                  <a:close/>
                  <a:moveTo>
                    <a:pt x="8" y="221"/>
                  </a:moveTo>
                  <a:cubicBezTo>
                    <a:pt x="3" y="220"/>
                    <a:pt x="3" y="220"/>
                    <a:pt x="3" y="220"/>
                  </a:cubicBezTo>
                  <a:cubicBezTo>
                    <a:pt x="4" y="214"/>
                    <a:pt x="5" y="207"/>
                    <a:pt x="6" y="200"/>
                  </a:cubicBezTo>
                  <a:cubicBezTo>
                    <a:pt x="12" y="201"/>
                    <a:pt x="12" y="201"/>
                    <a:pt x="12" y="201"/>
                  </a:cubicBezTo>
                  <a:cubicBezTo>
                    <a:pt x="10" y="208"/>
                    <a:pt x="9" y="214"/>
                    <a:pt x="8" y="221"/>
                  </a:cubicBezTo>
                  <a:close/>
                  <a:moveTo>
                    <a:pt x="503" y="198"/>
                  </a:moveTo>
                  <a:cubicBezTo>
                    <a:pt x="502" y="192"/>
                    <a:pt x="500" y="185"/>
                    <a:pt x="498" y="179"/>
                  </a:cubicBezTo>
                  <a:cubicBezTo>
                    <a:pt x="502" y="177"/>
                    <a:pt x="502" y="177"/>
                    <a:pt x="502" y="177"/>
                  </a:cubicBezTo>
                  <a:cubicBezTo>
                    <a:pt x="505" y="184"/>
                    <a:pt x="507" y="190"/>
                    <a:pt x="508" y="197"/>
                  </a:cubicBezTo>
                  <a:lnTo>
                    <a:pt x="503" y="198"/>
                  </a:lnTo>
                  <a:close/>
                  <a:moveTo>
                    <a:pt x="14" y="191"/>
                  </a:moveTo>
                  <a:cubicBezTo>
                    <a:pt x="9" y="190"/>
                    <a:pt x="9" y="190"/>
                    <a:pt x="9" y="190"/>
                  </a:cubicBezTo>
                  <a:cubicBezTo>
                    <a:pt x="11" y="183"/>
                    <a:pt x="13" y="176"/>
                    <a:pt x="15" y="170"/>
                  </a:cubicBezTo>
                  <a:cubicBezTo>
                    <a:pt x="20" y="172"/>
                    <a:pt x="20" y="172"/>
                    <a:pt x="20" y="172"/>
                  </a:cubicBezTo>
                  <a:cubicBezTo>
                    <a:pt x="18" y="178"/>
                    <a:pt x="16" y="185"/>
                    <a:pt x="14" y="191"/>
                  </a:cubicBezTo>
                  <a:close/>
                  <a:moveTo>
                    <a:pt x="494" y="169"/>
                  </a:moveTo>
                  <a:cubicBezTo>
                    <a:pt x="492" y="163"/>
                    <a:pt x="489" y="156"/>
                    <a:pt x="486" y="150"/>
                  </a:cubicBezTo>
                  <a:cubicBezTo>
                    <a:pt x="491" y="148"/>
                    <a:pt x="491" y="148"/>
                    <a:pt x="491" y="148"/>
                  </a:cubicBezTo>
                  <a:cubicBezTo>
                    <a:pt x="494" y="154"/>
                    <a:pt x="497" y="161"/>
                    <a:pt x="499" y="167"/>
                  </a:cubicBezTo>
                  <a:lnTo>
                    <a:pt x="494" y="169"/>
                  </a:lnTo>
                  <a:close/>
                  <a:moveTo>
                    <a:pt x="24" y="162"/>
                  </a:moveTo>
                  <a:cubicBezTo>
                    <a:pt x="19" y="160"/>
                    <a:pt x="19" y="160"/>
                    <a:pt x="19" y="160"/>
                  </a:cubicBezTo>
                  <a:cubicBezTo>
                    <a:pt x="22" y="154"/>
                    <a:pt x="25" y="147"/>
                    <a:pt x="28" y="141"/>
                  </a:cubicBezTo>
                  <a:cubicBezTo>
                    <a:pt x="32" y="143"/>
                    <a:pt x="32" y="143"/>
                    <a:pt x="32" y="143"/>
                  </a:cubicBezTo>
                  <a:cubicBezTo>
                    <a:pt x="29" y="149"/>
                    <a:pt x="26" y="156"/>
                    <a:pt x="24" y="162"/>
                  </a:cubicBezTo>
                  <a:close/>
                  <a:moveTo>
                    <a:pt x="482" y="141"/>
                  </a:moveTo>
                  <a:cubicBezTo>
                    <a:pt x="478" y="135"/>
                    <a:pt x="475" y="129"/>
                    <a:pt x="471" y="123"/>
                  </a:cubicBezTo>
                  <a:cubicBezTo>
                    <a:pt x="476" y="120"/>
                    <a:pt x="476" y="120"/>
                    <a:pt x="476" y="120"/>
                  </a:cubicBezTo>
                  <a:cubicBezTo>
                    <a:pt x="479" y="126"/>
                    <a:pt x="483" y="132"/>
                    <a:pt x="486" y="138"/>
                  </a:cubicBezTo>
                  <a:lnTo>
                    <a:pt x="482" y="141"/>
                  </a:lnTo>
                  <a:close/>
                  <a:moveTo>
                    <a:pt x="37" y="134"/>
                  </a:moveTo>
                  <a:cubicBezTo>
                    <a:pt x="33" y="132"/>
                    <a:pt x="33" y="132"/>
                    <a:pt x="33" y="132"/>
                  </a:cubicBezTo>
                  <a:cubicBezTo>
                    <a:pt x="36" y="126"/>
                    <a:pt x="40" y="120"/>
                    <a:pt x="44" y="114"/>
                  </a:cubicBezTo>
                  <a:cubicBezTo>
                    <a:pt x="48" y="117"/>
                    <a:pt x="48" y="117"/>
                    <a:pt x="48" y="117"/>
                  </a:cubicBezTo>
                  <a:cubicBezTo>
                    <a:pt x="44" y="123"/>
                    <a:pt x="41" y="128"/>
                    <a:pt x="37" y="134"/>
                  </a:cubicBezTo>
                  <a:close/>
                  <a:moveTo>
                    <a:pt x="466" y="115"/>
                  </a:moveTo>
                  <a:cubicBezTo>
                    <a:pt x="462" y="109"/>
                    <a:pt x="458" y="104"/>
                    <a:pt x="453" y="98"/>
                  </a:cubicBezTo>
                  <a:cubicBezTo>
                    <a:pt x="457" y="95"/>
                    <a:pt x="457" y="95"/>
                    <a:pt x="457" y="95"/>
                  </a:cubicBezTo>
                  <a:cubicBezTo>
                    <a:pt x="462" y="100"/>
                    <a:pt x="466" y="106"/>
                    <a:pt x="470" y="112"/>
                  </a:cubicBezTo>
                  <a:lnTo>
                    <a:pt x="466" y="115"/>
                  </a:lnTo>
                  <a:close/>
                  <a:moveTo>
                    <a:pt x="54" y="108"/>
                  </a:moveTo>
                  <a:cubicBezTo>
                    <a:pt x="50" y="105"/>
                    <a:pt x="50" y="105"/>
                    <a:pt x="50" y="105"/>
                  </a:cubicBezTo>
                  <a:cubicBezTo>
                    <a:pt x="54" y="100"/>
                    <a:pt x="58" y="94"/>
                    <a:pt x="63" y="89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62" y="98"/>
                    <a:pt x="58" y="103"/>
                    <a:pt x="54" y="108"/>
                  </a:cubicBezTo>
                  <a:close/>
                  <a:moveTo>
                    <a:pt x="447" y="90"/>
                  </a:moveTo>
                  <a:cubicBezTo>
                    <a:pt x="442" y="85"/>
                    <a:pt x="438" y="80"/>
                    <a:pt x="433" y="76"/>
                  </a:cubicBezTo>
                  <a:cubicBezTo>
                    <a:pt x="436" y="72"/>
                    <a:pt x="436" y="72"/>
                    <a:pt x="436" y="72"/>
                  </a:cubicBezTo>
                  <a:cubicBezTo>
                    <a:pt x="441" y="77"/>
                    <a:pt x="446" y="82"/>
                    <a:pt x="451" y="87"/>
                  </a:cubicBezTo>
                  <a:lnTo>
                    <a:pt x="447" y="90"/>
                  </a:lnTo>
                  <a:close/>
                  <a:moveTo>
                    <a:pt x="74" y="85"/>
                  </a:moveTo>
                  <a:cubicBezTo>
                    <a:pt x="70" y="81"/>
                    <a:pt x="70" y="81"/>
                    <a:pt x="70" y="81"/>
                  </a:cubicBezTo>
                  <a:cubicBezTo>
                    <a:pt x="75" y="76"/>
                    <a:pt x="80" y="71"/>
                    <a:pt x="85" y="67"/>
                  </a:cubicBezTo>
                  <a:cubicBezTo>
                    <a:pt x="88" y="70"/>
                    <a:pt x="88" y="70"/>
                    <a:pt x="88" y="70"/>
                  </a:cubicBezTo>
                  <a:cubicBezTo>
                    <a:pt x="83" y="75"/>
                    <a:pt x="78" y="80"/>
                    <a:pt x="74" y="85"/>
                  </a:cubicBezTo>
                  <a:close/>
                  <a:moveTo>
                    <a:pt x="425" y="69"/>
                  </a:moveTo>
                  <a:cubicBezTo>
                    <a:pt x="420" y="64"/>
                    <a:pt x="415" y="60"/>
                    <a:pt x="409" y="56"/>
                  </a:cubicBezTo>
                  <a:cubicBezTo>
                    <a:pt x="412" y="52"/>
                    <a:pt x="412" y="52"/>
                    <a:pt x="412" y="52"/>
                  </a:cubicBezTo>
                  <a:cubicBezTo>
                    <a:pt x="418" y="56"/>
                    <a:pt x="423" y="60"/>
                    <a:pt x="429" y="65"/>
                  </a:cubicBezTo>
                  <a:lnTo>
                    <a:pt x="425" y="69"/>
                  </a:lnTo>
                  <a:close/>
                  <a:moveTo>
                    <a:pt x="96" y="64"/>
                  </a:moveTo>
                  <a:cubicBezTo>
                    <a:pt x="93" y="60"/>
                    <a:pt x="93" y="60"/>
                    <a:pt x="93" y="60"/>
                  </a:cubicBezTo>
                  <a:cubicBezTo>
                    <a:pt x="98" y="55"/>
                    <a:pt x="104" y="51"/>
                    <a:pt x="109" y="47"/>
                  </a:cubicBezTo>
                  <a:cubicBezTo>
                    <a:pt x="112" y="51"/>
                    <a:pt x="112" y="51"/>
                    <a:pt x="112" y="51"/>
                  </a:cubicBezTo>
                  <a:cubicBezTo>
                    <a:pt x="107" y="55"/>
                    <a:pt x="101" y="59"/>
                    <a:pt x="96" y="64"/>
                  </a:cubicBezTo>
                  <a:close/>
                  <a:moveTo>
                    <a:pt x="401" y="50"/>
                  </a:moveTo>
                  <a:cubicBezTo>
                    <a:pt x="395" y="46"/>
                    <a:pt x="389" y="42"/>
                    <a:pt x="384" y="39"/>
                  </a:cubicBezTo>
                  <a:cubicBezTo>
                    <a:pt x="386" y="34"/>
                    <a:pt x="386" y="34"/>
                    <a:pt x="386" y="34"/>
                  </a:cubicBezTo>
                  <a:cubicBezTo>
                    <a:pt x="392" y="38"/>
                    <a:pt x="398" y="42"/>
                    <a:pt x="404" y="45"/>
                  </a:cubicBezTo>
                  <a:lnTo>
                    <a:pt x="401" y="50"/>
                  </a:lnTo>
                  <a:close/>
                  <a:moveTo>
                    <a:pt x="121" y="46"/>
                  </a:moveTo>
                  <a:cubicBezTo>
                    <a:pt x="118" y="41"/>
                    <a:pt x="118" y="41"/>
                    <a:pt x="118" y="41"/>
                  </a:cubicBezTo>
                  <a:cubicBezTo>
                    <a:pt x="124" y="37"/>
                    <a:pt x="130" y="34"/>
                    <a:pt x="136" y="31"/>
                  </a:cubicBezTo>
                  <a:cubicBezTo>
                    <a:pt x="138" y="35"/>
                    <a:pt x="138" y="35"/>
                    <a:pt x="138" y="35"/>
                  </a:cubicBezTo>
                  <a:cubicBezTo>
                    <a:pt x="132" y="38"/>
                    <a:pt x="126" y="42"/>
                    <a:pt x="121" y="46"/>
                  </a:cubicBezTo>
                  <a:close/>
                  <a:moveTo>
                    <a:pt x="375" y="34"/>
                  </a:moveTo>
                  <a:cubicBezTo>
                    <a:pt x="369" y="31"/>
                    <a:pt x="362" y="28"/>
                    <a:pt x="356" y="25"/>
                  </a:cubicBezTo>
                  <a:cubicBezTo>
                    <a:pt x="358" y="20"/>
                    <a:pt x="358" y="20"/>
                    <a:pt x="358" y="20"/>
                  </a:cubicBezTo>
                  <a:cubicBezTo>
                    <a:pt x="364" y="23"/>
                    <a:pt x="371" y="26"/>
                    <a:pt x="377" y="29"/>
                  </a:cubicBezTo>
                  <a:lnTo>
                    <a:pt x="375" y="34"/>
                  </a:lnTo>
                  <a:close/>
                  <a:moveTo>
                    <a:pt x="147" y="30"/>
                  </a:moveTo>
                  <a:cubicBezTo>
                    <a:pt x="145" y="26"/>
                    <a:pt x="145" y="26"/>
                    <a:pt x="145" y="26"/>
                  </a:cubicBezTo>
                  <a:cubicBezTo>
                    <a:pt x="151" y="23"/>
                    <a:pt x="158" y="20"/>
                    <a:pt x="164" y="17"/>
                  </a:cubicBezTo>
                  <a:cubicBezTo>
                    <a:pt x="166" y="22"/>
                    <a:pt x="166" y="22"/>
                    <a:pt x="166" y="22"/>
                  </a:cubicBezTo>
                  <a:cubicBezTo>
                    <a:pt x="160" y="25"/>
                    <a:pt x="153" y="28"/>
                    <a:pt x="147" y="30"/>
                  </a:cubicBezTo>
                  <a:close/>
                  <a:moveTo>
                    <a:pt x="347" y="21"/>
                  </a:moveTo>
                  <a:cubicBezTo>
                    <a:pt x="340" y="19"/>
                    <a:pt x="334" y="17"/>
                    <a:pt x="327" y="15"/>
                  </a:cubicBezTo>
                  <a:cubicBezTo>
                    <a:pt x="328" y="10"/>
                    <a:pt x="328" y="10"/>
                    <a:pt x="328" y="10"/>
                  </a:cubicBezTo>
                  <a:cubicBezTo>
                    <a:pt x="335" y="12"/>
                    <a:pt x="342" y="14"/>
                    <a:pt x="348" y="16"/>
                  </a:cubicBezTo>
                  <a:lnTo>
                    <a:pt x="347" y="21"/>
                  </a:lnTo>
                  <a:close/>
                  <a:moveTo>
                    <a:pt x="176" y="19"/>
                  </a:moveTo>
                  <a:cubicBezTo>
                    <a:pt x="174" y="14"/>
                    <a:pt x="174" y="14"/>
                    <a:pt x="174" y="14"/>
                  </a:cubicBezTo>
                  <a:cubicBezTo>
                    <a:pt x="181" y="12"/>
                    <a:pt x="187" y="10"/>
                    <a:pt x="194" y="8"/>
                  </a:cubicBezTo>
                  <a:cubicBezTo>
                    <a:pt x="195" y="13"/>
                    <a:pt x="195" y="13"/>
                    <a:pt x="195" y="13"/>
                  </a:cubicBezTo>
                  <a:cubicBezTo>
                    <a:pt x="189" y="15"/>
                    <a:pt x="182" y="17"/>
                    <a:pt x="176" y="19"/>
                  </a:cubicBezTo>
                  <a:close/>
                  <a:moveTo>
                    <a:pt x="317" y="12"/>
                  </a:moveTo>
                  <a:cubicBezTo>
                    <a:pt x="311" y="11"/>
                    <a:pt x="304" y="9"/>
                    <a:pt x="297" y="8"/>
                  </a:cubicBezTo>
                  <a:cubicBezTo>
                    <a:pt x="298" y="3"/>
                    <a:pt x="298" y="3"/>
                    <a:pt x="298" y="3"/>
                  </a:cubicBezTo>
                  <a:cubicBezTo>
                    <a:pt x="305" y="4"/>
                    <a:pt x="312" y="6"/>
                    <a:pt x="318" y="7"/>
                  </a:cubicBezTo>
                  <a:lnTo>
                    <a:pt x="317" y="12"/>
                  </a:lnTo>
                  <a:close/>
                  <a:moveTo>
                    <a:pt x="205" y="11"/>
                  </a:moveTo>
                  <a:cubicBezTo>
                    <a:pt x="204" y="6"/>
                    <a:pt x="204" y="6"/>
                    <a:pt x="204" y="6"/>
                  </a:cubicBezTo>
                  <a:cubicBezTo>
                    <a:pt x="211" y="4"/>
                    <a:pt x="218" y="3"/>
                    <a:pt x="225" y="2"/>
                  </a:cubicBezTo>
                  <a:cubicBezTo>
                    <a:pt x="226" y="7"/>
                    <a:pt x="226" y="7"/>
                    <a:pt x="226" y="7"/>
                  </a:cubicBezTo>
                  <a:cubicBezTo>
                    <a:pt x="219" y="8"/>
                    <a:pt x="212" y="9"/>
                    <a:pt x="205" y="11"/>
                  </a:cubicBezTo>
                  <a:close/>
                  <a:moveTo>
                    <a:pt x="287" y="7"/>
                  </a:moveTo>
                  <a:cubicBezTo>
                    <a:pt x="280" y="6"/>
                    <a:pt x="273" y="6"/>
                    <a:pt x="266" y="5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274" y="0"/>
                    <a:pt x="281" y="1"/>
                    <a:pt x="288" y="2"/>
                  </a:cubicBezTo>
                  <a:lnTo>
                    <a:pt x="287" y="7"/>
                  </a:lnTo>
                  <a:close/>
                  <a:moveTo>
                    <a:pt x="236" y="6"/>
                  </a:moveTo>
                  <a:cubicBezTo>
                    <a:pt x="235" y="1"/>
                    <a:pt x="235" y="1"/>
                    <a:pt x="235" y="1"/>
                  </a:cubicBezTo>
                  <a:cubicBezTo>
                    <a:pt x="242" y="0"/>
                    <a:pt x="249" y="0"/>
                    <a:pt x="256" y="0"/>
                  </a:cubicBezTo>
                  <a:cubicBezTo>
                    <a:pt x="256" y="5"/>
                    <a:pt x="256" y="5"/>
                    <a:pt x="256" y="5"/>
                  </a:cubicBezTo>
                  <a:cubicBezTo>
                    <a:pt x="249" y="5"/>
                    <a:pt x="243" y="6"/>
                    <a:pt x="236" y="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33"/>
            <p:cNvSpPr/>
            <p:nvPr/>
          </p:nvSpPr>
          <p:spPr>
            <a:xfrm>
              <a:off x="9486900" y="6073775"/>
              <a:ext cx="546100" cy="546100"/>
            </a:xfrm>
            <a:custGeom>
              <a:avLst/>
              <a:gdLst/>
              <a:ahLst/>
              <a:cxnLst/>
              <a:rect l="l" t="t" r="r" b="b"/>
              <a:pathLst>
                <a:path w="324" h="324" extrusionOk="0">
                  <a:moveTo>
                    <a:pt x="162" y="324"/>
                  </a:moveTo>
                  <a:cubicBezTo>
                    <a:pt x="72" y="324"/>
                    <a:pt x="0" y="251"/>
                    <a:pt x="0" y="162"/>
                  </a:cubicBezTo>
                  <a:cubicBezTo>
                    <a:pt x="0" y="72"/>
                    <a:pt x="72" y="0"/>
                    <a:pt x="162" y="0"/>
                  </a:cubicBezTo>
                  <a:cubicBezTo>
                    <a:pt x="251" y="0"/>
                    <a:pt x="324" y="72"/>
                    <a:pt x="324" y="162"/>
                  </a:cubicBezTo>
                  <a:cubicBezTo>
                    <a:pt x="324" y="251"/>
                    <a:pt x="251" y="324"/>
                    <a:pt x="162" y="324"/>
                  </a:cubicBezTo>
                  <a:close/>
                  <a:moveTo>
                    <a:pt x="162" y="31"/>
                  </a:moveTo>
                  <a:cubicBezTo>
                    <a:pt x="90" y="31"/>
                    <a:pt x="31" y="90"/>
                    <a:pt x="31" y="162"/>
                  </a:cubicBezTo>
                  <a:cubicBezTo>
                    <a:pt x="31" y="234"/>
                    <a:pt x="90" y="292"/>
                    <a:pt x="162" y="292"/>
                  </a:cubicBezTo>
                  <a:cubicBezTo>
                    <a:pt x="234" y="292"/>
                    <a:pt x="292" y="234"/>
                    <a:pt x="292" y="162"/>
                  </a:cubicBezTo>
                  <a:cubicBezTo>
                    <a:pt x="292" y="90"/>
                    <a:pt x="234" y="31"/>
                    <a:pt x="162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33"/>
            <p:cNvSpPr/>
            <p:nvPr/>
          </p:nvSpPr>
          <p:spPr>
            <a:xfrm>
              <a:off x="9564688" y="6151563"/>
              <a:ext cx="390525" cy="390525"/>
            </a:xfrm>
            <a:custGeom>
              <a:avLst/>
              <a:gdLst/>
              <a:ahLst/>
              <a:cxnLst/>
              <a:rect l="l" t="t" r="r" b="b"/>
              <a:pathLst>
                <a:path w="231" h="232" extrusionOk="0">
                  <a:moveTo>
                    <a:pt x="116" y="232"/>
                  </a:moveTo>
                  <a:cubicBezTo>
                    <a:pt x="52" y="232"/>
                    <a:pt x="0" y="180"/>
                    <a:pt x="0" y="116"/>
                  </a:cubicBezTo>
                  <a:cubicBezTo>
                    <a:pt x="0" y="52"/>
                    <a:pt x="52" y="0"/>
                    <a:pt x="116" y="0"/>
                  </a:cubicBezTo>
                  <a:cubicBezTo>
                    <a:pt x="180" y="0"/>
                    <a:pt x="231" y="52"/>
                    <a:pt x="231" y="116"/>
                  </a:cubicBezTo>
                  <a:cubicBezTo>
                    <a:pt x="231" y="180"/>
                    <a:pt x="180" y="232"/>
                    <a:pt x="116" y="232"/>
                  </a:cubicBezTo>
                  <a:close/>
                  <a:moveTo>
                    <a:pt x="116" y="9"/>
                  </a:moveTo>
                  <a:cubicBezTo>
                    <a:pt x="57" y="9"/>
                    <a:pt x="9" y="57"/>
                    <a:pt x="9" y="116"/>
                  </a:cubicBezTo>
                  <a:cubicBezTo>
                    <a:pt x="9" y="175"/>
                    <a:pt x="57" y="223"/>
                    <a:pt x="116" y="223"/>
                  </a:cubicBezTo>
                  <a:cubicBezTo>
                    <a:pt x="175" y="223"/>
                    <a:pt x="223" y="175"/>
                    <a:pt x="223" y="116"/>
                  </a:cubicBezTo>
                  <a:cubicBezTo>
                    <a:pt x="223" y="57"/>
                    <a:pt x="175" y="9"/>
                    <a:pt x="116" y="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4891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32"/>
          <p:cNvSpPr txBox="1">
            <a:spLocks noGrp="1"/>
          </p:cNvSpPr>
          <p:nvPr>
            <p:ph type="title"/>
          </p:nvPr>
        </p:nvSpPr>
        <p:spPr>
          <a:xfrm>
            <a:off x="4722775" y="2192750"/>
            <a:ext cx="37080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Hasil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Jurnal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276" name="Google Shape;1276;p32"/>
          <p:cNvSpPr txBox="1">
            <a:spLocks noGrp="1"/>
          </p:cNvSpPr>
          <p:nvPr>
            <p:ph type="title" idx="2"/>
          </p:nvPr>
        </p:nvSpPr>
        <p:spPr>
          <a:xfrm>
            <a:off x="4722775" y="1324063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pic>
        <p:nvPicPr>
          <p:cNvPr id="1277" name="Google Shape;1277;p32"/>
          <p:cNvPicPr preferRelativeResize="0">
            <a:picLocks noGrp="1"/>
          </p:cNvPicPr>
          <p:nvPr>
            <p:ph type="pic" idx="3"/>
          </p:nvPr>
        </p:nvPicPr>
        <p:blipFill>
          <a:blip r:embed="rId3"/>
          <a:srcRect l="21514" r="21514"/>
          <a:stretch/>
        </p:blipFill>
        <p:spPr>
          <a:xfrm>
            <a:off x="0" y="539500"/>
            <a:ext cx="3473700" cy="4064400"/>
          </a:xfrm>
          <a:prstGeom prst="snip2DiagRect">
            <a:avLst>
              <a:gd name="adj1" fmla="val 0"/>
              <a:gd name="adj2" fmla="val 24692"/>
            </a:avLst>
          </a:prstGeom>
        </p:spPr>
      </p:pic>
      <p:grpSp>
        <p:nvGrpSpPr>
          <p:cNvPr id="1278" name="Google Shape;1278;p32"/>
          <p:cNvGrpSpPr/>
          <p:nvPr/>
        </p:nvGrpSpPr>
        <p:grpSpPr>
          <a:xfrm>
            <a:off x="237431" y="4128937"/>
            <a:ext cx="951612" cy="950150"/>
            <a:chOff x="422275" y="2508250"/>
            <a:chExt cx="1033462" cy="1031875"/>
          </a:xfrm>
        </p:grpSpPr>
        <p:sp>
          <p:nvSpPr>
            <p:cNvPr id="1279" name="Google Shape;1279;p32"/>
            <p:cNvSpPr/>
            <p:nvPr/>
          </p:nvSpPr>
          <p:spPr>
            <a:xfrm>
              <a:off x="422275" y="3025775"/>
              <a:ext cx="84138" cy="217488"/>
            </a:xfrm>
            <a:custGeom>
              <a:avLst/>
              <a:gdLst/>
              <a:ahLst/>
              <a:cxnLst/>
              <a:rect l="l" t="t" r="r" b="b"/>
              <a:pathLst>
                <a:path w="49" h="129" extrusionOk="0">
                  <a:moveTo>
                    <a:pt x="29" y="129"/>
                  </a:moveTo>
                  <a:cubicBezTo>
                    <a:pt x="10" y="88"/>
                    <a:pt x="0" y="45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41"/>
                    <a:pt x="32" y="82"/>
                    <a:pt x="49" y="119"/>
                  </a:cubicBezTo>
                  <a:lnTo>
                    <a:pt x="29" y="12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32"/>
            <p:cNvSpPr/>
            <p:nvPr/>
          </p:nvSpPr>
          <p:spPr>
            <a:xfrm>
              <a:off x="509588" y="3287713"/>
              <a:ext cx="176213" cy="174625"/>
            </a:xfrm>
            <a:custGeom>
              <a:avLst/>
              <a:gdLst/>
              <a:ahLst/>
              <a:cxnLst/>
              <a:rect l="l" t="t" r="r" b="b"/>
              <a:pathLst>
                <a:path w="105" h="103" extrusionOk="0">
                  <a:moveTo>
                    <a:pt x="93" y="103"/>
                  </a:moveTo>
                  <a:cubicBezTo>
                    <a:pt x="56" y="80"/>
                    <a:pt x="24" y="49"/>
                    <a:pt x="0" y="1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41" y="34"/>
                    <a:pt x="71" y="63"/>
                    <a:pt x="105" y="84"/>
                  </a:cubicBezTo>
                  <a:lnTo>
                    <a:pt x="93" y="103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32"/>
            <p:cNvSpPr/>
            <p:nvPr/>
          </p:nvSpPr>
          <p:spPr>
            <a:xfrm>
              <a:off x="728663" y="3460750"/>
              <a:ext cx="96838" cy="65087"/>
            </a:xfrm>
            <a:custGeom>
              <a:avLst/>
              <a:gdLst/>
              <a:ahLst/>
              <a:cxnLst/>
              <a:rect l="l" t="t" r="r" b="b"/>
              <a:pathLst>
                <a:path w="58" h="39" extrusionOk="0">
                  <a:moveTo>
                    <a:pt x="52" y="39"/>
                  </a:moveTo>
                  <a:cubicBezTo>
                    <a:pt x="34" y="34"/>
                    <a:pt x="17" y="28"/>
                    <a:pt x="0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5" y="7"/>
                    <a:pt x="41" y="12"/>
                    <a:pt x="58" y="16"/>
                  </a:cubicBezTo>
                  <a:lnTo>
                    <a:pt x="52" y="3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32"/>
            <p:cNvSpPr/>
            <p:nvPr/>
          </p:nvSpPr>
          <p:spPr>
            <a:xfrm>
              <a:off x="874713" y="3465513"/>
              <a:ext cx="260350" cy="74612"/>
            </a:xfrm>
            <a:custGeom>
              <a:avLst/>
              <a:gdLst/>
              <a:ahLst/>
              <a:cxnLst/>
              <a:rect l="l" t="t" r="r" b="b"/>
              <a:pathLst>
                <a:path w="154" h="44" extrusionOk="0">
                  <a:moveTo>
                    <a:pt x="38" y="44"/>
                  </a:moveTo>
                  <a:cubicBezTo>
                    <a:pt x="25" y="44"/>
                    <a:pt x="13" y="44"/>
                    <a:pt x="0" y="42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15" y="21"/>
                    <a:pt x="26" y="22"/>
                    <a:pt x="38" y="22"/>
                  </a:cubicBezTo>
                  <a:cubicBezTo>
                    <a:pt x="75" y="22"/>
                    <a:pt x="111" y="14"/>
                    <a:pt x="145" y="0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17" y="37"/>
                    <a:pt x="78" y="44"/>
                    <a:pt x="38" y="4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2"/>
            <p:cNvSpPr/>
            <p:nvPr/>
          </p:nvSpPr>
          <p:spPr>
            <a:xfrm>
              <a:off x="1198563" y="3281363"/>
              <a:ext cx="174625" cy="176212"/>
            </a:xfrm>
            <a:custGeom>
              <a:avLst/>
              <a:gdLst/>
              <a:ahLst/>
              <a:cxnLst/>
              <a:rect l="l" t="t" r="r" b="b"/>
              <a:pathLst>
                <a:path w="103" h="104" extrusionOk="0">
                  <a:moveTo>
                    <a:pt x="12" y="104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33" y="63"/>
                    <a:pt x="63" y="34"/>
                    <a:pt x="84" y="0"/>
                  </a:cubicBezTo>
                  <a:cubicBezTo>
                    <a:pt x="103" y="12"/>
                    <a:pt x="103" y="12"/>
                    <a:pt x="103" y="12"/>
                  </a:cubicBezTo>
                  <a:cubicBezTo>
                    <a:pt x="80" y="49"/>
                    <a:pt x="49" y="81"/>
                    <a:pt x="12" y="10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2"/>
            <p:cNvSpPr/>
            <p:nvPr/>
          </p:nvSpPr>
          <p:spPr>
            <a:xfrm>
              <a:off x="1406525" y="2925763"/>
              <a:ext cx="49212" cy="198437"/>
            </a:xfrm>
            <a:custGeom>
              <a:avLst/>
              <a:gdLst/>
              <a:ahLst/>
              <a:cxnLst/>
              <a:rect l="l" t="t" r="r" b="b"/>
              <a:pathLst>
                <a:path w="29" h="118" extrusionOk="0">
                  <a:moveTo>
                    <a:pt x="23" y="118"/>
                  </a:moveTo>
                  <a:cubicBezTo>
                    <a:pt x="0" y="113"/>
                    <a:pt x="0" y="113"/>
                    <a:pt x="0" y="113"/>
                  </a:cubicBezTo>
                  <a:cubicBezTo>
                    <a:pt x="4" y="95"/>
                    <a:pt x="6" y="77"/>
                    <a:pt x="6" y="59"/>
                  </a:cubicBezTo>
                  <a:cubicBezTo>
                    <a:pt x="6" y="40"/>
                    <a:pt x="4" y="22"/>
                    <a:pt x="0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19"/>
                    <a:pt x="29" y="39"/>
                    <a:pt x="29" y="59"/>
                  </a:cubicBezTo>
                  <a:cubicBezTo>
                    <a:pt x="29" y="78"/>
                    <a:pt x="27" y="98"/>
                    <a:pt x="23" y="118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32"/>
            <p:cNvSpPr/>
            <p:nvPr/>
          </p:nvSpPr>
          <p:spPr>
            <a:xfrm>
              <a:off x="1219200" y="2606675"/>
              <a:ext cx="198437" cy="242888"/>
            </a:xfrm>
            <a:custGeom>
              <a:avLst/>
              <a:gdLst/>
              <a:ahLst/>
              <a:cxnLst/>
              <a:rect l="l" t="t" r="r" b="b"/>
              <a:pathLst>
                <a:path w="118" h="144" extrusionOk="0">
                  <a:moveTo>
                    <a:pt x="97" y="144"/>
                  </a:moveTo>
                  <a:cubicBezTo>
                    <a:pt x="77" y="94"/>
                    <a:pt x="44" y="51"/>
                    <a:pt x="0" y="1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1" y="35"/>
                    <a:pt x="97" y="81"/>
                    <a:pt x="118" y="135"/>
                  </a:cubicBezTo>
                  <a:lnTo>
                    <a:pt x="97" y="144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32"/>
            <p:cNvSpPr/>
            <p:nvPr/>
          </p:nvSpPr>
          <p:spPr>
            <a:xfrm>
              <a:off x="877888" y="2508250"/>
              <a:ext cx="315913" cy="101600"/>
            </a:xfrm>
            <a:custGeom>
              <a:avLst/>
              <a:gdLst/>
              <a:ahLst/>
              <a:cxnLst/>
              <a:rect l="l" t="t" r="r" b="b"/>
              <a:pathLst>
                <a:path w="187" h="60" extrusionOk="0">
                  <a:moveTo>
                    <a:pt x="176" y="60"/>
                  </a:moveTo>
                  <a:cubicBezTo>
                    <a:pt x="134" y="36"/>
                    <a:pt x="85" y="23"/>
                    <a:pt x="36" y="23"/>
                  </a:cubicBezTo>
                  <a:cubicBezTo>
                    <a:pt x="25" y="23"/>
                    <a:pt x="14" y="23"/>
                    <a:pt x="3" y="2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2" y="0"/>
                    <a:pt x="24" y="0"/>
                    <a:pt x="36" y="0"/>
                  </a:cubicBezTo>
                  <a:cubicBezTo>
                    <a:pt x="89" y="0"/>
                    <a:pt x="142" y="14"/>
                    <a:pt x="187" y="40"/>
                  </a:cubicBezTo>
                  <a:lnTo>
                    <a:pt x="176" y="60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2"/>
            <p:cNvSpPr/>
            <p:nvPr/>
          </p:nvSpPr>
          <p:spPr>
            <a:xfrm>
              <a:off x="665163" y="2522538"/>
              <a:ext cx="160337" cy="95250"/>
            </a:xfrm>
            <a:custGeom>
              <a:avLst/>
              <a:gdLst/>
              <a:ahLst/>
              <a:cxnLst/>
              <a:rect l="l" t="t" r="r" b="b"/>
              <a:pathLst>
                <a:path w="95" h="57" extrusionOk="0">
                  <a:moveTo>
                    <a:pt x="12" y="57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28" y="21"/>
                    <a:pt x="58" y="8"/>
                    <a:pt x="89" y="0"/>
                  </a:cubicBezTo>
                  <a:cubicBezTo>
                    <a:pt x="95" y="23"/>
                    <a:pt x="95" y="23"/>
                    <a:pt x="95" y="23"/>
                  </a:cubicBezTo>
                  <a:cubicBezTo>
                    <a:pt x="65" y="30"/>
                    <a:pt x="38" y="41"/>
                    <a:pt x="12" y="57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2"/>
            <p:cNvSpPr/>
            <p:nvPr/>
          </p:nvSpPr>
          <p:spPr>
            <a:xfrm>
              <a:off x="431800" y="2651125"/>
              <a:ext cx="177800" cy="284163"/>
            </a:xfrm>
            <a:custGeom>
              <a:avLst/>
              <a:gdLst/>
              <a:ahLst/>
              <a:cxnLst/>
              <a:rect l="l" t="t" r="r" b="b"/>
              <a:pathLst>
                <a:path w="106" h="169" extrusionOk="0">
                  <a:moveTo>
                    <a:pt x="23" y="169"/>
                  </a:moveTo>
                  <a:cubicBezTo>
                    <a:pt x="0" y="165"/>
                    <a:pt x="0" y="165"/>
                    <a:pt x="0" y="165"/>
                  </a:cubicBezTo>
                  <a:cubicBezTo>
                    <a:pt x="12" y="101"/>
                    <a:pt x="43" y="44"/>
                    <a:pt x="90" y="0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63" y="57"/>
                    <a:pt x="34" y="110"/>
                    <a:pt x="23" y="169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32"/>
            <p:cNvSpPr/>
            <p:nvPr/>
          </p:nvSpPr>
          <p:spPr>
            <a:xfrm>
              <a:off x="520700" y="3173413"/>
              <a:ext cx="111125" cy="152400"/>
            </a:xfrm>
            <a:custGeom>
              <a:avLst/>
              <a:gdLst/>
              <a:ahLst/>
              <a:cxnLst/>
              <a:rect l="l" t="t" r="r" b="b"/>
              <a:pathLst>
                <a:path w="66" h="90" extrusionOk="0">
                  <a:moveTo>
                    <a:pt x="52" y="90"/>
                  </a:moveTo>
                  <a:cubicBezTo>
                    <a:pt x="29" y="66"/>
                    <a:pt x="12" y="38"/>
                    <a:pt x="0" y="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28"/>
                    <a:pt x="45" y="55"/>
                    <a:pt x="66" y="77"/>
                  </a:cubicBezTo>
                  <a:lnTo>
                    <a:pt x="52" y="90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32"/>
            <p:cNvSpPr/>
            <p:nvPr/>
          </p:nvSpPr>
          <p:spPr>
            <a:xfrm>
              <a:off x="649288" y="3340100"/>
              <a:ext cx="290512" cy="131762"/>
            </a:xfrm>
            <a:custGeom>
              <a:avLst/>
              <a:gdLst/>
              <a:ahLst/>
              <a:cxnLst/>
              <a:rect l="l" t="t" r="r" b="b"/>
              <a:pathLst>
                <a:path w="172" h="78" extrusionOk="0">
                  <a:moveTo>
                    <a:pt x="172" y="78"/>
                  </a:moveTo>
                  <a:cubicBezTo>
                    <a:pt x="109" y="78"/>
                    <a:pt x="48" y="55"/>
                    <a:pt x="0" y="1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7" y="38"/>
                    <a:pt x="113" y="59"/>
                    <a:pt x="172" y="59"/>
                  </a:cubicBezTo>
                  <a:lnTo>
                    <a:pt x="172" y="7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32"/>
            <p:cNvSpPr/>
            <p:nvPr/>
          </p:nvSpPr>
          <p:spPr>
            <a:xfrm>
              <a:off x="1025525" y="3335338"/>
              <a:ext cx="207963" cy="127000"/>
            </a:xfrm>
            <a:custGeom>
              <a:avLst/>
              <a:gdLst/>
              <a:ahLst/>
              <a:cxnLst/>
              <a:rect l="l" t="t" r="r" b="b"/>
              <a:pathLst>
                <a:path w="124" h="75" extrusionOk="0">
                  <a:moveTo>
                    <a:pt x="4" y="75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41" y="48"/>
                    <a:pt x="80" y="28"/>
                    <a:pt x="112" y="0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90" y="45"/>
                    <a:pt x="49" y="66"/>
                    <a:pt x="4" y="7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32"/>
            <p:cNvSpPr/>
            <p:nvPr/>
          </p:nvSpPr>
          <p:spPr>
            <a:xfrm>
              <a:off x="1246188" y="3165475"/>
              <a:ext cx="112712" cy="160337"/>
            </a:xfrm>
            <a:custGeom>
              <a:avLst/>
              <a:gdLst/>
              <a:ahLst/>
              <a:cxnLst/>
              <a:rect l="l" t="t" r="r" b="b"/>
              <a:pathLst>
                <a:path w="67" h="95" extrusionOk="0">
                  <a:moveTo>
                    <a:pt x="14" y="9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2" y="58"/>
                    <a:pt x="38" y="30"/>
                    <a:pt x="49" y="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56" y="39"/>
                    <a:pt x="37" y="69"/>
                    <a:pt x="14" y="9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32"/>
            <p:cNvSpPr/>
            <p:nvPr/>
          </p:nvSpPr>
          <p:spPr>
            <a:xfrm>
              <a:off x="1341438" y="2919413"/>
              <a:ext cx="44450" cy="182562"/>
            </a:xfrm>
            <a:custGeom>
              <a:avLst/>
              <a:gdLst/>
              <a:ahLst/>
              <a:cxnLst/>
              <a:rect l="l" t="t" r="r" b="b"/>
              <a:pathLst>
                <a:path w="26" h="109" extrusionOk="0">
                  <a:moveTo>
                    <a:pt x="22" y="109"/>
                  </a:moveTo>
                  <a:cubicBezTo>
                    <a:pt x="3" y="106"/>
                    <a:pt x="3" y="106"/>
                    <a:pt x="3" y="106"/>
                  </a:cubicBezTo>
                  <a:cubicBezTo>
                    <a:pt x="6" y="92"/>
                    <a:pt x="7" y="77"/>
                    <a:pt x="7" y="63"/>
                  </a:cubicBezTo>
                  <a:cubicBezTo>
                    <a:pt x="7" y="43"/>
                    <a:pt x="5" y="23"/>
                    <a:pt x="0" y="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3" y="20"/>
                    <a:pt x="26" y="41"/>
                    <a:pt x="26" y="63"/>
                  </a:cubicBezTo>
                  <a:cubicBezTo>
                    <a:pt x="26" y="78"/>
                    <a:pt x="25" y="94"/>
                    <a:pt x="22" y="109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32"/>
            <p:cNvSpPr/>
            <p:nvPr/>
          </p:nvSpPr>
          <p:spPr>
            <a:xfrm>
              <a:off x="1244600" y="2720975"/>
              <a:ext cx="112712" cy="155575"/>
            </a:xfrm>
            <a:custGeom>
              <a:avLst/>
              <a:gdLst/>
              <a:ahLst/>
              <a:cxnLst/>
              <a:rect l="l" t="t" r="r" b="b"/>
              <a:pathLst>
                <a:path w="67" h="92" extrusionOk="0">
                  <a:moveTo>
                    <a:pt x="49" y="92"/>
                  </a:moveTo>
                  <a:cubicBezTo>
                    <a:pt x="38" y="63"/>
                    <a:pt x="21" y="36"/>
                    <a:pt x="0" y="1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7" y="25"/>
                    <a:pt x="55" y="54"/>
                    <a:pt x="67" y="85"/>
                  </a:cubicBezTo>
                  <a:lnTo>
                    <a:pt x="49" y="92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32"/>
            <p:cNvSpPr/>
            <p:nvPr/>
          </p:nvSpPr>
          <p:spPr>
            <a:xfrm>
              <a:off x="1030288" y="2587625"/>
              <a:ext cx="192087" cy="115887"/>
            </a:xfrm>
            <a:custGeom>
              <a:avLst/>
              <a:gdLst/>
              <a:ahLst/>
              <a:cxnLst/>
              <a:rect l="l" t="t" r="r" b="b"/>
              <a:pathLst>
                <a:path w="114" h="68" extrusionOk="0">
                  <a:moveTo>
                    <a:pt x="102" y="68"/>
                  </a:moveTo>
                  <a:cubicBezTo>
                    <a:pt x="72" y="44"/>
                    <a:pt x="37" y="27"/>
                    <a:pt x="0" y="1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4" y="9"/>
                    <a:pt x="82" y="27"/>
                    <a:pt x="114" y="53"/>
                  </a:cubicBezTo>
                  <a:lnTo>
                    <a:pt x="102" y="6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32"/>
            <p:cNvSpPr/>
            <p:nvPr/>
          </p:nvSpPr>
          <p:spPr>
            <a:xfrm>
              <a:off x="706438" y="2576513"/>
              <a:ext cx="276225" cy="92075"/>
            </a:xfrm>
            <a:custGeom>
              <a:avLst/>
              <a:gdLst/>
              <a:ahLst/>
              <a:cxnLst/>
              <a:rect l="l" t="t" r="r" b="b"/>
              <a:pathLst>
                <a:path w="164" h="55" extrusionOk="0">
                  <a:moveTo>
                    <a:pt x="10" y="55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42" y="14"/>
                    <a:pt x="89" y="0"/>
                    <a:pt x="138" y="0"/>
                  </a:cubicBezTo>
                  <a:cubicBezTo>
                    <a:pt x="146" y="0"/>
                    <a:pt x="155" y="1"/>
                    <a:pt x="164" y="2"/>
                  </a:cubicBezTo>
                  <a:cubicBezTo>
                    <a:pt x="162" y="21"/>
                    <a:pt x="162" y="21"/>
                    <a:pt x="162" y="21"/>
                  </a:cubicBezTo>
                  <a:cubicBezTo>
                    <a:pt x="154" y="20"/>
                    <a:pt x="146" y="20"/>
                    <a:pt x="138" y="20"/>
                  </a:cubicBezTo>
                  <a:cubicBezTo>
                    <a:pt x="93" y="20"/>
                    <a:pt x="49" y="32"/>
                    <a:pt x="10" y="5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32"/>
            <p:cNvSpPr/>
            <p:nvPr/>
          </p:nvSpPr>
          <p:spPr>
            <a:xfrm>
              <a:off x="523875" y="2673350"/>
              <a:ext cx="155575" cy="195263"/>
            </a:xfrm>
            <a:custGeom>
              <a:avLst/>
              <a:gdLst/>
              <a:ahLst/>
              <a:cxnLst/>
              <a:rect l="l" t="t" r="r" b="b"/>
              <a:pathLst>
                <a:path w="92" h="115" extrusionOk="0">
                  <a:moveTo>
                    <a:pt x="18" y="115"/>
                  </a:moveTo>
                  <a:cubicBezTo>
                    <a:pt x="0" y="108"/>
                    <a:pt x="0" y="108"/>
                    <a:pt x="0" y="108"/>
                  </a:cubicBezTo>
                  <a:cubicBezTo>
                    <a:pt x="17" y="66"/>
                    <a:pt x="45" y="29"/>
                    <a:pt x="81" y="0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59" y="41"/>
                    <a:pt x="34" y="76"/>
                    <a:pt x="18" y="11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32"/>
            <p:cNvSpPr/>
            <p:nvPr/>
          </p:nvSpPr>
          <p:spPr>
            <a:xfrm>
              <a:off x="492125" y="2916238"/>
              <a:ext cx="44450" cy="211138"/>
            </a:xfrm>
            <a:custGeom>
              <a:avLst/>
              <a:gdLst/>
              <a:ahLst/>
              <a:cxnLst/>
              <a:rect l="l" t="t" r="r" b="b"/>
              <a:pathLst>
                <a:path w="26" h="125" extrusionOk="0">
                  <a:moveTo>
                    <a:pt x="7" y="125"/>
                  </a:moveTo>
                  <a:cubicBezTo>
                    <a:pt x="2" y="105"/>
                    <a:pt x="0" y="84"/>
                    <a:pt x="0" y="64"/>
                  </a:cubicBezTo>
                  <a:cubicBezTo>
                    <a:pt x="0" y="42"/>
                    <a:pt x="2" y="21"/>
                    <a:pt x="7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1" y="24"/>
                    <a:pt x="19" y="44"/>
                    <a:pt x="19" y="64"/>
                  </a:cubicBezTo>
                  <a:cubicBezTo>
                    <a:pt x="19" y="83"/>
                    <a:pt x="21" y="102"/>
                    <a:pt x="25" y="121"/>
                  </a:cubicBezTo>
                  <a:lnTo>
                    <a:pt x="7" y="125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32"/>
            <p:cNvSpPr/>
            <p:nvPr/>
          </p:nvSpPr>
          <p:spPr>
            <a:xfrm>
              <a:off x="939800" y="3117850"/>
              <a:ext cx="366713" cy="287337"/>
            </a:xfrm>
            <a:custGeom>
              <a:avLst/>
              <a:gdLst/>
              <a:ahLst/>
              <a:cxnLst/>
              <a:rect l="l" t="t" r="r" b="b"/>
              <a:pathLst>
                <a:path w="218" h="170" extrusionOk="0">
                  <a:moveTo>
                    <a:pt x="0" y="170"/>
                  </a:moveTo>
                  <a:cubicBezTo>
                    <a:pt x="0" y="161"/>
                    <a:pt x="0" y="161"/>
                    <a:pt x="0" y="161"/>
                  </a:cubicBezTo>
                  <a:cubicBezTo>
                    <a:pt x="98" y="161"/>
                    <a:pt x="183" y="95"/>
                    <a:pt x="209" y="0"/>
                  </a:cubicBezTo>
                  <a:cubicBezTo>
                    <a:pt x="218" y="3"/>
                    <a:pt x="218" y="3"/>
                    <a:pt x="218" y="3"/>
                  </a:cubicBezTo>
                  <a:cubicBezTo>
                    <a:pt x="192" y="101"/>
                    <a:pt x="102" y="170"/>
                    <a:pt x="0" y="1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32"/>
            <p:cNvSpPr/>
            <p:nvPr/>
          </p:nvSpPr>
          <p:spPr>
            <a:xfrm>
              <a:off x="1298575" y="2960688"/>
              <a:ext cx="20638" cy="65088"/>
            </a:xfrm>
            <a:custGeom>
              <a:avLst/>
              <a:gdLst/>
              <a:ahLst/>
              <a:cxnLst/>
              <a:rect l="l" t="t" r="r" b="b"/>
              <a:pathLst>
                <a:path w="12" h="38" extrusionOk="0">
                  <a:moveTo>
                    <a:pt x="12" y="38"/>
                  </a:moveTo>
                  <a:cubicBezTo>
                    <a:pt x="3" y="38"/>
                    <a:pt x="3" y="38"/>
                    <a:pt x="3" y="38"/>
                  </a:cubicBezTo>
                  <a:cubicBezTo>
                    <a:pt x="3" y="26"/>
                    <a:pt x="2" y="13"/>
                    <a:pt x="0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12"/>
                    <a:pt x="12" y="25"/>
                    <a:pt x="12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32"/>
            <p:cNvSpPr/>
            <p:nvPr/>
          </p:nvSpPr>
          <p:spPr>
            <a:xfrm>
              <a:off x="1169988" y="2730500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29" y="36"/>
                  </a:moveTo>
                  <a:cubicBezTo>
                    <a:pt x="20" y="26"/>
                    <a:pt x="10" y="16"/>
                    <a:pt x="0" y="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9"/>
                    <a:pt x="27" y="19"/>
                    <a:pt x="36" y="30"/>
                  </a:cubicBezTo>
                  <a:lnTo>
                    <a:pt x="29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32"/>
            <p:cNvSpPr/>
            <p:nvPr/>
          </p:nvSpPr>
          <p:spPr>
            <a:xfrm>
              <a:off x="979488" y="2646363"/>
              <a:ext cx="173037" cy="76200"/>
            </a:xfrm>
            <a:custGeom>
              <a:avLst/>
              <a:gdLst/>
              <a:ahLst/>
              <a:cxnLst/>
              <a:rect l="l" t="t" r="r" b="b"/>
              <a:pathLst>
                <a:path w="103" h="45" extrusionOk="0">
                  <a:moveTo>
                    <a:pt x="97" y="45"/>
                  </a:moveTo>
                  <a:cubicBezTo>
                    <a:pt x="69" y="25"/>
                    <a:pt x="35" y="13"/>
                    <a:pt x="0" y="9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8" y="4"/>
                    <a:pt x="73" y="17"/>
                    <a:pt x="103" y="37"/>
                  </a:cubicBezTo>
                  <a:lnTo>
                    <a:pt x="97" y="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32"/>
            <p:cNvSpPr/>
            <p:nvPr/>
          </p:nvSpPr>
          <p:spPr>
            <a:xfrm>
              <a:off x="860425" y="2643188"/>
              <a:ext cx="79375" cy="23812"/>
            </a:xfrm>
            <a:custGeom>
              <a:avLst/>
              <a:gdLst/>
              <a:ahLst/>
              <a:cxnLst/>
              <a:rect l="l" t="t" r="r" b="b"/>
              <a:pathLst>
                <a:path w="47" h="14" extrusionOk="0">
                  <a:moveTo>
                    <a:pt x="2" y="14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5" y="2"/>
                    <a:pt x="31" y="0"/>
                    <a:pt x="47" y="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32" y="10"/>
                    <a:pt x="16" y="11"/>
                    <a:pt x="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32"/>
            <p:cNvSpPr/>
            <p:nvPr/>
          </p:nvSpPr>
          <p:spPr>
            <a:xfrm>
              <a:off x="576263" y="2673350"/>
              <a:ext cx="219075" cy="239712"/>
            </a:xfrm>
            <a:custGeom>
              <a:avLst/>
              <a:gdLst/>
              <a:ahLst/>
              <a:cxnLst/>
              <a:rect l="l" t="t" r="r" b="b"/>
              <a:pathLst>
                <a:path w="130" h="142" extrusionOk="0">
                  <a:moveTo>
                    <a:pt x="9" y="142"/>
                  </a:moveTo>
                  <a:cubicBezTo>
                    <a:pt x="0" y="139"/>
                    <a:pt x="0" y="139"/>
                    <a:pt x="0" y="139"/>
                  </a:cubicBezTo>
                  <a:cubicBezTo>
                    <a:pt x="20" y="77"/>
                    <a:pt x="66" y="26"/>
                    <a:pt x="126" y="0"/>
                  </a:cubicBezTo>
                  <a:cubicBezTo>
                    <a:pt x="130" y="9"/>
                    <a:pt x="130" y="9"/>
                    <a:pt x="130" y="9"/>
                  </a:cubicBezTo>
                  <a:cubicBezTo>
                    <a:pt x="72" y="34"/>
                    <a:pt x="28" y="82"/>
                    <a:pt x="9" y="1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32"/>
            <p:cNvSpPr/>
            <p:nvPr/>
          </p:nvSpPr>
          <p:spPr>
            <a:xfrm>
              <a:off x="557213" y="2947988"/>
              <a:ext cx="23812" cy="77787"/>
            </a:xfrm>
            <a:custGeom>
              <a:avLst/>
              <a:gdLst/>
              <a:ahLst/>
              <a:cxnLst/>
              <a:rect l="l" t="t" r="r" b="b"/>
              <a:pathLst>
                <a:path w="14" h="46" extrusionOk="0">
                  <a:moveTo>
                    <a:pt x="10" y="46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30"/>
                    <a:pt x="2" y="15"/>
                    <a:pt x="5" y="0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1" y="16"/>
                    <a:pt x="10" y="31"/>
                    <a:pt x="10" y="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32"/>
            <p:cNvSpPr/>
            <p:nvPr/>
          </p:nvSpPr>
          <p:spPr>
            <a:xfrm>
              <a:off x="576263" y="3135313"/>
              <a:ext cx="155575" cy="201613"/>
            </a:xfrm>
            <a:custGeom>
              <a:avLst/>
              <a:gdLst/>
              <a:ahLst/>
              <a:cxnLst/>
              <a:rect l="l" t="t" r="r" b="b"/>
              <a:pathLst>
                <a:path w="92" h="120" extrusionOk="0">
                  <a:moveTo>
                    <a:pt x="87" y="120"/>
                  </a:moveTo>
                  <a:cubicBezTo>
                    <a:pt x="46" y="92"/>
                    <a:pt x="15" y="50"/>
                    <a:pt x="0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3" y="46"/>
                    <a:pt x="53" y="85"/>
                    <a:pt x="92" y="112"/>
                  </a:cubicBezTo>
                  <a:lnTo>
                    <a:pt x="87" y="1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32"/>
            <p:cNvSpPr/>
            <p:nvPr/>
          </p:nvSpPr>
          <p:spPr>
            <a:xfrm>
              <a:off x="777875" y="3354388"/>
              <a:ext cx="53975" cy="33338"/>
            </a:xfrm>
            <a:custGeom>
              <a:avLst/>
              <a:gdLst/>
              <a:ahLst/>
              <a:cxnLst/>
              <a:rect l="l" t="t" r="r" b="b"/>
              <a:pathLst>
                <a:path w="32" h="20" extrusionOk="0">
                  <a:moveTo>
                    <a:pt x="29" y="20"/>
                  </a:moveTo>
                  <a:cubicBezTo>
                    <a:pt x="19" y="17"/>
                    <a:pt x="9" y="13"/>
                    <a:pt x="0" y="9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3" y="4"/>
                    <a:pt x="22" y="8"/>
                    <a:pt x="32" y="11"/>
                  </a:cubicBezTo>
                  <a:lnTo>
                    <a:pt x="29" y="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8" name="Google Shape;1308;p32"/>
          <p:cNvGrpSpPr/>
          <p:nvPr/>
        </p:nvGrpSpPr>
        <p:grpSpPr>
          <a:xfrm>
            <a:off x="-11475" y="-184363"/>
            <a:ext cx="1449389" cy="1447800"/>
            <a:chOff x="5502275" y="4098925"/>
            <a:chExt cx="1449389" cy="1447800"/>
          </a:xfrm>
        </p:grpSpPr>
        <p:sp>
          <p:nvSpPr>
            <p:cNvPr id="1309" name="Google Shape;1309;p32"/>
            <p:cNvSpPr/>
            <p:nvPr/>
          </p:nvSpPr>
          <p:spPr>
            <a:xfrm>
              <a:off x="5502275" y="4098925"/>
              <a:ext cx="1449389" cy="1447800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30" y="858"/>
                  </a:moveTo>
                  <a:cubicBezTo>
                    <a:pt x="193" y="858"/>
                    <a:pt x="0" y="665"/>
                    <a:pt x="0" y="429"/>
                  </a:cubicBezTo>
                  <a:cubicBezTo>
                    <a:pt x="0" y="192"/>
                    <a:pt x="193" y="0"/>
                    <a:pt x="430" y="0"/>
                  </a:cubicBezTo>
                  <a:cubicBezTo>
                    <a:pt x="666" y="0"/>
                    <a:pt x="859" y="192"/>
                    <a:pt x="859" y="429"/>
                  </a:cubicBezTo>
                  <a:cubicBezTo>
                    <a:pt x="859" y="665"/>
                    <a:pt x="666" y="858"/>
                    <a:pt x="430" y="858"/>
                  </a:cubicBezTo>
                  <a:close/>
                  <a:moveTo>
                    <a:pt x="430" y="10"/>
                  </a:moveTo>
                  <a:cubicBezTo>
                    <a:pt x="199" y="10"/>
                    <a:pt x="11" y="198"/>
                    <a:pt x="11" y="429"/>
                  </a:cubicBezTo>
                  <a:cubicBezTo>
                    <a:pt x="11" y="659"/>
                    <a:pt x="199" y="847"/>
                    <a:pt x="430" y="847"/>
                  </a:cubicBezTo>
                  <a:cubicBezTo>
                    <a:pt x="660" y="847"/>
                    <a:pt x="848" y="659"/>
                    <a:pt x="848" y="429"/>
                  </a:cubicBezTo>
                  <a:cubicBezTo>
                    <a:pt x="848" y="198"/>
                    <a:pt x="660" y="10"/>
                    <a:pt x="430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32"/>
            <p:cNvSpPr/>
            <p:nvPr/>
          </p:nvSpPr>
          <p:spPr>
            <a:xfrm>
              <a:off x="5548313" y="4143375"/>
              <a:ext cx="1357313" cy="1358900"/>
            </a:xfrm>
            <a:custGeom>
              <a:avLst/>
              <a:gdLst/>
              <a:ahLst/>
              <a:cxnLst/>
              <a:rect l="l" t="t" r="r" b="b"/>
              <a:pathLst>
                <a:path w="805" h="805" extrusionOk="0">
                  <a:moveTo>
                    <a:pt x="403" y="805"/>
                  </a:moveTo>
                  <a:cubicBezTo>
                    <a:pt x="180" y="805"/>
                    <a:pt x="0" y="625"/>
                    <a:pt x="0" y="403"/>
                  </a:cubicBezTo>
                  <a:cubicBezTo>
                    <a:pt x="0" y="181"/>
                    <a:pt x="180" y="0"/>
                    <a:pt x="403" y="0"/>
                  </a:cubicBezTo>
                  <a:cubicBezTo>
                    <a:pt x="625" y="0"/>
                    <a:pt x="805" y="181"/>
                    <a:pt x="805" y="403"/>
                  </a:cubicBezTo>
                  <a:cubicBezTo>
                    <a:pt x="805" y="625"/>
                    <a:pt x="625" y="805"/>
                    <a:pt x="403" y="805"/>
                  </a:cubicBezTo>
                  <a:close/>
                  <a:moveTo>
                    <a:pt x="403" y="7"/>
                  </a:moveTo>
                  <a:cubicBezTo>
                    <a:pt x="184" y="7"/>
                    <a:pt x="7" y="185"/>
                    <a:pt x="7" y="403"/>
                  </a:cubicBezTo>
                  <a:cubicBezTo>
                    <a:pt x="7" y="621"/>
                    <a:pt x="184" y="798"/>
                    <a:pt x="403" y="798"/>
                  </a:cubicBezTo>
                  <a:cubicBezTo>
                    <a:pt x="621" y="798"/>
                    <a:pt x="798" y="621"/>
                    <a:pt x="798" y="403"/>
                  </a:cubicBezTo>
                  <a:cubicBezTo>
                    <a:pt x="798" y="185"/>
                    <a:pt x="621" y="7"/>
                    <a:pt x="403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32"/>
            <p:cNvSpPr/>
            <p:nvPr/>
          </p:nvSpPr>
          <p:spPr>
            <a:xfrm>
              <a:off x="5595938" y="4192588"/>
              <a:ext cx="1262063" cy="1262063"/>
            </a:xfrm>
            <a:custGeom>
              <a:avLst/>
              <a:gdLst/>
              <a:ahLst/>
              <a:cxnLst/>
              <a:rect l="l" t="t" r="r" b="b"/>
              <a:pathLst>
                <a:path w="749" h="748" extrusionOk="0">
                  <a:moveTo>
                    <a:pt x="375" y="748"/>
                  </a:moveTo>
                  <a:cubicBezTo>
                    <a:pt x="375" y="748"/>
                    <a:pt x="375" y="748"/>
                    <a:pt x="375" y="748"/>
                  </a:cubicBezTo>
                  <a:cubicBezTo>
                    <a:pt x="372" y="748"/>
                    <a:pt x="369" y="748"/>
                    <a:pt x="366" y="748"/>
                  </a:cubicBezTo>
                  <a:cubicBezTo>
                    <a:pt x="367" y="689"/>
                    <a:pt x="367" y="689"/>
                    <a:pt x="367" y="689"/>
                  </a:cubicBezTo>
                  <a:cubicBezTo>
                    <a:pt x="370" y="689"/>
                    <a:pt x="372" y="689"/>
                    <a:pt x="375" y="689"/>
                  </a:cubicBezTo>
                  <a:lnTo>
                    <a:pt x="375" y="748"/>
                  </a:lnTo>
                  <a:close/>
                  <a:moveTo>
                    <a:pt x="382" y="748"/>
                  </a:moveTo>
                  <a:cubicBezTo>
                    <a:pt x="381" y="689"/>
                    <a:pt x="381" y="689"/>
                    <a:pt x="381" y="689"/>
                  </a:cubicBezTo>
                  <a:cubicBezTo>
                    <a:pt x="383" y="689"/>
                    <a:pt x="386" y="689"/>
                    <a:pt x="388" y="689"/>
                  </a:cubicBezTo>
                  <a:cubicBezTo>
                    <a:pt x="390" y="747"/>
                    <a:pt x="390" y="747"/>
                    <a:pt x="390" y="747"/>
                  </a:cubicBezTo>
                  <a:cubicBezTo>
                    <a:pt x="388" y="747"/>
                    <a:pt x="385" y="748"/>
                    <a:pt x="382" y="748"/>
                  </a:cubicBezTo>
                  <a:close/>
                  <a:moveTo>
                    <a:pt x="359" y="747"/>
                  </a:moveTo>
                  <a:cubicBezTo>
                    <a:pt x="356" y="747"/>
                    <a:pt x="353" y="747"/>
                    <a:pt x="350" y="747"/>
                  </a:cubicBezTo>
                  <a:cubicBezTo>
                    <a:pt x="354" y="689"/>
                    <a:pt x="354" y="689"/>
                    <a:pt x="354" y="689"/>
                  </a:cubicBezTo>
                  <a:cubicBezTo>
                    <a:pt x="356" y="689"/>
                    <a:pt x="359" y="689"/>
                    <a:pt x="361" y="689"/>
                  </a:cubicBezTo>
                  <a:lnTo>
                    <a:pt x="359" y="747"/>
                  </a:lnTo>
                  <a:close/>
                  <a:moveTo>
                    <a:pt x="398" y="747"/>
                  </a:moveTo>
                  <a:cubicBezTo>
                    <a:pt x="394" y="689"/>
                    <a:pt x="394" y="689"/>
                    <a:pt x="394" y="689"/>
                  </a:cubicBezTo>
                  <a:cubicBezTo>
                    <a:pt x="397" y="688"/>
                    <a:pt x="399" y="688"/>
                    <a:pt x="401" y="688"/>
                  </a:cubicBezTo>
                  <a:cubicBezTo>
                    <a:pt x="406" y="746"/>
                    <a:pt x="406" y="746"/>
                    <a:pt x="406" y="746"/>
                  </a:cubicBezTo>
                  <a:cubicBezTo>
                    <a:pt x="403" y="747"/>
                    <a:pt x="401" y="747"/>
                    <a:pt x="398" y="747"/>
                  </a:cubicBezTo>
                  <a:close/>
                  <a:moveTo>
                    <a:pt x="343" y="746"/>
                  </a:moveTo>
                  <a:cubicBezTo>
                    <a:pt x="340" y="746"/>
                    <a:pt x="337" y="746"/>
                    <a:pt x="334" y="746"/>
                  </a:cubicBezTo>
                  <a:cubicBezTo>
                    <a:pt x="341" y="687"/>
                    <a:pt x="341" y="687"/>
                    <a:pt x="341" y="687"/>
                  </a:cubicBezTo>
                  <a:cubicBezTo>
                    <a:pt x="343" y="688"/>
                    <a:pt x="345" y="688"/>
                    <a:pt x="348" y="688"/>
                  </a:cubicBezTo>
                  <a:lnTo>
                    <a:pt x="343" y="746"/>
                  </a:lnTo>
                  <a:close/>
                  <a:moveTo>
                    <a:pt x="414" y="746"/>
                  </a:moveTo>
                  <a:cubicBezTo>
                    <a:pt x="407" y="688"/>
                    <a:pt x="407" y="688"/>
                    <a:pt x="407" y="688"/>
                  </a:cubicBezTo>
                  <a:cubicBezTo>
                    <a:pt x="410" y="687"/>
                    <a:pt x="412" y="687"/>
                    <a:pt x="415" y="687"/>
                  </a:cubicBezTo>
                  <a:cubicBezTo>
                    <a:pt x="422" y="745"/>
                    <a:pt x="422" y="745"/>
                    <a:pt x="422" y="745"/>
                  </a:cubicBezTo>
                  <a:cubicBezTo>
                    <a:pt x="419" y="745"/>
                    <a:pt x="416" y="745"/>
                    <a:pt x="414" y="746"/>
                  </a:cubicBezTo>
                  <a:close/>
                  <a:moveTo>
                    <a:pt x="327" y="745"/>
                  </a:moveTo>
                  <a:cubicBezTo>
                    <a:pt x="324" y="744"/>
                    <a:pt x="321" y="744"/>
                    <a:pt x="319" y="744"/>
                  </a:cubicBezTo>
                  <a:cubicBezTo>
                    <a:pt x="327" y="686"/>
                    <a:pt x="327" y="686"/>
                    <a:pt x="327" y="686"/>
                  </a:cubicBezTo>
                  <a:cubicBezTo>
                    <a:pt x="330" y="686"/>
                    <a:pt x="332" y="686"/>
                    <a:pt x="334" y="687"/>
                  </a:cubicBezTo>
                  <a:lnTo>
                    <a:pt x="327" y="745"/>
                  </a:lnTo>
                  <a:close/>
                  <a:moveTo>
                    <a:pt x="429" y="744"/>
                  </a:moveTo>
                  <a:cubicBezTo>
                    <a:pt x="421" y="686"/>
                    <a:pt x="421" y="686"/>
                    <a:pt x="421" y="686"/>
                  </a:cubicBezTo>
                  <a:cubicBezTo>
                    <a:pt x="423" y="686"/>
                    <a:pt x="426" y="685"/>
                    <a:pt x="428" y="685"/>
                  </a:cubicBezTo>
                  <a:cubicBezTo>
                    <a:pt x="438" y="742"/>
                    <a:pt x="438" y="742"/>
                    <a:pt x="438" y="742"/>
                  </a:cubicBezTo>
                  <a:cubicBezTo>
                    <a:pt x="435" y="743"/>
                    <a:pt x="432" y="743"/>
                    <a:pt x="429" y="744"/>
                  </a:cubicBezTo>
                  <a:close/>
                  <a:moveTo>
                    <a:pt x="311" y="742"/>
                  </a:moveTo>
                  <a:cubicBezTo>
                    <a:pt x="309" y="742"/>
                    <a:pt x="306" y="741"/>
                    <a:pt x="303" y="741"/>
                  </a:cubicBezTo>
                  <a:cubicBezTo>
                    <a:pt x="314" y="683"/>
                    <a:pt x="314" y="683"/>
                    <a:pt x="314" y="683"/>
                  </a:cubicBezTo>
                  <a:cubicBezTo>
                    <a:pt x="316" y="684"/>
                    <a:pt x="319" y="684"/>
                    <a:pt x="321" y="685"/>
                  </a:cubicBezTo>
                  <a:lnTo>
                    <a:pt x="311" y="742"/>
                  </a:lnTo>
                  <a:close/>
                  <a:moveTo>
                    <a:pt x="445" y="741"/>
                  </a:moveTo>
                  <a:cubicBezTo>
                    <a:pt x="434" y="684"/>
                    <a:pt x="434" y="684"/>
                    <a:pt x="434" y="684"/>
                  </a:cubicBezTo>
                  <a:cubicBezTo>
                    <a:pt x="436" y="683"/>
                    <a:pt x="439" y="683"/>
                    <a:pt x="441" y="682"/>
                  </a:cubicBezTo>
                  <a:cubicBezTo>
                    <a:pt x="453" y="739"/>
                    <a:pt x="453" y="739"/>
                    <a:pt x="453" y="739"/>
                  </a:cubicBezTo>
                  <a:cubicBezTo>
                    <a:pt x="451" y="740"/>
                    <a:pt x="448" y="741"/>
                    <a:pt x="445" y="741"/>
                  </a:cubicBezTo>
                  <a:close/>
                  <a:moveTo>
                    <a:pt x="296" y="739"/>
                  </a:moveTo>
                  <a:cubicBezTo>
                    <a:pt x="293" y="739"/>
                    <a:pt x="290" y="738"/>
                    <a:pt x="287" y="737"/>
                  </a:cubicBezTo>
                  <a:cubicBezTo>
                    <a:pt x="301" y="681"/>
                    <a:pt x="301" y="681"/>
                    <a:pt x="301" y="681"/>
                  </a:cubicBezTo>
                  <a:cubicBezTo>
                    <a:pt x="303" y="681"/>
                    <a:pt x="306" y="682"/>
                    <a:pt x="308" y="682"/>
                  </a:cubicBezTo>
                  <a:lnTo>
                    <a:pt x="296" y="739"/>
                  </a:lnTo>
                  <a:close/>
                  <a:moveTo>
                    <a:pt x="460" y="738"/>
                  </a:moveTo>
                  <a:cubicBezTo>
                    <a:pt x="447" y="681"/>
                    <a:pt x="447" y="681"/>
                    <a:pt x="447" y="681"/>
                  </a:cubicBezTo>
                  <a:cubicBezTo>
                    <a:pt x="449" y="680"/>
                    <a:pt x="452" y="680"/>
                    <a:pt x="454" y="679"/>
                  </a:cubicBezTo>
                  <a:cubicBezTo>
                    <a:pt x="469" y="736"/>
                    <a:pt x="469" y="736"/>
                    <a:pt x="469" y="736"/>
                  </a:cubicBezTo>
                  <a:cubicBezTo>
                    <a:pt x="466" y="736"/>
                    <a:pt x="463" y="737"/>
                    <a:pt x="460" y="738"/>
                  </a:cubicBezTo>
                  <a:close/>
                  <a:moveTo>
                    <a:pt x="280" y="736"/>
                  </a:moveTo>
                  <a:cubicBezTo>
                    <a:pt x="278" y="735"/>
                    <a:pt x="275" y="734"/>
                    <a:pt x="272" y="733"/>
                  </a:cubicBezTo>
                  <a:cubicBezTo>
                    <a:pt x="288" y="677"/>
                    <a:pt x="288" y="677"/>
                    <a:pt x="288" y="677"/>
                  </a:cubicBezTo>
                  <a:cubicBezTo>
                    <a:pt x="290" y="678"/>
                    <a:pt x="293" y="679"/>
                    <a:pt x="295" y="679"/>
                  </a:cubicBezTo>
                  <a:lnTo>
                    <a:pt x="280" y="736"/>
                  </a:lnTo>
                  <a:close/>
                  <a:moveTo>
                    <a:pt x="476" y="734"/>
                  </a:moveTo>
                  <a:cubicBezTo>
                    <a:pt x="460" y="678"/>
                    <a:pt x="460" y="678"/>
                    <a:pt x="460" y="678"/>
                  </a:cubicBezTo>
                  <a:cubicBezTo>
                    <a:pt x="462" y="677"/>
                    <a:pt x="465" y="676"/>
                    <a:pt x="467" y="675"/>
                  </a:cubicBezTo>
                  <a:cubicBezTo>
                    <a:pt x="484" y="731"/>
                    <a:pt x="484" y="731"/>
                    <a:pt x="484" y="731"/>
                  </a:cubicBezTo>
                  <a:cubicBezTo>
                    <a:pt x="481" y="732"/>
                    <a:pt x="479" y="733"/>
                    <a:pt x="476" y="734"/>
                  </a:cubicBezTo>
                  <a:close/>
                  <a:moveTo>
                    <a:pt x="265" y="731"/>
                  </a:moveTo>
                  <a:cubicBezTo>
                    <a:pt x="262" y="731"/>
                    <a:pt x="260" y="730"/>
                    <a:pt x="257" y="729"/>
                  </a:cubicBezTo>
                  <a:cubicBezTo>
                    <a:pt x="275" y="673"/>
                    <a:pt x="275" y="673"/>
                    <a:pt x="275" y="673"/>
                  </a:cubicBezTo>
                  <a:cubicBezTo>
                    <a:pt x="278" y="674"/>
                    <a:pt x="280" y="675"/>
                    <a:pt x="282" y="676"/>
                  </a:cubicBezTo>
                  <a:lnTo>
                    <a:pt x="265" y="731"/>
                  </a:lnTo>
                  <a:close/>
                  <a:moveTo>
                    <a:pt x="491" y="729"/>
                  </a:moveTo>
                  <a:cubicBezTo>
                    <a:pt x="473" y="674"/>
                    <a:pt x="473" y="674"/>
                    <a:pt x="473" y="674"/>
                  </a:cubicBezTo>
                  <a:cubicBezTo>
                    <a:pt x="475" y="673"/>
                    <a:pt x="477" y="672"/>
                    <a:pt x="480" y="671"/>
                  </a:cubicBezTo>
                  <a:cubicBezTo>
                    <a:pt x="499" y="726"/>
                    <a:pt x="499" y="726"/>
                    <a:pt x="499" y="726"/>
                  </a:cubicBezTo>
                  <a:cubicBezTo>
                    <a:pt x="496" y="727"/>
                    <a:pt x="494" y="728"/>
                    <a:pt x="491" y="729"/>
                  </a:cubicBezTo>
                  <a:close/>
                  <a:moveTo>
                    <a:pt x="250" y="726"/>
                  </a:moveTo>
                  <a:cubicBezTo>
                    <a:pt x="247" y="725"/>
                    <a:pt x="244" y="724"/>
                    <a:pt x="242" y="723"/>
                  </a:cubicBezTo>
                  <a:cubicBezTo>
                    <a:pt x="263" y="669"/>
                    <a:pt x="263" y="669"/>
                    <a:pt x="263" y="669"/>
                  </a:cubicBezTo>
                  <a:cubicBezTo>
                    <a:pt x="265" y="670"/>
                    <a:pt x="267" y="671"/>
                    <a:pt x="269" y="671"/>
                  </a:cubicBezTo>
                  <a:lnTo>
                    <a:pt x="250" y="726"/>
                  </a:lnTo>
                  <a:close/>
                  <a:moveTo>
                    <a:pt x="506" y="724"/>
                  </a:moveTo>
                  <a:cubicBezTo>
                    <a:pt x="485" y="669"/>
                    <a:pt x="485" y="669"/>
                    <a:pt x="485" y="669"/>
                  </a:cubicBezTo>
                  <a:cubicBezTo>
                    <a:pt x="488" y="668"/>
                    <a:pt x="490" y="667"/>
                    <a:pt x="492" y="667"/>
                  </a:cubicBezTo>
                  <a:cubicBezTo>
                    <a:pt x="514" y="721"/>
                    <a:pt x="514" y="721"/>
                    <a:pt x="514" y="721"/>
                  </a:cubicBezTo>
                  <a:cubicBezTo>
                    <a:pt x="511" y="722"/>
                    <a:pt x="509" y="723"/>
                    <a:pt x="506" y="724"/>
                  </a:cubicBezTo>
                  <a:close/>
                  <a:moveTo>
                    <a:pt x="235" y="721"/>
                  </a:moveTo>
                  <a:cubicBezTo>
                    <a:pt x="232" y="720"/>
                    <a:pt x="230" y="719"/>
                    <a:pt x="227" y="718"/>
                  </a:cubicBezTo>
                  <a:cubicBezTo>
                    <a:pt x="250" y="664"/>
                    <a:pt x="250" y="664"/>
                    <a:pt x="250" y="664"/>
                  </a:cubicBezTo>
                  <a:cubicBezTo>
                    <a:pt x="252" y="665"/>
                    <a:pt x="255" y="666"/>
                    <a:pt x="257" y="667"/>
                  </a:cubicBezTo>
                  <a:lnTo>
                    <a:pt x="235" y="721"/>
                  </a:lnTo>
                  <a:close/>
                  <a:moveTo>
                    <a:pt x="521" y="718"/>
                  </a:moveTo>
                  <a:cubicBezTo>
                    <a:pt x="498" y="664"/>
                    <a:pt x="498" y="664"/>
                    <a:pt x="498" y="664"/>
                  </a:cubicBezTo>
                  <a:cubicBezTo>
                    <a:pt x="500" y="663"/>
                    <a:pt x="502" y="662"/>
                    <a:pt x="504" y="661"/>
                  </a:cubicBezTo>
                  <a:cubicBezTo>
                    <a:pt x="529" y="715"/>
                    <a:pt x="529" y="715"/>
                    <a:pt x="529" y="715"/>
                  </a:cubicBezTo>
                  <a:cubicBezTo>
                    <a:pt x="526" y="716"/>
                    <a:pt x="523" y="717"/>
                    <a:pt x="521" y="718"/>
                  </a:cubicBezTo>
                  <a:close/>
                  <a:moveTo>
                    <a:pt x="220" y="715"/>
                  </a:moveTo>
                  <a:cubicBezTo>
                    <a:pt x="218" y="713"/>
                    <a:pt x="215" y="712"/>
                    <a:pt x="213" y="711"/>
                  </a:cubicBezTo>
                  <a:cubicBezTo>
                    <a:pt x="238" y="658"/>
                    <a:pt x="238" y="658"/>
                    <a:pt x="238" y="658"/>
                  </a:cubicBezTo>
                  <a:cubicBezTo>
                    <a:pt x="240" y="659"/>
                    <a:pt x="242" y="660"/>
                    <a:pt x="245" y="661"/>
                  </a:cubicBezTo>
                  <a:lnTo>
                    <a:pt x="220" y="715"/>
                  </a:lnTo>
                  <a:close/>
                  <a:moveTo>
                    <a:pt x="535" y="712"/>
                  </a:moveTo>
                  <a:cubicBezTo>
                    <a:pt x="510" y="659"/>
                    <a:pt x="510" y="659"/>
                    <a:pt x="510" y="659"/>
                  </a:cubicBezTo>
                  <a:cubicBezTo>
                    <a:pt x="512" y="658"/>
                    <a:pt x="514" y="657"/>
                    <a:pt x="517" y="656"/>
                  </a:cubicBezTo>
                  <a:cubicBezTo>
                    <a:pt x="543" y="708"/>
                    <a:pt x="543" y="708"/>
                    <a:pt x="543" y="708"/>
                  </a:cubicBezTo>
                  <a:cubicBezTo>
                    <a:pt x="540" y="709"/>
                    <a:pt x="538" y="710"/>
                    <a:pt x="535" y="712"/>
                  </a:cubicBezTo>
                  <a:close/>
                  <a:moveTo>
                    <a:pt x="206" y="708"/>
                  </a:moveTo>
                  <a:cubicBezTo>
                    <a:pt x="203" y="706"/>
                    <a:pt x="201" y="705"/>
                    <a:pt x="198" y="704"/>
                  </a:cubicBezTo>
                  <a:cubicBezTo>
                    <a:pt x="226" y="652"/>
                    <a:pt x="226" y="652"/>
                    <a:pt x="226" y="652"/>
                  </a:cubicBezTo>
                  <a:cubicBezTo>
                    <a:pt x="228" y="653"/>
                    <a:pt x="230" y="654"/>
                    <a:pt x="232" y="656"/>
                  </a:cubicBezTo>
                  <a:lnTo>
                    <a:pt x="206" y="708"/>
                  </a:lnTo>
                  <a:close/>
                  <a:moveTo>
                    <a:pt x="549" y="704"/>
                  </a:moveTo>
                  <a:cubicBezTo>
                    <a:pt x="522" y="653"/>
                    <a:pt x="522" y="653"/>
                    <a:pt x="522" y="653"/>
                  </a:cubicBezTo>
                  <a:cubicBezTo>
                    <a:pt x="524" y="652"/>
                    <a:pt x="526" y="650"/>
                    <a:pt x="528" y="649"/>
                  </a:cubicBezTo>
                  <a:cubicBezTo>
                    <a:pt x="557" y="700"/>
                    <a:pt x="557" y="700"/>
                    <a:pt x="557" y="700"/>
                  </a:cubicBezTo>
                  <a:cubicBezTo>
                    <a:pt x="554" y="702"/>
                    <a:pt x="552" y="703"/>
                    <a:pt x="549" y="704"/>
                  </a:cubicBezTo>
                  <a:close/>
                  <a:moveTo>
                    <a:pt x="192" y="700"/>
                  </a:moveTo>
                  <a:cubicBezTo>
                    <a:pt x="189" y="699"/>
                    <a:pt x="187" y="697"/>
                    <a:pt x="184" y="696"/>
                  </a:cubicBezTo>
                  <a:cubicBezTo>
                    <a:pt x="214" y="646"/>
                    <a:pt x="214" y="646"/>
                    <a:pt x="214" y="646"/>
                  </a:cubicBezTo>
                  <a:cubicBezTo>
                    <a:pt x="216" y="647"/>
                    <a:pt x="218" y="648"/>
                    <a:pt x="221" y="649"/>
                  </a:cubicBezTo>
                  <a:lnTo>
                    <a:pt x="192" y="700"/>
                  </a:lnTo>
                  <a:close/>
                  <a:moveTo>
                    <a:pt x="563" y="697"/>
                  </a:moveTo>
                  <a:cubicBezTo>
                    <a:pt x="534" y="646"/>
                    <a:pt x="534" y="646"/>
                    <a:pt x="534" y="646"/>
                  </a:cubicBezTo>
                  <a:cubicBezTo>
                    <a:pt x="536" y="645"/>
                    <a:pt x="538" y="644"/>
                    <a:pt x="540" y="642"/>
                  </a:cubicBezTo>
                  <a:cubicBezTo>
                    <a:pt x="571" y="692"/>
                    <a:pt x="571" y="692"/>
                    <a:pt x="571" y="692"/>
                  </a:cubicBezTo>
                  <a:cubicBezTo>
                    <a:pt x="568" y="694"/>
                    <a:pt x="566" y="695"/>
                    <a:pt x="563" y="697"/>
                  </a:cubicBezTo>
                  <a:close/>
                  <a:moveTo>
                    <a:pt x="178" y="692"/>
                  </a:moveTo>
                  <a:cubicBezTo>
                    <a:pt x="176" y="691"/>
                    <a:pt x="173" y="689"/>
                    <a:pt x="171" y="688"/>
                  </a:cubicBezTo>
                  <a:cubicBezTo>
                    <a:pt x="203" y="638"/>
                    <a:pt x="203" y="638"/>
                    <a:pt x="203" y="638"/>
                  </a:cubicBezTo>
                  <a:cubicBezTo>
                    <a:pt x="205" y="640"/>
                    <a:pt x="207" y="641"/>
                    <a:pt x="209" y="642"/>
                  </a:cubicBezTo>
                  <a:lnTo>
                    <a:pt x="178" y="692"/>
                  </a:lnTo>
                  <a:close/>
                  <a:moveTo>
                    <a:pt x="577" y="688"/>
                  </a:moveTo>
                  <a:cubicBezTo>
                    <a:pt x="545" y="639"/>
                    <a:pt x="545" y="639"/>
                    <a:pt x="545" y="639"/>
                  </a:cubicBezTo>
                  <a:cubicBezTo>
                    <a:pt x="547" y="638"/>
                    <a:pt x="549" y="637"/>
                    <a:pt x="551" y="635"/>
                  </a:cubicBezTo>
                  <a:cubicBezTo>
                    <a:pt x="584" y="684"/>
                    <a:pt x="584" y="684"/>
                    <a:pt x="584" y="684"/>
                  </a:cubicBezTo>
                  <a:cubicBezTo>
                    <a:pt x="581" y="685"/>
                    <a:pt x="579" y="687"/>
                    <a:pt x="577" y="688"/>
                  </a:cubicBezTo>
                  <a:close/>
                  <a:moveTo>
                    <a:pt x="165" y="684"/>
                  </a:moveTo>
                  <a:cubicBezTo>
                    <a:pt x="163" y="682"/>
                    <a:pt x="160" y="680"/>
                    <a:pt x="158" y="679"/>
                  </a:cubicBezTo>
                  <a:cubicBezTo>
                    <a:pt x="192" y="631"/>
                    <a:pt x="192" y="631"/>
                    <a:pt x="192" y="631"/>
                  </a:cubicBezTo>
                  <a:cubicBezTo>
                    <a:pt x="194" y="632"/>
                    <a:pt x="196" y="634"/>
                    <a:pt x="198" y="635"/>
                  </a:cubicBezTo>
                  <a:lnTo>
                    <a:pt x="165" y="684"/>
                  </a:lnTo>
                  <a:close/>
                  <a:moveTo>
                    <a:pt x="590" y="680"/>
                  </a:moveTo>
                  <a:cubicBezTo>
                    <a:pt x="556" y="632"/>
                    <a:pt x="556" y="632"/>
                    <a:pt x="556" y="632"/>
                  </a:cubicBezTo>
                  <a:cubicBezTo>
                    <a:pt x="558" y="630"/>
                    <a:pt x="560" y="629"/>
                    <a:pt x="562" y="628"/>
                  </a:cubicBezTo>
                  <a:cubicBezTo>
                    <a:pt x="597" y="675"/>
                    <a:pt x="597" y="675"/>
                    <a:pt x="597" y="675"/>
                  </a:cubicBezTo>
                  <a:cubicBezTo>
                    <a:pt x="594" y="676"/>
                    <a:pt x="592" y="678"/>
                    <a:pt x="590" y="680"/>
                  </a:cubicBezTo>
                  <a:close/>
                  <a:moveTo>
                    <a:pt x="152" y="674"/>
                  </a:moveTo>
                  <a:cubicBezTo>
                    <a:pt x="150" y="673"/>
                    <a:pt x="147" y="671"/>
                    <a:pt x="145" y="669"/>
                  </a:cubicBezTo>
                  <a:cubicBezTo>
                    <a:pt x="181" y="623"/>
                    <a:pt x="181" y="623"/>
                    <a:pt x="181" y="623"/>
                  </a:cubicBezTo>
                  <a:cubicBezTo>
                    <a:pt x="183" y="624"/>
                    <a:pt x="185" y="626"/>
                    <a:pt x="187" y="627"/>
                  </a:cubicBezTo>
                  <a:lnTo>
                    <a:pt x="152" y="674"/>
                  </a:lnTo>
                  <a:close/>
                  <a:moveTo>
                    <a:pt x="603" y="670"/>
                  </a:moveTo>
                  <a:cubicBezTo>
                    <a:pt x="567" y="624"/>
                    <a:pt x="567" y="624"/>
                    <a:pt x="567" y="624"/>
                  </a:cubicBezTo>
                  <a:cubicBezTo>
                    <a:pt x="569" y="622"/>
                    <a:pt x="571" y="621"/>
                    <a:pt x="573" y="619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7" y="667"/>
                    <a:pt x="605" y="668"/>
                    <a:pt x="603" y="670"/>
                  </a:cubicBezTo>
                  <a:close/>
                  <a:moveTo>
                    <a:pt x="139" y="665"/>
                  </a:moveTo>
                  <a:cubicBezTo>
                    <a:pt x="137" y="663"/>
                    <a:pt x="135" y="661"/>
                    <a:pt x="133" y="659"/>
                  </a:cubicBezTo>
                  <a:cubicBezTo>
                    <a:pt x="171" y="614"/>
                    <a:pt x="171" y="614"/>
                    <a:pt x="171" y="614"/>
                  </a:cubicBezTo>
                  <a:cubicBezTo>
                    <a:pt x="172" y="616"/>
                    <a:pt x="174" y="618"/>
                    <a:pt x="176" y="619"/>
                  </a:cubicBezTo>
                  <a:lnTo>
                    <a:pt x="139" y="665"/>
                  </a:lnTo>
                  <a:close/>
                  <a:moveTo>
                    <a:pt x="615" y="660"/>
                  </a:moveTo>
                  <a:cubicBezTo>
                    <a:pt x="577" y="615"/>
                    <a:pt x="577" y="615"/>
                    <a:pt x="577" y="615"/>
                  </a:cubicBezTo>
                  <a:cubicBezTo>
                    <a:pt x="579" y="614"/>
                    <a:pt x="581" y="612"/>
                    <a:pt x="583" y="611"/>
                  </a:cubicBezTo>
                  <a:cubicBezTo>
                    <a:pt x="621" y="655"/>
                    <a:pt x="621" y="655"/>
                    <a:pt x="621" y="655"/>
                  </a:cubicBezTo>
                  <a:cubicBezTo>
                    <a:pt x="619" y="656"/>
                    <a:pt x="617" y="658"/>
                    <a:pt x="615" y="660"/>
                  </a:cubicBezTo>
                  <a:close/>
                  <a:moveTo>
                    <a:pt x="127" y="654"/>
                  </a:moveTo>
                  <a:cubicBezTo>
                    <a:pt x="125" y="652"/>
                    <a:pt x="123" y="651"/>
                    <a:pt x="121" y="649"/>
                  </a:cubicBezTo>
                  <a:cubicBezTo>
                    <a:pt x="161" y="606"/>
                    <a:pt x="161" y="606"/>
                    <a:pt x="161" y="606"/>
                  </a:cubicBezTo>
                  <a:cubicBezTo>
                    <a:pt x="162" y="607"/>
                    <a:pt x="164" y="609"/>
                    <a:pt x="166" y="610"/>
                  </a:cubicBezTo>
                  <a:lnTo>
                    <a:pt x="127" y="654"/>
                  </a:lnTo>
                  <a:close/>
                  <a:moveTo>
                    <a:pt x="627" y="650"/>
                  </a:moveTo>
                  <a:cubicBezTo>
                    <a:pt x="587" y="607"/>
                    <a:pt x="587" y="607"/>
                    <a:pt x="587" y="607"/>
                  </a:cubicBezTo>
                  <a:cubicBezTo>
                    <a:pt x="589" y="605"/>
                    <a:pt x="591" y="603"/>
                    <a:pt x="593" y="602"/>
                  </a:cubicBezTo>
                  <a:cubicBezTo>
                    <a:pt x="633" y="644"/>
                    <a:pt x="633" y="644"/>
                    <a:pt x="633" y="644"/>
                  </a:cubicBezTo>
                  <a:cubicBezTo>
                    <a:pt x="631" y="646"/>
                    <a:pt x="629" y="648"/>
                    <a:pt x="627" y="650"/>
                  </a:cubicBezTo>
                  <a:close/>
                  <a:moveTo>
                    <a:pt x="116" y="644"/>
                  </a:moveTo>
                  <a:cubicBezTo>
                    <a:pt x="114" y="642"/>
                    <a:pt x="111" y="640"/>
                    <a:pt x="109" y="638"/>
                  </a:cubicBezTo>
                  <a:cubicBezTo>
                    <a:pt x="151" y="596"/>
                    <a:pt x="151" y="596"/>
                    <a:pt x="151" y="596"/>
                  </a:cubicBezTo>
                  <a:cubicBezTo>
                    <a:pt x="153" y="598"/>
                    <a:pt x="154" y="600"/>
                    <a:pt x="156" y="601"/>
                  </a:cubicBezTo>
                  <a:lnTo>
                    <a:pt x="116" y="644"/>
                  </a:lnTo>
                  <a:close/>
                  <a:moveTo>
                    <a:pt x="638" y="639"/>
                  </a:moveTo>
                  <a:cubicBezTo>
                    <a:pt x="597" y="597"/>
                    <a:pt x="597" y="597"/>
                    <a:pt x="597" y="597"/>
                  </a:cubicBezTo>
                  <a:cubicBezTo>
                    <a:pt x="599" y="596"/>
                    <a:pt x="601" y="594"/>
                    <a:pt x="602" y="592"/>
                  </a:cubicBezTo>
                  <a:cubicBezTo>
                    <a:pt x="644" y="633"/>
                    <a:pt x="644" y="633"/>
                    <a:pt x="644" y="633"/>
                  </a:cubicBezTo>
                  <a:cubicBezTo>
                    <a:pt x="642" y="635"/>
                    <a:pt x="640" y="637"/>
                    <a:pt x="638" y="639"/>
                  </a:cubicBezTo>
                  <a:close/>
                  <a:moveTo>
                    <a:pt x="104" y="632"/>
                  </a:moveTo>
                  <a:cubicBezTo>
                    <a:pt x="102" y="630"/>
                    <a:pt x="100" y="628"/>
                    <a:pt x="98" y="626"/>
                  </a:cubicBezTo>
                  <a:cubicBezTo>
                    <a:pt x="142" y="587"/>
                    <a:pt x="142" y="587"/>
                    <a:pt x="142" y="587"/>
                  </a:cubicBezTo>
                  <a:cubicBezTo>
                    <a:pt x="143" y="588"/>
                    <a:pt x="145" y="590"/>
                    <a:pt x="147" y="592"/>
                  </a:cubicBezTo>
                  <a:lnTo>
                    <a:pt x="104" y="632"/>
                  </a:lnTo>
                  <a:close/>
                  <a:moveTo>
                    <a:pt x="649" y="627"/>
                  </a:moveTo>
                  <a:cubicBezTo>
                    <a:pt x="606" y="588"/>
                    <a:pt x="606" y="588"/>
                    <a:pt x="606" y="588"/>
                  </a:cubicBezTo>
                  <a:cubicBezTo>
                    <a:pt x="608" y="586"/>
                    <a:pt x="610" y="584"/>
                    <a:pt x="611" y="582"/>
                  </a:cubicBezTo>
                  <a:cubicBezTo>
                    <a:pt x="655" y="621"/>
                    <a:pt x="655" y="621"/>
                    <a:pt x="655" y="621"/>
                  </a:cubicBezTo>
                  <a:cubicBezTo>
                    <a:pt x="653" y="623"/>
                    <a:pt x="651" y="625"/>
                    <a:pt x="649" y="627"/>
                  </a:cubicBezTo>
                  <a:close/>
                  <a:moveTo>
                    <a:pt x="94" y="621"/>
                  </a:moveTo>
                  <a:cubicBezTo>
                    <a:pt x="92" y="619"/>
                    <a:pt x="90" y="616"/>
                    <a:pt x="88" y="614"/>
                  </a:cubicBezTo>
                  <a:cubicBezTo>
                    <a:pt x="133" y="577"/>
                    <a:pt x="133" y="577"/>
                    <a:pt x="133" y="577"/>
                  </a:cubicBezTo>
                  <a:cubicBezTo>
                    <a:pt x="134" y="578"/>
                    <a:pt x="136" y="580"/>
                    <a:pt x="138" y="582"/>
                  </a:cubicBezTo>
                  <a:lnTo>
                    <a:pt x="94" y="621"/>
                  </a:lnTo>
                  <a:close/>
                  <a:moveTo>
                    <a:pt x="660" y="616"/>
                  </a:moveTo>
                  <a:cubicBezTo>
                    <a:pt x="615" y="578"/>
                    <a:pt x="615" y="578"/>
                    <a:pt x="615" y="578"/>
                  </a:cubicBezTo>
                  <a:cubicBezTo>
                    <a:pt x="617" y="576"/>
                    <a:pt x="618" y="574"/>
                    <a:pt x="620" y="572"/>
                  </a:cubicBezTo>
                  <a:cubicBezTo>
                    <a:pt x="665" y="609"/>
                    <a:pt x="665" y="609"/>
                    <a:pt x="665" y="609"/>
                  </a:cubicBezTo>
                  <a:cubicBezTo>
                    <a:pt x="664" y="611"/>
                    <a:pt x="662" y="613"/>
                    <a:pt x="660" y="616"/>
                  </a:cubicBezTo>
                  <a:close/>
                  <a:moveTo>
                    <a:pt x="83" y="609"/>
                  </a:moveTo>
                  <a:cubicBezTo>
                    <a:pt x="82" y="606"/>
                    <a:pt x="80" y="604"/>
                    <a:pt x="78" y="602"/>
                  </a:cubicBezTo>
                  <a:cubicBezTo>
                    <a:pt x="124" y="566"/>
                    <a:pt x="124" y="566"/>
                    <a:pt x="124" y="566"/>
                  </a:cubicBezTo>
                  <a:cubicBezTo>
                    <a:pt x="126" y="568"/>
                    <a:pt x="127" y="570"/>
                    <a:pt x="129" y="572"/>
                  </a:cubicBezTo>
                  <a:lnTo>
                    <a:pt x="83" y="609"/>
                  </a:lnTo>
                  <a:close/>
                  <a:moveTo>
                    <a:pt x="670" y="603"/>
                  </a:moveTo>
                  <a:cubicBezTo>
                    <a:pt x="624" y="567"/>
                    <a:pt x="624" y="567"/>
                    <a:pt x="624" y="567"/>
                  </a:cubicBezTo>
                  <a:cubicBezTo>
                    <a:pt x="625" y="565"/>
                    <a:pt x="627" y="563"/>
                    <a:pt x="628" y="561"/>
                  </a:cubicBezTo>
                  <a:cubicBezTo>
                    <a:pt x="675" y="596"/>
                    <a:pt x="675" y="596"/>
                    <a:pt x="675" y="596"/>
                  </a:cubicBezTo>
                  <a:cubicBezTo>
                    <a:pt x="673" y="599"/>
                    <a:pt x="672" y="601"/>
                    <a:pt x="670" y="603"/>
                  </a:cubicBezTo>
                  <a:close/>
                  <a:moveTo>
                    <a:pt x="74" y="596"/>
                  </a:moveTo>
                  <a:cubicBezTo>
                    <a:pt x="72" y="594"/>
                    <a:pt x="70" y="591"/>
                    <a:pt x="69" y="589"/>
                  </a:cubicBezTo>
                  <a:cubicBezTo>
                    <a:pt x="116" y="555"/>
                    <a:pt x="116" y="555"/>
                    <a:pt x="116" y="555"/>
                  </a:cubicBezTo>
                  <a:cubicBezTo>
                    <a:pt x="118" y="557"/>
                    <a:pt x="119" y="559"/>
                    <a:pt x="121" y="561"/>
                  </a:cubicBezTo>
                  <a:lnTo>
                    <a:pt x="74" y="596"/>
                  </a:lnTo>
                  <a:close/>
                  <a:moveTo>
                    <a:pt x="679" y="590"/>
                  </a:moveTo>
                  <a:cubicBezTo>
                    <a:pt x="632" y="557"/>
                    <a:pt x="632" y="557"/>
                    <a:pt x="632" y="557"/>
                  </a:cubicBezTo>
                  <a:cubicBezTo>
                    <a:pt x="633" y="555"/>
                    <a:pt x="635" y="553"/>
                    <a:pt x="636" y="551"/>
                  </a:cubicBezTo>
                  <a:cubicBezTo>
                    <a:pt x="684" y="583"/>
                    <a:pt x="684" y="583"/>
                    <a:pt x="684" y="583"/>
                  </a:cubicBezTo>
                  <a:cubicBezTo>
                    <a:pt x="683" y="586"/>
                    <a:pt x="681" y="588"/>
                    <a:pt x="679" y="590"/>
                  </a:cubicBezTo>
                  <a:close/>
                  <a:moveTo>
                    <a:pt x="65" y="583"/>
                  </a:moveTo>
                  <a:cubicBezTo>
                    <a:pt x="63" y="581"/>
                    <a:pt x="61" y="578"/>
                    <a:pt x="60" y="576"/>
                  </a:cubicBezTo>
                  <a:cubicBezTo>
                    <a:pt x="109" y="544"/>
                    <a:pt x="109" y="544"/>
                    <a:pt x="109" y="544"/>
                  </a:cubicBezTo>
                  <a:cubicBezTo>
                    <a:pt x="110" y="546"/>
                    <a:pt x="112" y="548"/>
                    <a:pt x="113" y="550"/>
                  </a:cubicBezTo>
                  <a:lnTo>
                    <a:pt x="65" y="583"/>
                  </a:lnTo>
                  <a:close/>
                  <a:moveTo>
                    <a:pt x="688" y="577"/>
                  </a:moveTo>
                  <a:cubicBezTo>
                    <a:pt x="639" y="545"/>
                    <a:pt x="639" y="545"/>
                    <a:pt x="639" y="545"/>
                  </a:cubicBezTo>
                  <a:cubicBezTo>
                    <a:pt x="641" y="543"/>
                    <a:pt x="642" y="541"/>
                    <a:pt x="643" y="539"/>
                  </a:cubicBezTo>
                  <a:cubicBezTo>
                    <a:pt x="693" y="570"/>
                    <a:pt x="693" y="570"/>
                    <a:pt x="693" y="570"/>
                  </a:cubicBezTo>
                  <a:cubicBezTo>
                    <a:pt x="691" y="572"/>
                    <a:pt x="690" y="575"/>
                    <a:pt x="688" y="577"/>
                  </a:cubicBezTo>
                  <a:close/>
                  <a:moveTo>
                    <a:pt x="56" y="570"/>
                  </a:moveTo>
                  <a:cubicBezTo>
                    <a:pt x="54" y="567"/>
                    <a:pt x="53" y="565"/>
                    <a:pt x="52" y="562"/>
                  </a:cubicBezTo>
                  <a:cubicBezTo>
                    <a:pt x="102" y="533"/>
                    <a:pt x="102" y="533"/>
                    <a:pt x="102" y="533"/>
                  </a:cubicBezTo>
                  <a:cubicBezTo>
                    <a:pt x="103" y="535"/>
                    <a:pt x="104" y="537"/>
                    <a:pt x="106" y="539"/>
                  </a:cubicBezTo>
                  <a:lnTo>
                    <a:pt x="56" y="570"/>
                  </a:lnTo>
                  <a:close/>
                  <a:moveTo>
                    <a:pt x="697" y="564"/>
                  </a:moveTo>
                  <a:cubicBezTo>
                    <a:pt x="646" y="534"/>
                    <a:pt x="646" y="534"/>
                    <a:pt x="646" y="534"/>
                  </a:cubicBezTo>
                  <a:cubicBezTo>
                    <a:pt x="648" y="532"/>
                    <a:pt x="649" y="530"/>
                    <a:pt x="650" y="528"/>
                  </a:cubicBezTo>
                  <a:cubicBezTo>
                    <a:pt x="701" y="556"/>
                    <a:pt x="701" y="556"/>
                    <a:pt x="701" y="556"/>
                  </a:cubicBezTo>
                  <a:cubicBezTo>
                    <a:pt x="700" y="559"/>
                    <a:pt x="698" y="561"/>
                    <a:pt x="697" y="564"/>
                  </a:cubicBezTo>
                  <a:close/>
                  <a:moveTo>
                    <a:pt x="48" y="556"/>
                  </a:moveTo>
                  <a:cubicBezTo>
                    <a:pt x="47" y="554"/>
                    <a:pt x="45" y="551"/>
                    <a:pt x="44" y="549"/>
                  </a:cubicBezTo>
                  <a:cubicBezTo>
                    <a:pt x="95" y="521"/>
                    <a:pt x="95" y="521"/>
                    <a:pt x="95" y="521"/>
                  </a:cubicBezTo>
                  <a:cubicBezTo>
                    <a:pt x="97" y="523"/>
                    <a:pt x="98" y="525"/>
                    <a:pt x="99" y="528"/>
                  </a:cubicBezTo>
                  <a:lnTo>
                    <a:pt x="48" y="556"/>
                  </a:lnTo>
                  <a:close/>
                  <a:moveTo>
                    <a:pt x="704" y="550"/>
                  </a:moveTo>
                  <a:cubicBezTo>
                    <a:pt x="653" y="522"/>
                    <a:pt x="653" y="522"/>
                    <a:pt x="653" y="522"/>
                  </a:cubicBezTo>
                  <a:cubicBezTo>
                    <a:pt x="654" y="520"/>
                    <a:pt x="655" y="518"/>
                    <a:pt x="656" y="516"/>
                  </a:cubicBezTo>
                  <a:cubicBezTo>
                    <a:pt x="708" y="542"/>
                    <a:pt x="708" y="542"/>
                    <a:pt x="708" y="542"/>
                  </a:cubicBezTo>
                  <a:cubicBezTo>
                    <a:pt x="707" y="545"/>
                    <a:pt x="706" y="547"/>
                    <a:pt x="704" y="550"/>
                  </a:cubicBezTo>
                  <a:close/>
                  <a:moveTo>
                    <a:pt x="40" y="542"/>
                  </a:moveTo>
                  <a:cubicBezTo>
                    <a:pt x="39" y="540"/>
                    <a:pt x="38" y="537"/>
                    <a:pt x="37" y="534"/>
                  </a:cubicBezTo>
                  <a:cubicBezTo>
                    <a:pt x="89" y="509"/>
                    <a:pt x="89" y="509"/>
                    <a:pt x="89" y="509"/>
                  </a:cubicBezTo>
                  <a:cubicBezTo>
                    <a:pt x="91" y="511"/>
                    <a:pt x="92" y="514"/>
                    <a:pt x="93" y="516"/>
                  </a:cubicBezTo>
                  <a:lnTo>
                    <a:pt x="40" y="542"/>
                  </a:lnTo>
                  <a:close/>
                  <a:moveTo>
                    <a:pt x="712" y="536"/>
                  </a:moveTo>
                  <a:cubicBezTo>
                    <a:pt x="659" y="510"/>
                    <a:pt x="659" y="510"/>
                    <a:pt x="659" y="510"/>
                  </a:cubicBezTo>
                  <a:cubicBezTo>
                    <a:pt x="660" y="508"/>
                    <a:pt x="661" y="506"/>
                    <a:pt x="662" y="504"/>
                  </a:cubicBezTo>
                  <a:cubicBezTo>
                    <a:pt x="715" y="528"/>
                    <a:pt x="715" y="528"/>
                    <a:pt x="715" y="528"/>
                  </a:cubicBezTo>
                  <a:cubicBezTo>
                    <a:pt x="714" y="531"/>
                    <a:pt x="713" y="533"/>
                    <a:pt x="712" y="536"/>
                  </a:cubicBezTo>
                  <a:close/>
                  <a:moveTo>
                    <a:pt x="34" y="528"/>
                  </a:moveTo>
                  <a:cubicBezTo>
                    <a:pt x="32" y="525"/>
                    <a:pt x="31" y="523"/>
                    <a:pt x="30" y="520"/>
                  </a:cubicBezTo>
                  <a:cubicBezTo>
                    <a:pt x="84" y="497"/>
                    <a:pt x="84" y="497"/>
                    <a:pt x="84" y="497"/>
                  </a:cubicBezTo>
                  <a:cubicBezTo>
                    <a:pt x="85" y="499"/>
                    <a:pt x="86" y="502"/>
                    <a:pt x="87" y="504"/>
                  </a:cubicBezTo>
                  <a:lnTo>
                    <a:pt x="34" y="528"/>
                  </a:lnTo>
                  <a:close/>
                  <a:moveTo>
                    <a:pt x="718" y="521"/>
                  </a:moveTo>
                  <a:cubicBezTo>
                    <a:pt x="665" y="498"/>
                    <a:pt x="665" y="498"/>
                    <a:pt x="665" y="498"/>
                  </a:cubicBezTo>
                  <a:cubicBezTo>
                    <a:pt x="666" y="496"/>
                    <a:pt x="666" y="494"/>
                    <a:pt x="667" y="491"/>
                  </a:cubicBezTo>
                  <a:cubicBezTo>
                    <a:pt x="722" y="513"/>
                    <a:pt x="722" y="513"/>
                    <a:pt x="722" y="513"/>
                  </a:cubicBezTo>
                  <a:cubicBezTo>
                    <a:pt x="721" y="516"/>
                    <a:pt x="719" y="519"/>
                    <a:pt x="718" y="521"/>
                  </a:cubicBezTo>
                  <a:close/>
                  <a:moveTo>
                    <a:pt x="27" y="513"/>
                  </a:moveTo>
                  <a:cubicBezTo>
                    <a:pt x="26" y="511"/>
                    <a:pt x="25" y="508"/>
                    <a:pt x="24" y="505"/>
                  </a:cubicBezTo>
                  <a:cubicBezTo>
                    <a:pt x="79" y="485"/>
                    <a:pt x="79" y="485"/>
                    <a:pt x="79" y="485"/>
                  </a:cubicBezTo>
                  <a:cubicBezTo>
                    <a:pt x="80" y="487"/>
                    <a:pt x="81" y="489"/>
                    <a:pt x="82" y="491"/>
                  </a:cubicBezTo>
                  <a:lnTo>
                    <a:pt x="27" y="513"/>
                  </a:lnTo>
                  <a:close/>
                  <a:moveTo>
                    <a:pt x="724" y="506"/>
                  </a:moveTo>
                  <a:cubicBezTo>
                    <a:pt x="670" y="486"/>
                    <a:pt x="670" y="486"/>
                    <a:pt x="670" y="486"/>
                  </a:cubicBezTo>
                  <a:cubicBezTo>
                    <a:pt x="670" y="483"/>
                    <a:pt x="671" y="481"/>
                    <a:pt x="672" y="479"/>
                  </a:cubicBezTo>
                  <a:cubicBezTo>
                    <a:pt x="727" y="498"/>
                    <a:pt x="727" y="498"/>
                    <a:pt x="727" y="498"/>
                  </a:cubicBezTo>
                  <a:cubicBezTo>
                    <a:pt x="726" y="501"/>
                    <a:pt x="725" y="504"/>
                    <a:pt x="724" y="506"/>
                  </a:cubicBezTo>
                  <a:close/>
                  <a:moveTo>
                    <a:pt x="22" y="498"/>
                  </a:moveTo>
                  <a:cubicBezTo>
                    <a:pt x="21" y="496"/>
                    <a:pt x="20" y="493"/>
                    <a:pt x="19" y="490"/>
                  </a:cubicBezTo>
                  <a:cubicBezTo>
                    <a:pt x="75" y="472"/>
                    <a:pt x="75" y="472"/>
                    <a:pt x="75" y="472"/>
                  </a:cubicBezTo>
                  <a:cubicBezTo>
                    <a:pt x="75" y="474"/>
                    <a:pt x="76" y="477"/>
                    <a:pt x="77" y="479"/>
                  </a:cubicBezTo>
                  <a:lnTo>
                    <a:pt x="22" y="498"/>
                  </a:lnTo>
                  <a:close/>
                  <a:moveTo>
                    <a:pt x="730" y="491"/>
                  </a:moveTo>
                  <a:cubicBezTo>
                    <a:pt x="674" y="473"/>
                    <a:pt x="674" y="473"/>
                    <a:pt x="674" y="473"/>
                  </a:cubicBezTo>
                  <a:cubicBezTo>
                    <a:pt x="675" y="471"/>
                    <a:pt x="676" y="468"/>
                    <a:pt x="676" y="466"/>
                  </a:cubicBezTo>
                  <a:cubicBezTo>
                    <a:pt x="732" y="483"/>
                    <a:pt x="732" y="483"/>
                    <a:pt x="732" y="483"/>
                  </a:cubicBezTo>
                  <a:cubicBezTo>
                    <a:pt x="731" y="486"/>
                    <a:pt x="731" y="489"/>
                    <a:pt x="730" y="491"/>
                  </a:cubicBezTo>
                  <a:close/>
                  <a:moveTo>
                    <a:pt x="17" y="483"/>
                  </a:moveTo>
                  <a:cubicBezTo>
                    <a:pt x="16" y="481"/>
                    <a:pt x="15" y="478"/>
                    <a:pt x="14" y="475"/>
                  </a:cubicBezTo>
                  <a:cubicBezTo>
                    <a:pt x="71" y="459"/>
                    <a:pt x="71" y="459"/>
                    <a:pt x="71" y="459"/>
                  </a:cubicBezTo>
                  <a:cubicBezTo>
                    <a:pt x="71" y="462"/>
                    <a:pt x="72" y="464"/>
                    <a:pt x="73" y="466"/>
                  </a:cubicBezTo>
                  <a:lnTo>
                    <a:pt x="17" y="483"/>
                  </a:lnTo>
                  <a:close/>
                  <a:moveTo>
                    <a:pt x="734" y="476"/>
                  </a:moveTo>
                  <a:cubicBezTo>
                    <a:pt x="678" y="460"/>
                    <a:pt x="678" y="460"/>
                    <a:pt x="678" y="460"/>
                  </a:cubicBezTo>
                  <a:cubicBezTo>
                    <a:pt x="679" y="458"/>
                    <a:pt x="679" y="456"/>
                    <a:pt x="680" y="453"/>
                  </a:cubicBezTo>
                  <a:cubicBezTo>
                    <a:pt x="737" y="468"/>
                    <a:pt x="737" y="468"/>
                    <a:pt x="737" y="468"/>
                  </a:cubicBezTo>
                  <a:cubicBezTo>
                    <a:pt x="736" y="471"/>
                    <a:pt x="735" y="473"/>
                    <a:pt x="734" y="476"/>
                  </a:cubicBezTo>
                  <a:close/>
                  <a:moveTo>
                    <a:pt x="12" y="468"/>
                  </a:moveTo>
                  <a:cubicBezTo>
                    <a:pt x="12" y="465"/>
                    <a:pt x="11" y="463"/>
                    <a:pt x="10" y="460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9"/>
                    <a:pt x="68" y="451"/>
                    <a:pt x="69" y="453"/>
                  </a:cubicBezTo>
                  <a:lnTo>
                    <a:pt x="12" y="468"/>
                  </a:lnTo>
                  <a:close/>
                  <a:moveTo>
                    <a:pt x="738" y="461"/>
                  </a:moveTo>
                  <a:cubicBezTo>
                    <a:pt x="681" y="447"/>
                    <a:pt x="681" y="447"/>
                    <a:pt x="681" y="447"/>
                  </a:cubicBezTo>
                  <a:cubicBezTo>
                    <a:pt x="682" y="445"/>
                    <a:pt x="683" y="443"/>
                    <a:pt x="683" y="440"/>
                  </a:cubicBezTo>
                  <a:cubicBezTo>
                    <a:pt x="740" y="452"/>
                    <a:pt x="740" y="452"/>
                    <a:pt x="740" y="452"/>
                  </a:cubicBezTo>
                  <a:cubicBezTo>
                    <a:pt x="740" y="455"/>
                    <a:pt x="739" y="458"/>
                    <a:pt x="738" y="461"/>
                  </a:cubicBezTo>
                  <a:close/>
                  <a:moveTo>
                    <a:pt x="9" y="453"/>
                  </a:moveTo>
                  <a:cubicBezTo>
                    <a:pt x="8" y="450"/>
                    <a:pt x="8" y="447"/>
                    <a:pt x="7" y="444"/>
                  </a:cubicBezTo>
                  <a:cubicBezTo>
                    <a:pt x="65" y="433"/>
                    <a:pt x="65" y="433"/>
                    <a:pt x="65" y="433"/>
                  </a:cubicBezTo>
                  <a:cubicBezTo>
                    <a:pt x="65" y="436"/>
                    <a:pt x="65" y="438"/>
                    <a:pt x="66" y="440"/>
                  </a:cubicBezTo>
                  <a:lnTo>
                    <a:pt x="9" y="453"/>
                  </a:lnTo>
                  <a:close/>
                  <a:moveTo>
                    <a:pt x="742" y="445"/>
                  </a:moveTo>
                  <a:cubicBezTo>
                    <a:pt x="684" y="434"/>
                    <a:pt x="684" y="434"/>
                    <a:pt x="684" y="434"/>
                  </a:cubicBezTo>
                  <a:cubicBezTo>
                    <a:pt x="685" y="432"/>
                    <a:pt x="685" y="429"/>
                    <a:pt x="686" y="427"/>
                  </a:cubicBezTo>
                  <a:cubicBezTo>
                    <a:pt x="743" y="437"/>
                    <a:pt x="743" y="437"/>
                    <a:pt x="743" y="437"/>
                  </a:cubicBezTo>
                  <a:cubicBezTo>
                    <a:pt x="743" y="440"/>
                    <a:pt x="742" y="443"/>
                    <a:pt x="742" y="445"/>
                  </a:cubicBezTo>
                  <a:close/>
                  <a:moveTo>
                    <a:pt x="6" y="437"/>
                  </a:moveTo>
                  <a:cubicBezTo>
                    <a:pt x="5" y="434"/>
                    <a:pt x="5" y="431"/>
                    <a:pt x="4" y="429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63" y="422"/>
                    <a:pt x="63" y="425"/>
                    <a:pt x="63" y="427"/>
                  </a:cubicBezTo>
                  <a:lnTo>
                    <a:pt x="6" y="437"/>
                  </a:lnTo>
                  <a:close/>
                  <a:moveTo>
                    <a:pt x="744" y="430"/>
                  </a:moveTo>
                  <a:cubicBezTo>
                    <a:pt x="687" y="421"/>
                    <a:pt x="687" y="421"/>
                    <a:pt x="687" y="421"/>
                  </a:cubicBezTo>
                  <a:cubicBezTo>
                    <a:pt x="687" y="419"/>
                    <a:pt x="687" y="416"/>
                    <a:pt x="688" y="414"/>
                  </a:cubicBezTo>
                  <a:cubicBezTo>
                    <a:pt x="746" y="421"/>
                    <a:pt x="746" y="421"/>
                    <a:pt x="746" y="421"/>
                  </a:cubicBezTo>
                  <a:cubicBezTo>
                    <a:pt x="745" y="424"/>
                    <a:pt x="745" y="427"/>
                    <a:pt x="744" y="430"/>
                  </a:cubicBezTo>
                  <a:close/>
                  <a:moveTo>
                    <a:pt x="3" y="421"/>
                  </a:moveTo>
                  <a:cubicBezTo>
                    <a:pt x="3" y="418"/>
                    <a:pt x="3" y="416"/>
                    <a:pt x="2" y="413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9"/>
                    <a:pt x="61" y="412"/>
                    <a:pt x="61" y="414"/>
                  </a:cubicBezTo>
                  <a:lnTo>
                    <a:pt x="3" y="421"/>
                  </a:lnTo>
                  <a:close/>
                  <a:moveTo>
                    <a:pt x="746" y="414"/>
                  </a:moveTo>
                  <a:cubicBezTo>
                    <a:pt x="688" y="408"/>
                    <a:pt x="688" y="408"/>
                    <a:pt x="688" y="408"/>
                  </a:cubicBezTo>
                  <a:cubicBezTo>
                    <a:pt x="689" y="405"/>
                    <a:pt x="689" y="403"/>
                    <a:pt x="689" y="400"/>
                  </a:cubicBezTo>
                  <a:cubicBezTo>
                    <a:pt x="747" y="405"/>
                    <a:pt x="747" y="405"/>
                    <a:pt x="747" y="405"/>
                  </a:cubicBezTo>
                  <a:cubicBezTo>
                    <a:pt x="747" y="408"/>
                    <a:pt x="747" y="411"/>
                    <a:pt x="746" y="414"/>
                  </a:cubicBezTo>
                  <a:close/>
                  <a:moveTo>
                    <a:pt x="2" y="406"/>
                  </a:moveTo>
                  <a:cubicBezTo>
                    <a:pt x="2" y="403"/>
                    <a:pt x="1" y="400"/>
                    <a:pt x="1" y="397"/>
                  </a:cubicBezTo>
                  <a:cubicBezTo>
                    <a:pt x="60" y="393"/>
                    <a:pt x="60" y="393"/>
                    <a:pt x="60" y="393"/>
                  </a:cubicBezTo>
                  <a:cubicBezTo>
                    <a:pt x="60" y="396"/>
                    <a:pt x="60" y="398"/>
                    <a:pt x="60" y="401"/>
                  </a:cubicBezTo>
                  <a:lnTo>
                    <a:pt x="2" y="406"/>
                  </a:lnTo>
                  <a:close/>
                  <a:moveTo>
                    <a:pt x="748" y="398"/>
                  </a:moveTo>
                  <a:cubicBezTo>
                    <a:pt x="689" y="394"/>
                    <a:pt x="689" y="394"/>
                    <a:pt x="689" y="394"/>
                  </a:cubicBezTo>
                  <a:cubicBezTo>
                    <a:pt x="690" y="392"/>
                    <a:pt x="690" y="390"/>
                    <a:pt x="690" y="387"/>
                  </a:cubicBezTo>
                  <a:cubicBezTo>
                    <a:pt x="748" y="390"/>
                    <a:pt x="748" y="390"/>
                    <a:pt x="748" y="390"/>
                  </a:cubicBezTo>
                  <a:cubicBezTo>
                    <a:pt x="748" y="392"/>
                    <a:pt x="748" y="395"/>
                    <a:pt x="748" y="398"/>
                  </a:cubicBezTo>
                  <a:close/>
                  <a:moveTo>
                    <a:pt x="1" y="390"/>
                  </a:moveTo>
                  <a:cubicBezTo>
                    <a:pt x="1" y="387"/>
                    <a:pt x="1" y="384"/>
                    <a:pt x="1" y="381"/>
                  </a:cubicBezTo>
                  <a:cubicBezTo>
                    <a:pt x="59" y="380"/>
                    <a:pt x="59" y="380"/>
                    <a:pt x="59" y="380"/>
                  </a:cubicBezTo>
                  <a:cubicBezTo>
                    <a:pt x="59" y="382"/>
                    <a:pt x="59" y="385"/>
                    <a:pt x="59" y="387"/>
                  </a:cubicBezTo>
                  <a:lnTo>
                    <a:pt x="1" y="390"/>
                  </a:lnTo>
                  <a:close/>
                  <a:moveTo>
                    <a:pt x="748" y="382"/>
                  </a:moveTo>
                  <a:cubicBezTo>
                    <a:pt x="690" y="381"/>
                    <a:pt x="690" y="381"/>
                    <a:pt x="690" y="381"/>
                  </a:cubicBezTo>
                  <a:cubicBezTo>
                    <a:pt x="690" y="379"/>
                    <a:pt x="690" y="376"/>
                    <a:pt x="690" y="374"/>
                  </a:cubicBezTo>
                  <a:cubicBezTo>
                    <a:pt x="690" y="373"/>
                    <a:pt x="690" y="373"/>
                    <a:pt x="690" y="373"/>
                  </a:cubicBezTo>
                  <a:cubicBezTo>
                    <a:pt x="749" y="373"/>
                    <a:pt x="749" y="373"/>
                    <a:pt x="749" y="373"/>
                  </a:cubicBezTo>
                  <a:cubicBezTo>
                    <a:pt x="749" y="374"/>
                    <a:pt x="749" y="374"/>
                    <a:pt x="749" y="374"/>
                  </a:cubicBezTo>
                  <a:cubicBezTo>
                    <a:pt x="749" y="377"/>
                    <a:pt x="749" y="379"/>
                    <a:pt x="748" y="382"/>
                  </a:cubicBezTo>
                  <a:close/>
                  <a:moveTo>
                    <a:pt x="59" y="374"/>
                  </a:moveTo>
                  <a:cubicBezTo>
                    <a:pt x="42" y="374"/>
                    <a:pt x="42" y="374"/>
                    <a:pt x="42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1"/>
                    <a:pt x="0" y="368"/>
                    <a:pt x="1" y="365"/>
                  </a:cubicBezTo>
                  <a:cubicBezTo>
                    <a:pt x="59" y="367"/>
                    <a:pt x="59" y="367"/>
                    <a:pt x="59" y="367"/>
                  </a:cubicBezTo>
                  <a:cubicBezTo>
                    <a:pt x="59" y="369"/>
                    <a:pt x="59" y="371"/>
                    <a:pt x="59" y="374"/>
                  </a:cubicBezTo>
                  <a:close/>
                  <a:moveTo>
                    <a:pt x="690" y="367"/>
                  </a:moveTo>
                  <a:cubicBezTo>
                    <a:pt x="690" y="365"/>
                    <a:pt x="690" y="362"/>
                    <a:pt x="690" y="360"/>
                  </a:cubicBezTo>
                  <a:cubicBezTo>
                    <a:pt x="748" y="357"/>
                    <a:pt x="748" y="357"/>
                    <a:pt x="748" y="357"/>
                  </a:cubicBezTo>
                  <a:cubicBezTo>
                    <a:pt x="748" y="360"/>
                    <a:pt x="748" y="363"/>
                    <a:pt x="748" y="366"/>
                  </a:cubicBezTo>
                  <a:lnTo>
                    <a:pt x="690" y="367"/>
                  </a:lnTo>
                  <a:close/>
                  <a:moveTo>
                    <a:pt x="59" y="360"/>
                  </a:moveTo>
                  <a:cubicBezTo>
                    <a:pt x="1" y="358"/>
                    <a:pt x="1" y="358"/>
                    <a:pt x="1" y="358"/>
                  </a:cubicBezTo>
                  <a:cubicBezTo>
                    <a:pt x="1" y="355"/>
                    <a:pt x="1" y="352"/>
                    <a:pt x="1" y="349"/>
                  </a:cubicBezTo>
                  <a:cubicBezTo>
                    <a:pt x="60" y="353"/>
                    <a:pt x="60" y="353"/>
                    <a:pt x="60" y="353"/>
                  </a:cubicBezTo>
                  <a:cubicBezTo>
                    <a:pt x="59" y="356"/>
                    <a:pt x="59" y="358"/>
                    <a:pt x="59" y="360"/>
                  </a:cubicBezTo>
                  <a:close/>
                  <a:moveTo>
                    <a:pt x="689" y="354"/>
                  </a:moveTo>
                  <a:cubicBezTo>
                    <a:pt x="689" y="351"/>
                    <a:pt x="689" y="349"/>
                    <a:pt x="689" y="346"/>
                  </a:cubicBezTo>
                  <a:cubicBezTo>
                    <a:pt x="747" y="342"/>
                    <a:pt x="747" y="342"/>
                    <a:pt x="747" y="342"/>
                  </a:cubicBezTo>
                  <a:cubicBezTo>
                    <a:pt x="747" y="344"/>
                    <a:pt x="748" y="347"/>
                    <a:pt x="748" y="350"/>
                  </a:cubicBezTo>
                  <a:lnTo>
                    <a:pt x="689" y="354"/>
                  </a:lnTo>
                  <a:close/>
                  <a:moveTo>
                    <a:pt x="60" y="347"/>
                  </a:moveTo>
                  <a:cubicBezTo>
                    <a:pt x="2" y="342"/>
                    <a:pt x="2" y="342"/>
                    <a:pt x="2" y="342"/>
                  </a:cubicBezTo>
                  <a:cubicBezTo>
                    <a:pt x="2" y="339"/>
                    <a:pt x="2" y="336"/>
                    <a:pt x="3" y="334"/>
                  </a:cubicBezTo>
                  <a:cubicBezTo>
                    <a:pt x="61" y="340"/>
                    <a:pt x="61" y="340"/>
                    <a:pt x="61" y="340"/>
                  </a:cubicBezTo>
                  <a:cubicBezTo>
                    <a:pt x="60" y="342"/>
                    <a:pt x="60" y="345"/>
                    <a:pt x="60" y="347"/>
                  </a:cubicBezTo>
                  <a:close/>
                  <a:moveTo>
                    <a:pt x="688" y="340"/>
                  </a:moveTo>
                  <a:cubicBezTo>
                    <a:pt x="688" y="338"/>
                    <a:pt x="688" y="336"/>
                    <a:pt x="688" y="333"/>
                  </a:cubicBezTo>
                  <a:cubicBezTo>
                    <a:pt x="746" y="326"/>
                    <a:pt x="746" y="326"/>
                    <a:pt x="746" y="326"/>
                  </a:cubicBezTo>
                  <a:cubicBezTo>
                    <a:pt x="746" y="329"/>
                    <a:pt x="746" y="331"/>
                    <a:pt x="747" y="334"/>
                  </a:cubicBezTo>
                  <a:lnTo>
                    <a:pt x="688" y="340"/>
                  </a:lnTo>
                  <a:close/>
                  <a:moveTo>
                    <a:pt x="61" y="334"/>
                  </a:moveTo>
                  <a:cubicBezTo>
                    <a:pt x="3" y="326"/>
                    <a:pt x="3" y="326"/>
                    <a:pt x="3" y="326"/>
                  </a:cubicBezTo>
                  <a:cubicBezTo>
                    <a:pt x="4" y="324"/>
                    <a:pt x="4" y="321"/>
                    <a:pt x="5" y="318"/>
                  </a:cubicBezTo>
                  <a:cubicBezTo>
                    <a:pt x="62" y="327"/>
                    <a:pt x="62" y="327"/>
                    <a:pt x="62" y="327"/>
                  </a:cubicBezTo>
                  <a:cubicBezTo>
                    <a:pt x="62" y="329"/>
                    <a:pt x="62" y="331"/>
                    <a:pt x="61" y="334"/>
                  </a:cubicBezTo>
                  <a:close/>
                  <a:moveTo>
                    <a:pt x="687" y="327"/>
                  </a:moveTo>
                  <a:cubicBezTo>
                    <a:pt x="686" y="325"/>
                    <a:pt x="686" y="322"/>
                    <a:pt x="686" y="320"/>
                  </a:cubicBezTo>
                  <a:cubicBezTo>
                    <a:pt x="743" y="310"/>
                    <a:pt x="743" y="310"/>
                    <a:pt x="743" y="310"/>
                  </a:cubicBezTo>
                  <a:cubicBezTo>
                    <a:pt x="744" y="313"/>
                    <a:pt x="744" y="316"/>
                    <a:pt x="745" y="319"/>
                  </a:cubicBezTo>
                  <a:lnTo>
                    <a:pt x="687" y="327"/>
                  </a:lnTo>
                  <a:close/>
                  <a:moveTo>
                    <a:pt x="63" y="320"/>
                  </a:moveTo>
                  <a:cubicBezTo>
                    <a:pt x="6" y="311"/>
                    <a:pt x="6" y="311"/>
                    <a:pt x="6" y="311"/>
                  </a:cubicBezTo>
                  <a:cubicBezTo>
                    <a:pt x="6" y="308"/>
                    <a:pt x="7" y="305"/>
                    <a:pt x="7" y="302"/>
                  </a:cubicBezTo>
                  <a:cubicBezTo>
                    <a:pt x="65" y="313"/>
                    <a:pt x="65" y="313"/>
                    <a:pt x="65" y="313"/>
                  </a:cubicBezTo>
                  <a:cubicBezTo>
                    <a:pt x="64" y="316"/>
                    <a:pt x="64" y="318"/>
                    <a:pt x="63" y="320"/>
                  </a:cubicBezTo>
                  <a:close/>
                  <a:moveTo>
                    <a:pt x="684" y="314"/>
                  </a:moveTo>
                  <a:cubicBezTo>
                    <a:pt x="684" y="312"/>
                    <a:pt x="683" y="309"/>
                    <a:pt x="683" y="307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741" y="297"/>
                    <a:pt x="741" y="300"/>
                    <a:pt x="742" y="303"/>
                  </a:cubicBezTo>
                  <a:lnTo>
                    <a:pt x="684" y="314"/>
                  </a:lnTo>
                  <a:close/>
                  <a:moveTo>
                    <a:pt x="66" y="307"/>
                  </a:moveTo>
                  <a:cubicBezTo>
                    <a:pt x="9" y="295"/>
                    <a:pt x="9" y="295"/>
                    <a:pt x="9" y="295"/>
                  </a:cubicBezTo>
                  <a:cubicBezTo>
                    <a:pt x="9" y="292"/>
                    <a:pt x="10" y="289"/>
                    <a:pt x="11" y="287"/>
                  </a:cubicBezTo>
                  <a:cubicBezTo>
                    <a:pt x="68" y="300"/>
                    <a:pt x="68" y="300"/>
                    <a:pt x="68" y="300"/>
                  </a:cubicBezTo>
                  <a:cubicBezTo>
                    <a:pt x="67" y="303"/>
                    <a:pt x="66" y="305"/>
                    <a:pt x="66" y="307"/>
                  </a:cubicBezTo>
                  <a:close/>
                  <a:moveTo>
                    <a:pt x="682" y="301"/>
                  </a:moveTo>
                  <a:cubicBezTo>
                    <a:pt x="681" y="298"/>
                    <a:pt x="680" y="296"/>
                    <a:pt x="680" y="294"/>
                  </a:cubicBezTo>
                  <a:cubicBezTo>
                    <a:pt x="736" y="279"/>
                    <a:pt x="736" y="279"/>
                    <a:pt x="736" y="279"/>
                  </a:cubicBezTo>
                  <a:cubicBezTo>
                    <a:pt x="737" y="282"/>
                    <a:pt x="738" y="285"/>
                    <a:pt x="739" y="287"/>
                  </a:cubicBezTo>
                  <a:lnTo>
                    <a:pt x="682" y="301"/>
                  </a:lnTo>
                  <a:close/>
                  <a:moveTo>
                    <a:pt x="69" y="294"/>
                  </a:moveTo>
                  <a:cubicBezTo>
                    <a:pt x="12" y="280"/>
                    <a:pt x="12" y="280"/>
                    <a:pt x="12" y="280"/>
                  </a:cubicBezTo>
                  <a:cubicBezTo>
                    <a:pt x="13" y="277"/>
                    <a:pt x="14" y="274"/>
                    <a:pt x="15" y="271"/>
                  </a:cubicBezTo>
                  <a:cubicBezTo>
                    <a:pt x="71" y="287"/>
                    <a:pt x="71" y="287"/>
                    <a:pt x="71" y="287"/>
                  </a:cubicBezTo>
                  <a:cubicBezTo>
                    <a:pt x="70" y="290"/>
                    <a:pt x="70" y="292"/>
                    <a:pt x="69" y="294"/>
                  </a:cubicBezTo>
                  <a:close/>
                  <a:moveTo>
                    <a:pt x="678" y="288"/>
                  </a:moveTo>
                  <a:cubicBezTo>
                    <a:pt x="678" y="286"/>
                    <a:pt x="677" y="283"/>
                    <a:pt x="676" y="281"/>
                  </a:cubicBezTo>
                  <a:cubicBezTo>
                    <a:pt x="732" y="264"/>
                    <a:pt x="732" y="264"/>
                    <a:pt x="732" y="264"/>
                  </a:cubicBezTo>
                  <a:cubicBezTo>
                    <a:pt x="733" y="266"/>
                    <a:pt x="734" y="269"/>
                    <a:pt x="735" y="272"/>
                  </a:cubicBezTo>
                  <a:lnTo>
                    <a:pt x="678" y="288"/>
                  </a:lnTo>
                  <a:close/>
                  <a:moveTo>
                    <a:pt x="73" y="281"/>
                  </a:moveTo>
                  <a:cubicBezTo>
                    <a:pt x="17" y="264"/>
                    <a:pt x="17" y="264"/>
                    <a:pt x="17" y="264"/>
                  </a:cubicBezTo>
                  <a:cubicBezTo>
                    <a:pt x="18" y="262"/>
                    <a:pt x="18" y="259"/>
                    <a:pt x="19" y="256"/>
                  </a:cubicBezTo>
                  <a:cubicBezTo>
                    <a:pt x="75" y="274"/>
                    <a:pt x="75" y="274"/>
                    <a:pt x="75" y="274"/>
                  </a:cubicBezTo>
                  <a:cubicBezTo>
                    <a:pt x="74" y="277"/>
                    <a:pt x="73" y="279"/>
                    <a:pt x="73" y="281"/>
                  </a:cubicBezTo>
                  <a:close/>
                  <a:moveTo>
                    <a:pt x="674" y="275"/>
                  </a:moveTo>
                  <a:cubicBezTo>
                    <a:pt x="674" y="273"/>
                    <a:pt x="673" y="270"/>
                    <a:pt x="672" y="268"/>
                  </a:cubicBezTo>
                  <a:cubicBezTo>
                    <a:pt x="727" y="249"/>
                    <a:pt x="727" y="249"/>
                    <a:pt x="727" y="249"/>
                  </a:cubicBezTo>
                  <a:cubicBezTo>
                    <a:pt x="728" y="251"/>
                    <a:pt x="729" y="254"/>
                    <a:pt x="730" y="257"/>
                  </a:cubicBezTo>
                  <a:lnTo>
                    <a:pt x="674" y="275"/>
                  </a:lnTo>
                  <a:close/>
                  <a:moveTo>
                    <a:pt x="77" y="269"/>
                  </a:moveTo>
                  <a:cubicBezTo>
                    <a:pt x="22" y="249"/>
                    <a:pt x="22" y="249"/>
                    <a:pt x="22" y="249"/>
                  </a:cubicBezTo>
                  <a:cubicBezTo>
                    <a:pt x="23" y="246"/>
                    <a:pt x="24" y="244"/>
                    <a:pt x="25" y="241"/>
                  </a:cubicBezTo>
                  <a:cubicBezTo>
                    <a:pt x="79" y="262"/>
                    <a:pt x="79" y="262"/>
                    <a:pt x="79" y="262"/>
                  </a:cubicBezTo>
                  <a:cubicBezTo>
                    <a:pt x="78" y="264"/>
                    <a:pt x="78" y="266"/>
                    <a:pt x="77" y="269"/>
                  </a:cubicBezTo>
                  <a:close/>
                  <a:moveTo>
                    <a:pt x="670" y="262"/>
                  </a:moveTo>
                  <a:cubicBezTo>
                    <a:pt x="669" y="260"/>
                    <a:pt x="668" y="258"/>
                    <a:pt x="667" y="256"/>
                  </a:cubicBezTo>
                  <a:cubicBezTo>
                    <a:pt x="722" y="234"/>
                    <a:pt x="722" y="234"/>
                    <a:pt x="722" y="234"/>
                  </a:cubicBezTo>
                  <a:cubicBezTo>
                    <a:pt x="723" y="236"/>
                    <a:pt x="724" y="239"/>
                    <a:pt x="725" y="242"/>
                  </a:cubicBezTo>
                  <a:lnTo>
                    <a:pt x="670" y="262"/>
                  </a:lnTo>
                  <a:close/>
                  <a:moveTo>
                    <a:pt x="82" y="256"/>
                  </a:moveTo>
                  <a:cubicBezTo>
                    <a:pt x="27" y="234"/>
                    <a:pt x="27" y="234"/>
                    <a:pt x="27" y="234"/>
                  </a:cubicBezTo>
                  <a:cubicBezTo>
                    <a:pt x="28" y="232"/>
                    <a:pt x="29" y="229"/>
                    <a:pt x="31" y="226"/>
                  </a:cubicBezTo>
                  <a:cubicBezTo>
                    <a:pt x="84" y="249"/>
                    <a:pt x="84" y="249"/>
                    <a:pt x="84" y="249"/>
                  </a:cubicBezTo>
                  <a:cubicBezTo>
                    <a:pt x="83" y="252"/>
                    <a:pt x="82" y="254"/>
                    <a:pt x="82" y="256"/>
                  </a:cubicBezTo>
                  <a:close/>
                  <a:moveTo>
                    <a:pt x="665" y="250"/>
                  </a:moveTo>
                  <a:cubicBezTo>
                    <a:pt x="664" y="248"/>
                    <a:pt x="663" y="246"/>
                    <a:pt x="662" y="243"/>
                  </a:cubicBezTo>
                  <a:cubicBezTo>
                    <a:pt x="715" y="219"/>
                    <a:pt x="715" y="219"/>
                    <a:pt x="715" y="219"/>
                  </a:cubicBezTo>
                  <a:cubicBezTo>
                    <a:pt x="716" y="222"/>
                    <a:pt x="718" y="224"/>
                    <a:pt x="719" y="227"/>
                  </a:cubicBezTo>
                  <a:lnTo>
                    <a:pt x="665" y="250"/>
                  </a:lnTo>
                  <a:close/>
                  <a:moveTo>
                    <a:pt x="87" y="244"/>
                  </a:moveTo>
                  <a:cubicBezTo>
                    <a:pt x="34" y="220"/>
                    <a:pt x="34" y="220"/>
                    <a:pt x="34" y="220"/>
                  </a:cubicBezTo>
                  <a:cubicBezTo>
                    <a:pt x="35" y="217"/>
                    <a:pt x="36" y="214"/>
                    <a:pt x="37" y="212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89" y="239"/>
                    <a:pt x="88" y="242"/>
                    <a:pt x="87" y="244"/>
                  </a:cubicBezTo>
                  <a:close/>
                  <a:moveTo>
                    <a:pt x="659" y="238"/>
                  </a:moveTo>
                  <a:cubicBezTo>
                    <a:pt x="658" y="236"/>
                    <a:pt x="657" y="234"/>
                    <a:pt x="656" y="231"/>
                  </a:cubicBezTo>
                  <a:cubicBezTo>
                    <a:pt x="708" y="205"/>
                    <a:pt x="708" y="205"/>
                    <a:pt x="708" y="205"/>
                  </a:cubicBezTo>
                  <a:cubicBezTo>
                    <a:pt x="710" y="208"/>
                    <a:pt x="711" y="210"/>
                    <a:pt x="712" y="213"/>
                  </a:cubicBezTo>
                  <a:lnTo>
                    <a:pt x="659" y="238"/>
                  </a:lnTo>
                  <a:close/>
                  <a:moveTo>
                    <a:pt x="93" y="232"/>
                  </a:moveTo>
                  <a:cubicBezTo>
                    <a:pt x="40" y="205"/>
                    <a:pt x="40" y="205"/>
                    <a:pt x="40" y="205"/>
                  </a:cubicBezTo>
                  <a:cubicBezTo>
                    <a:pt x="42" y="203"/>
                    <a:pt x="43" y="200"/>
                    <a:pt x="44" y="198"/>
                  </a:cubicBezTo>
                  <a:cubicBezTo>
                    <a:pt x="96" y="225"/>
                    <a:pt x="96" y="225"/>
                    <a:pt x="96" y="225"/>
                  </a:cubicBezTo>
                  <a:cubicBezTo>
                    <a:pt x="95" y="227"/>
                    <a:pt x="94" y="229"/>
                    <a:pt x="93" y="232"/>
                  </a:cubicBezTo>
                  <a:close/>
                  <a:moveTo>
                    <a:pt x="653" y="226"/>
                  </a:moveTo>
                  <a:cubicBezTo>
                    <a:pt x="652" y="224"/>
                    <a:pt x="651" y="222"/>
                    <a:pt x="650" y="220"/>
                  </a:cubicBezTo>
                  <a:cubicBezTo>
                    <a:pt x="701" y="191"/>
                    <a:pt x="701" y="191"/>
                    <a:pt x="701" y="191"/>
                  </a:cubicBezTo>
                  <a:cubicBezTo>
                    <a:pt x="702" y="193"/>
                    <a:pt x="704" y="196"/>
                    <a:pt x="705" y="199"/>
                  </a:cubicBezTo>
                  <a:lnTo>
                    <a:pt x="653" y="226"/>
                  </a:lnTo>
                  <a:close/>
                  <a:moveTo>
                    <a:pt x="99" y="220"/>
                  </a:moveTo>
                  <a:cubicBezTo>
                    <a:pt x="48" y="191"/>
                    <a:pt x="48" y="191"/>
                    <a:pt x="48" y="191"/>
                  </a:cubicBezTo>
                  <a:cubicBezTo>
                    <a:pt x="49" y="189"/>
                    <a:pt x="51" y="186"/>
                    <a:pt x="52" y="184"/>
                  </a:cubicBezTo>
                  <a:cubicBezTo>
                    <a:pt x="103" y="213"/>
                    <a:pt x="103" y="213"/>
                    <a:pt x="103" y="213"/>
                  </a:cubicBezTo>
                  <a:cubicBezTo>
                    <a:pt x="101" y="216"/>
                    <a:pt x="100" y="218"/>
                    <a:pt x="99" y="220"/>
                  </a:cubicBezTo>
                  <a:close/>
                  <a:moveTo>
                    <a:pt x="647" y="214"/>
                  </a:moveTo>
                  <a:cubicBezTo>
                    <a:pt x="646" y="212"/>
                    <a:pt x="644" y="210"/>
                    <a:pt x="643" y="208"/>
                  </a:cubicBezTo>
                  <a:cubicBezTo>
                    <a:pt x="693" y="177"/>
                    <a:pt x="693" y="177"/>
                    <a:pt x="693" y="177"/>
                  </a:cubicBezTo>
                  <a:cubicBezTo>
                    <a:pt x="694" y="180"/>
                    <a:pt x="696" y="182"/>
                    <a:pt x="697" y="185"/>
                  </a:cubicBezTo>
                  <a:lnTo>
                    <a:pt x="647" y="214"/>
                  </a:lnTo>
                  <a:close/>
                  <a:moveTo>
                    <a:pt x="106" y="208"/>
                  </a:moveTo>
                  <a:cubicBezTo>
                    <a:pt x="56" y="178"/>
                    <a:pt x="56" y="178"/>
                    <a:pt x="56" y="178"/>
                  </a:cubicBezTo>
                  <a:cubicBezTo>
                    <a:pt x="57" y="175"/>
                    <a:pt x="59" y="173"/>
                    <a:pt x="61" y="170"/>
                  </a:cubicBezTo>
                  <a:cubicBezTo>
                    <a:pt x="110" y="202"/>
                    <a:pt x="110" y="202"/>
                    <a:pt x="110" y="202"/>
                  </a:cubicBezTo>
                  <a:cubicBezTo>
                    <a:pt x="108" y="204"/>
                    <a:pt x="107" y="206"/>
                    <a:pt x="106" y="208"/>
                  </a:cubicBezTo>
                  <a:close/>
                  <a:moveTo>
                    <a:pt x="640" y="203"/>
                  </a:moveTo>
                  <a:cubicBezTo>
                    <a:pt x="639" y="201"/>
                    <a:pt x="637" y="199"/>
                    <a:pt x="636" y="197"/>
                  </a:cubicBezTo>
                  <a:cubicBezTo>
                    <a:pt x="684" y="164"/>
                    <a:pt x="684" y="164"/>
                    <a:pt x="684" y="164"/>
                  </a:cubicBezTo>
                  <a:cubicBezTo>
                    <a:pt x="686" y="166"/>
                    <a:pt x="688" y="169"/>
                    <a:pt x="689" y="171"/>
                  </a:cubicBezTo>
                  <a:lnTo>
                    <a:pt x="640" y="203"/>
                  </a:lnTo>
                  <a:close/>
                  <a:moveTo>
                    <a:pt x="113" y="197"/>
                  </a:moveTo>
                  <a:cubicBezTo>
                    <a:pt x="65" y="164"/>
                    <a:pt x="65" y="164"/>
                    <a:pt x="65" y="164"/>
                  </a:cubicBezTo>
                  <a:cubicBezTo>
                    <a:pt x="66" y="162"/>
                    <a:pt x="68" y="159"/>
                    <a:pt x="70" y="157"/>
                  </a:cubicBezTo>
                  <a:cubicBezTo>
                    <a:pt x="117" y="191"/>
                    <a:pt x="117" y="191"/>
                    <a:pt x="117" y="191"/>
                  </a:cubicBezTo>
                  <a:cubicBezTo>
                    <a:pt x="116" y="193"/>
                    <a:pt x="114" y="195"/>
                    <a:pt x="113" y="197"/>
                  </a:cubicBezTo>
                  <a:close/>
                  <a:moveTo>
                    <a:pt x="632" y="192"/>
                  </a:moveTo>
                  <a:cubicBezTo>
                    <a:pt x="631" y="190"/>
                    <a:pt x="630" y="188"/>
                    <a:pt x="628" y="186"/>
                  </a:cubicBezTo>
                  <a:cubicBezTo>
                    <a:pt x="675" y="151"/>
                    <a:pt x="675" y="151"/>
                    <a:pt x="675" y="151"/>
                  </a:cubicBezTo>
                  <a:cubicBezTo>
                    <a:pt x="677" y="153"/>
                    <a:pt x="679" y="156"/>
                    <a:pt x="680" y="158"/>
                  </a:cubicBezTo>
                  <a:lnTo>
                    <a:pt x="632" y="192"/>
                  </a:lnTo>
                  <a:close/>
                  <a:moveTo>
                    <a:pt x="121" y="186"/>
                  </a:moveTo>
                  <a:cubicBezTo>
                    <a:pt x="74" y="151"/>
                    <a:pt x="74" y="151"/>
                    <a:pt x="74" y="151"/>
                  </a:cubicBezTo>
                  <a:cubicBezTo>
                    <a:pt x="75" y="149"/>
                    <a:pt x="77" y="147"/>
                    <a:pt x="79" y="144"/>
                  </a:cubicBezTo>
                  <a:cubicBezTo>
                    <a:pt x="125" y="180"/>
                    <a:pt x="125" y="180"/>
                    <a:pt x="125" y="180"/>
                  </a:cubicBezTo>
                  <a:cubicBezTo>
                    <a:pt x="124" y="182"/>
                    <a:pt x="122" y="184"/>
                    <a:pt x="121" y="186"/>
                  </a:cubicBezTo>
                  <a:close/>
                  <a:moveTo>
                    <a:pt x="624" y="181"/>
                  </a:moveTo>
                  <a:cubicBezTo>
                    <a:pt x="623" y="179"/>
                    <a:pt x="622" y="177"/>
                    <a:pt x="620" y="175"/>
                  </a:cubicBezTo>
                  <a:cubicBezTo>
                    <a:pt x="665" y="139"/>
                    <a:pt x="665" y="139"/>
                    <a:pt x="665" y="139"/>
                  </a:cubicBezTo>
                  <a:cubicBezTo>
                    <a:pt x="667" y="141"/>
                    <a:pt x="669" y="143"/>
                    <a:pt x="671" y="145"/>
                  </a:cubicBezTo>
                  <a:lnTo>
                    <a:pt x="624" y="181"/>
                  </a:lnTo>
                  <a:close/>
                  <a:moveTo>
                    <a:pt x="129" y="175"/>
                  </a:moveTo>
                  <a:cubicBezTo>
                    <a:pt x="83" y="139"/>
                    <a:pt x="83" y="139"/>
                    <a:pt x="83" y="139"/>
                  </a:cubicBezTo>
                  <a:cubicBezTo>
                    <a:pt x="85" y="136"/>
                    <a:pt x="87" y="134"/>
                    <a:pt x="89" y="132"/>
                  </a:cubicBezTo>
                  <a:cubicBezTo>
                    <a:pt x="134" y="170"/>
                    <a:pt x="134" y="170"/>
                    <a:pt x="134" y="170"/>
                  </a:cubicBezTo>
                  <a:cubicBezTo>
                    <a:pt x="132" y="172"/>
                    <a:pt x="130" y="174"/>
                    <a:pt x="129" y="175"/>
                  </a:cubicBezTo>
                  <a:close/>
                  <a:moveTo>
                    <a:pt x="616" y="171"/>
                  </a:moveTo>
                  <a:cubicBezTo>
                    <a:pt x="615" y="169"/>
                    <a:pt x="613" y="167"/>
                    <a:pt x="611" y="165"/>
                  </a:cubicBezTo>
                  <a:cubicBezTo>
                    <a:pt x="655" y="126"/>
                    <a:pt x="655" y="126"/>
                    <a:pt x="655" y="126"/>
                  </a:cubicBezTo>
                  <a:cubicBezTo>
                    <a:pt x="657" y="129"/>
                    <a:pt x="659" y="131"/>
                    <a:pt x="661" y="133"/>
                  </a:cubicBezTo>
                  <a:lnTo>
                    <a:pt x="616" y="171"/>
                  </a:lnTo>
                  <a:close/>
                  <a:moveTo>
                    <a:pt x="138" y="165"/>
                  </a:moveTo>
                  <a:cubicBezTo>
                    <a:pt x="94" y="127"/>
                    <a:pt x="94" y="127"/>
                    <a:pt x="94" y="127"/>
                  </a:cubicBezTo>
                  <a:cubicBezTo>
                    <a:pt x="96" y="124"/>
                    <a:pt x="98" y="122"/>
                    <a:pt x="100" y="12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1" y="162"/>
                    <a:pt x="139" y="163"/>
                    <a:pt x="138" y="165"/>
                  </a:cubicBezTo>
                  <a:close/>
                  <a:moveTo>
                    <a:pt x="607" y="161"/>
                  </a:moveTo>
                  <a:cubicBezTo>
                    <a:pt x="606" y="159"/>
                    <a:pt x="604" y="157"/>
                    <a:pt x="602" y="155"/>
                  </a:cubicBezTo>
                  <a:cubicBezTo>
                    <a:pt x="644" y="115"/>
                    <a:pt x="644" y="115"/>
                    <a:pt x="644" y="115"/>
                  </a:cubicBezTo>
                  <a:cubicBezTo>
                    <a:pt x="646" y="117"/>
                    <a:pt x="648" y="119"/>
                    <a:pt x="650" y="121"/>
                  </a:cubicBezTo>
                  <a:lnTo>
                    <a:pt x="607" y="161"/>
                  </a:lnTo>
                  <a:close/>
                  <a:moveTo>
                    <a:pt x="147" y="155"/>
                  </a:moveTo>
                  <a:cubicBezTo>
                    <a:pt x="104" y="115"/>
                    <a:pt x="104" y="115"/>
                    <a:pt x="104" y="115"/>
                  </a:cubicBezTo>
                  <a:cubicBezTo>
                    <a:pt x="106" y="113"/>
                    <a:pt x="108" y="111"/>
                    <a:pt x="111" y="109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0" y="152"/>
                    <a:pt x="148" y="154"/>
                    <a:pt x="147" y="155"/>
                  </a:cubicBezTo>
                  <a:close/>
                  <a:moveTo>
                    <a:pt x="598" y="151"/>
                  </a:moveTo>
                  <a:cubicBezTo>
                    <a:pt x="596" y="149"/>
                    <a:pt x="595" y="147"/>
                    <a:pt x="593" y="146"/>
                  </a:cubicBezTo>
                  <a:cubicBezTo>
                    <a:pt x="633" y="104"/>
                    <a:pt x="633" y="104"/>
                    <a:pt x="633" y="104"/>
                  </a:cubicBezTo>
                  <a:cubicBezTo>
                    <a:pt x="635" y="106"/>
                    <a:pt x="637" y="108"/>
                    <a:pt x="639" y="110"/>
                  </a:cubicBezTo>
                  <a:lnTo>
                    <a:pt x="598" y="151"/>
                  </a:lnTo>
                  <a:close/>
                  <a:moveTo>
                    <a:pt x="156" y="146"/>
                  </a:moveTo>
                  <a:cubicBezTo>
                    <a:pt x="116" y="104"/>
                    <a:pt x="116" y="104"/>
                    <a:pt x="116" y="104"/>
                  </a:cubicBezTo>
                  <a:cubicBezTo>
                    <a:pt x="118" y="102"/>
                    <a:pt x="120" y="100"/>
                    <a:pt x="122" y="98"/>
                  </a:cubicBezTo>
                  <a:cubicBezTo>
                    <a:pt x="161" y="141"/>
                    <a:pt x="161" y="141"/>
                    <a:pt x="161" y="141"/>
                  </a:cubicBezTo>
                  <a:cubicBezTo>
                    <a:pt x="160" y="142"/>
                    <a:pt x="158" y="144"/>
                    <a:pt x="156" y="146"/>
                  </a:cubicBezTo>
                  <a:close/>
                  <a:moveTo>
                    <a:pt x="588" y="142"/>
                  </a:moveTo>
                  <a:cubicBezTo>
                    <a:pt x="587" y="140"/>
                    <a:pt x="585" y="138"/>
                    <a:pt x="583" y="137"/>
                  </a:cubicBezTo>
                  <a:cubicBezTo>
                    <a:pt x="622" y="93"/>
                    <a:pt x="622" y="93"/>
                    <a:pt x="622" y="93"/>
                  </a:cubicBezTo>
                  <a:cubicBezTo>
                    <a:pt x="624" y="95"/>
                    <a:pt x="626" y="97"/>
                    <a:pt x="628" y="99"/>
                  </a:cubicBezTo>
                  <a:lnTo>
                    <a:pt x="588" y="142"/>
                  </a:lnTo>
                  <a:close/>
                  <a:moveTo>
                    <a:pt x="166" y="137"/>
                  </a:moveTo>
                  <a:cubicBezTo>
                    <a:pt x="127" y="93"/>
                    <a:pt x="127" y="93"/>
                    <a:pt x="127" y="93"/>
                  </a:cubicBezTo>
                  <a:cubicBezTo>
                    <a:pt x="130" y="91"/>
                    <a:pt x="132" y="89"/>
                    <a:pt x="134" y="87"/>
                  </a:cubicBezTo>
                  <a:cubicBezTo>
                    <a:pt x="172" y="132"/>
                    <a:pt x="172" y="132"/>
                    <a:pt x="172" y="132"/>
                  </a:cubicBezTo>
                  <a:cubicBezTo>
                    <a:pt x="170" y="134"/>
                    <a:pt x="168" y="135"/>
                    <a:pt x="166" y="137"/>
                  </a:cubicBezTo>
                  <a:close/>
                  <a:moveTo>
                    <a:pt x="578" y="133"/>
                  </a:moveTo>
                  <a:cubicBezTo>
                    <a:pt x="576" y="131"/>
                    <a:pt x="575" y="130"/>
                    <a:pt x="573" y="128"/>
                  </a:cubicBezTo>
                  <a:cubicBezTo>
                    <a:pt x="609" y="83"/>
                    <a:pt x="609" y="83"/>
                    <a:pt x="609" y="83"/>
                  </a:cubicBezTo>
                  <a:cubicBezTo>
                    <a:pt x="612" y="84"/>
                    <a:pt x="614" y="86"/>
                    <a:pt x="616" y="88"/>
                  </a:cubicBezTo>
                  <a:lnTo>
                    <a:pt x="578" y="133"/>
                  </a:lnTo>
                  <a:close/>
                  <a:moveTo>
                    <a:pt x="176" y="128"/>
                  </a:moveTo>
                  <a:cubicBezTo>
                    <a:pt x="139" y="83"/>
                    <a:pt x="139" y="83"/>
                    <a:pt x="139" y="83"/>
                  </a:cubicBezTo>
                  <a:cubicBezTo>
                    <a:pt x="142" y="81"/>
                    <a:pt x="144" y="79"/>
                    <a:pt x="146" y="77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0" y="125"/>
                    <a:pt x="178" y="127"/>
                    <a:pt x="176" y="128"/>
                  </a:cubicBezTo>
                  <a:close/>
                  <a:moveTo>
                    <a:pt x="568" y="124"/>
                  </a:moveTo>
                  <a:cubicBezTo>
                    <a:pt x="566" y="123"/>
                    <a:pt x="564" y="121"/>
                    <a:pt x="562" y="120"/>
                  </a:cubicBezTo>
                  <a:cubicBezTo>
                    <a:pt x="597" y="73"/>
                    <a:pt x="597" y="73"/>
                    <a:pt x="597" y="73"/>
                  </a:cubicBezTo>
                  <a:cubicBezTo>
                    <a:pt x="599" y="75"/>
                    <a:pt x="601" y="76"/>
                    <a:pt x="604" y="78"/>
                  </a:cubicBezTo>
                  <a:lnTo>
                    <a:pt x="568" y="124"/>
                  </a:lnTo>
                  <a:close/>
                  <a:moveTo>
                    <a:pt x="187" y="120"/>
                  </a:moveTo>
                  <a:cubicBezTo>
                    <a:pt x="152" y="73"/>
                    <a:pt x="152" y="73"/>
                    <a:pt x="152" y="73"/>
                  </a:cubicBezTo>
                  <a:cubicBezTo>
                    <a:pt x="154" y="71"/>
                    <a:pt x="157" y="70"/>
                    <a:pt x="159" y="68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1" y="117"/>
                    <a:pt x="189" y="118"/>
                    <a:pt x="187" y="120"/>
                  </a:cubicBezTo>
                  <a:close/>
                  <a:moveTo>
                    <a:pt x="557" y="116"/>
                  </a:moveTo>
                  <a:cubicBezTo>
                    <a:pt x="555" y="115"/>
                    <a:pt x="553" y="113"/>
                    <a:pt x="551" y="112"/>
                  </a:cubicBezTo>
                  <a:cubicBezTo>
                    <a:pt x="584" y="64"/>
                    <a:pt x="584" y="64"/>
                    <a:pt x="584" y="64"/>
                  </a:cubicBezTo>
                  <a:cubicBezTo>
                    <a:pt x="586" y="65"/>
                    <a:pt x="589" y="67"/>
                    <a:pt x="591" y="69"/>
                  </a:cubicBezTo>
                  <a:lnTo>
                    <a:pt x="557" y="116"/>
                  </a:lnTo>
                  <a:close/>
                  <a:moveTo>
                    <a:pt x="198" y="112"/>
                  </a:moveTo>
                  <a:cubicBezTo>
                    <a:pt x="165" y="64"/>
                    <a:pt x="165" y="64"/>
                    <a:pt x="165" y="64"/>
                  </a:cubicBezTo>
                  <a:cubicBezTo>
                    <a:pt x="167" y="62"/>
                    <a:pt x="170" y="61"/>
                    <a:pt x="172" y="5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2" y="109"/>
                    <a:pt x="200" y="111"/>
                    <a:pt x="198" y="112"/>
                  </a:cubicBezTo>
                  <a:close/>
                  <a:moveTo>
                    <a:pt x="546" y="109"/>
                  </a:moveTo>
                  <a:cubicBezTo>
                    <a:pt x="544" y="107"/>
                    <a:pt x="542" y="106"/>
                    <a:pt x="540" y="105"/>
                  </a:cubicBezTo>
                  <a:cubicBezTo>
                    <a:pt x="571" y="55"/>
                    <a:pt x="571" y="55"/>
                    <a:pt x="571" y="55"/>
                  </a:cubicBezTo>
                  <a:cubicBezTo>
                    <a:pt x="573" y="57"/>
                    <a:pt x="575" y="58"/>
                    <a:pt x="578" y="60"/>
                  </a:cubicBezTo>
                  <a:lnTo>
                    <a:pt x="546" y="109"/>
                  </a:lnTo>
                  <a:close/>
                  <a:moveTo>
                    <a:pt x="209" y="105"/>
                  </a:moveTo>
                  <a:cubicBezTo>
                    <a:pt x="178" y="55"/>
                    <a:pt x="178" y="55"/>
                    <a:pt x="178" y="55"/>
                  </a:cubicBezTo>
                  <a:cubicBezTo>
                    <a:pt x="181" y="54"/>
                    <a:pt x="183" y="52"/>
                    <a:pt x="186" y="51"/>
                  </a:cubicBezTo>
                  <a:cubicBezTo>
                    <a:pt x="215" y="101"/>
                    <a:pt x="215" y="101"/>
                    <a:pt x="215" y="101"/>
                  </a:cubicBezTo>
                  <a:cubicBezTo>
                    <a:pt x="213" y="102"/>
                    <a:pt x="211" y="104"/>
                    <a:pt x="209" y="105"/>
                  </a:cubicBezTo>
                  <a:close/>
                  <a:moveTo>
                    <a:pt x="535" y="102"/>
                  </a:moveTo>
                  <a:cubicBezTo>
                    <a:pt x="533" y="100"/>
                    <a:pt x="530" y="99"/>
                    <a:pt x="528" y="98"/>
                  </a:cubicBezTo>
                  <a:cubicBezTo>
                    <a:pt x="557" y="47"/>
                    <a:pt x="557" y="47"/>
                    <a:pt x="557" y="47"/>
                  </a:cubicBezTo>
                  <a:cubicBezTo>
                    <a:pt x="559" y="48"/>
                    <a:pt x="562" y="50"/>
                    <a:pt x="564" y="51"/>
                  </a:cubicBezTo>
                  <a:lnTo>
                    <a:pt x="535" y="102"/>
                  </a:lnTo>
                  <a:close/>
                  <a:moveTo>
                    <a:pt x="220" y="98"/>
                  </a:moveTo>
                  <a:cubicBezTo>
                    <a:pt x="192" y="47"/>
                    <a:pt x="192" y="47"/>
                    <a:pt x="192" y="47"/>
                  </a:cubicBezTo>
                  <a:cubicBezTo>
                    <a:pt x="194" y="46"/>
                    <a:pt x="197" y="44"/>
                    <a:pt x="199" y="43"/>
                  </a:cubicBezTo>
                  <a:cubicBezTo>
                    <a:pt x="227" y="95"/>
                    <a:pt x="227" y="95"/>
                    <a:pt x="227" y="95"/>
                  </a:cubicBezTo>
                  <a:cubicBezTo>
                    <a:pt x="225" y="96"/>
                    <a:pt x="223" y="97"/>
                    <a:pt x="220" y="98"/>
                  </a:cubicBezTo>
                  <a:close/>
                  <a:moveTo>
                    <a:pt x="523" y="95"/>
                  </a:moveTo>
                  <a:cubicBezTo>
                    <a:pt x="521" y="94"/>
                    <a:pt x="519" y="93"/>
                    <a:pt x="516" y="92"/>
                  </a:cubicBezTo>
                  <a:cubicBezTo>
                    <a:pt x="543" y="40"/>
                    <a:pt x="543" y="40"/>
                    <a:pt x="543" y="40"/>
                  </a:cubicBezTo>
                  <a:cubicBezTo>
                    <a:pt x="545" y="41"/>
                    <a:pt x="548" y="42"/>
                    <a:pt x="550" y="44"/>
                  </a:cubicBezTo>
                  <a:lnTo>
                    <a:pt x="523" y="95"/>
                  </a:lnTo>
                  <a:close/>
                  <a:moveTo>
                    <a:pt x="232" y="92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08" y="38"/>
                    <a:pt x="211" y="37"/>
                    <a:pt x="214" y="36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7" y="90"/>
                    <a:pt x="234" y="91"/>
                    <a:pt x="232" y="92"/>
                  </a:cubicBezTo>
                  <a:close/>
                  <a:moveTo>
                    <a:pt x="511" y="89"/>
                  </a:moveTo>
                  <a:cubicBezTo>
                    <a:pt x="509" y="88"/>
                    <a:pt x="507" y="87"/>
                    <a:pt x="504" y="86"/>
                  </a:cubicBezTo>
                  <a:cubicBezTo>
                    <a:pt x="528" y="33"/>
                    <a:pt x="528" y="33"/>
                    <a:pt x="528" y="33"/>
                  </a:cubicBezTo>
                  <a:cubicBezTo>
                    <a:pt x="531" y="34"/>
                    <a:pt x="534" y="35"/>
                    <a:pt x="536" y="36"/>
                  </a:cubicBezTo>
                  <a:lnTo>
                    <a:pt x="511" y="89"/>
                  </a:lnTo>
                  <a:close/>
                  <a:moveTo>
                    <a:pt x="244" y="86"/>
                  </a:moveTo>
                  <a:cubicBezTo>
                    <a:pt x="220" y="33"/>
                    <a:pt x="220" y="33"/>
                    <a:pt x="220" y="33"/>
                  </a:cubicBezTo>
                  <a:cubicBezTo>
                    <a:pt x="223" y="32"/>
                    <a:pt x="225" y="31"/>
                    <a:pt x="228" y="29"/>
                  </a:cubicBezTo>
                  <a:cubicBezTo>
                    <a:pt x="251" y="83"/>
                    <a:pt x="251" y="83"/>
                    <a:pt x="251" y="83"/>
                  </a:cubicBezTo>
                  <a:cubicBezTo>
                    <a:pt x="249" y="84"/>
                    <a:pt x="247" y="85"/>
                    <a:pt x="244" y="86"/>
                  </a:cubicBezTo>
                  <a:close/>
                  <a:moveTo>
                    <a:pt x="499" y="83"/>
                  </a:moveTo>
                  <a:cubicBezTo>
                    <a:pt x="496" y="83"/>
                    <a:pt x="494" y="82"/>
                    <a:pt x="492" y="81"/>
                  </a:cubicBezTo>
                  <a:cubicBezTo>
                    <a:pt x="514" y="26"/>
                    <a:pt x="514" y="26"/>
                    <a:pt x="514" y="26"/>
                  </a:cubicBezTo>
                  <a:cubicBezTo>
                    <a:pt x="516" y="27"/>
                    <a:pt x="519" y="29"/>
                    <a:pt x="522" y="30"/>
                  </a:cubicBezTo>
                  <a:lnTo>
                    <a:pt x="499" y="83"/>
                  </a:lnTo>
                  <a:close/>
                  <a:moveTo>
                    <a:pt x="257" y="81"/>
                  </a:moveTo>
                  <a:cubicBezTo>
                    <a:pt x="235" y="27"/>
                    <a:pt x="235" y="27"/>
                    <a:pt x="235" y="27"/>
                  </a:cubicBezTo>
                  <a:cubicBezTo>
                    <a:pt x="237" y="26"/>
                    <a:pt x="240" y="24"/>
                    <a:pt x="243" y="23"/>
                  </a:cubicBezTo>
                  <a:cubicBezTo>
                    <a:pt x="263" y="78"/>
                    <a:pt x="263" y="78"/>
                    <a:pt x="263" y="78"/>
                  </a:cubicBezTo>
                  <a:cubicBezTo>
                    <a:pt x="261" y="79"/>
                    <a:pt x="259" y="80"/>
                    <a:pt x="257" y="81"/>
                  </a:cubicBezTo>
                  <a:close/>
                  <a:moveTo>
                    <a:pt x="486" y="78"/>
                  </a:moveTo>
                  <a:cubicBezTo>
                    <a:pt x="484" y="78"/>
                    <a:pt x="482" y="77"/>
                    <a:pt x="479" y="76"/>
                  </a:cubicBezTo>
                  <a:cubicBezTo>
                    <a:pt x="499" y="21"/>
                    <a:pt x="499" y="21"/>
                    <a:pt x="499" y="21"/>
                  </a:cubicBezTo>
                  <a:cubicBezTo>
                    <a:pt x="502" y="22"/>
                    <a:pt x="504" y="23"/>
                    <a:pt x="507" y="24"/>
                  </a:cubicBezTo>
                  <a:lnTo>
                    <a:pt x="486" y="78"/>
                  </a:lnTo>
                  <a:close/>
                  <a:moveTo>
                    <a:pt x="269" y="76"/>
                  </a:moveTo>
                  <a:cubicBezTo>
                    <a:pt x="250" y="21"/>
                    <a:pt x="250" y="21"/>
                    <a:pt x="250" y="21"/>
                  </a:cubicBezTo>
                  <a:cubicBezTo>
                    <a:pt x="252" y="20"/>
                    <a:pt x="255" y="19"/>
                    <a:pt x="258" y="18"/>
                  </a:cubicBezTo>
                  <a:cubicBezTo>
                    <a:pt x="276" y="74"/>
                    <a:pt x="276" y="74"/>
                    <a:pt x="276" y="74"/>
                  </a:cubicBezTo>
                  <a:cubicBezTo>
                    <a:pt x="274" y="75"/>
                    <a:pt x="271" y="75"/>
                    <a:pt x="269" y="76"/>
                  </a:cubicBezTo>
                  <a:close/>
                  <a:moveTo>
                    <a:pt x="474" y="74"/>
                  </a:moveTo>
                  <a:cubicBezTo>
                    <a:pt x="471" y="73"/>
                    <a:pt x="469" y="72"/>
                    <a:pt x="467" y="72"/>
                  </a:cubicBezTo>
                  <a:cubicBezTo>
                    <a:pt x="484" y="16"/>
                    <a:pt x="484" y="16"/>
                    <a:pt x="484" y="16"/>
                  </a:cubicBezTo>
                  <a:cubicBezTo>
                    <a:pt x="486" y="17"/>
                    <a:pt x="489" y="18"/>
                    <a:pt x="492" y="18"/>
                  </a:cubicBezTo>
                  <a:lnTo>
                    <a:pt x="474" y="74"/>
                  </a:lnTo>
                  <a:close/>
                  <a:moveTo>
                    <a:pt x="282" y="72"/>
                  </a:moveTo>
                  <a:cubicBezTo>
                    <a:pt x="265" y="16"/>
                    <a:pt x="265" y="16"/>
                    <a:pt x="265" y="16"/>
                  </a:cubicBezTo>
                  <a:cubicBezTo>
                    <a:pt x="267" y="15"/>
                    <a:pt x="270" y="14"/>
                    <a:pt x="273" y="14"/>
                  </a:cubicBezTo>
                  <a:cubicBezTo>
                    <a:pt x="289" y="70"/>
                    <a:pt x="289" y="70"/>
                    <a:pt x="289" y="70"/>
                  </a:cubicBezTo>
                  <a:cubicBezTo>
                    <a:pt x="286" y="71"/>
                    <a:pt x="284" y="71"/>
                    <a:pt x="282" y="72"/>
                  </a:cubicBezTo>
                  <a:close/>
                  <a:moveTo>
                    <a:pt x="461" y="70"/>
                  </a:moveTo>
                  <a:cubicBezTo>
                    <a:pt x="458" y="69"/>
                    <a:pt x="456" y="69"/>
                    <a:pt x="454" y="68"/>
                  </a:cubicBezTo>
                  <a:cubicBezTo>
                    <a:pt x="468" y="12"/>
                    <a:pt x="468" y="12"/>
                    <a:pt x="468" y="12"/>
                  </a:cubicBezTo>
                  <a:cubicBezTo>
                    <a:pt x="471" y="12"/>
                    <a:pt x="474" y="13"/>
                    <a:pt x="477" y="14"/>
                  </a:cubicBezTo>
                  <a:lnTo>
                    <a:pt x="461" y="70"/>
                  </a:lnTo>
                  <a:close/>
                  <a:moveTo>
                    <a:pt x="295" y="68"/>
                  </a:moveTo>
                  <a:cubicBezTo>
                    <a:pt x="280" y="12"/>
                    <a:pt x="280" y="12"/>
                    <a:pt x="280" y="12"/>
                  </a:cubicBezTo>
                  <a:cubicBezTo>
                    <a:pt x="283" y="11"/>
                    <a:pt x="286" y="10"/>
                    <a:pt x="288" y="10"/>
                  </a:cubicBezTo>
                  <a:cubicBezTo>
                    <a:pt x="302" y="67"/>
                    <a:pt x="302" y="67"/>
                    <a:pt x="302" y="67"/>
                  </a:cubicBezTo>
                  <a:cubicBezTo>
                    <a:pt x="299" y="67"/>
                    <a:pt x="297" y="68"/>
                    <a:pt x="295" y="68"/>
                  </a:cubicBezTo>
                  <a:close/>
                  <a:moveTo>
                    <a:pt x="448" y="67"/>
                  </a:moveTo>
                  <a:cubicBezTo>
                    <a:pt x="445" y="66"/>
                    <a:pt x="443" y="66"/>
                    <a:pt x="441" y="65"/>
                  </a:cubicBezTo>
                  <a:cubicBezTo>
                    <a:pt x="453" y="8"/>
                    <a:pt x="453" y="8"/>
                    <a:pt x="453" y="8"/>
                  </a:cubicBezTo>
                  <a:cubicBezTo>
                    <a:pt x="456" y="8"/>
                    <a:pt x="459" y="9"/>
                    <a:pt x="461" y="10"/>
                  </a:cubicBezTo>
                  <a:lnTo>
                    <a:pt x="448" y="67"/>
                  </a:lnTo>
                  <a:close/>
                  <a:moveTo>
                    <a:pt x="308" y="65"/>
                  </a:moveTo>
                  <a:cubicBezTo>
                    <a:pt x="295" y="8"/>
                    <a:pt x="295" y="8"/>
                    <a:pt x="295" y="8"/>
                  </a:cubicBezTo>
                  <a:cubicBezTo>
                    <a:pt x="298" y="7"/>
                    <a:pt x="301" y="7"/>
                    <a:pt x="304" y="6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2" y="64"/>
                    <a:pt x="310" y="65"/>
                    <a:pt x="308" y="65"/>
                  </a:cubicBezTo>
                  <a:close/>
                  <a:moveTo>
                    <a:pt x="435" y="64"/>
                  </a:moveTo>
                  <a:cubicBezTo>
                    <a:pt x="432" y="63"/>
                    <a:pt x="430" y="63"/>
                    <a:pt x="428" y="63"/>
                  </a:cubicBezTo>
                  <a:cubicBezTo>
                    <a:pt x="437" y="5"/>
                    <a:pt x="437" y="5"/>
                    <a:pt x="437" y="5"/>
                  </a:cubicBezTo>
                  <a:cubicBezTo>
                    <a:pt x="440" y="5"/>
                    <a:pt x="443" y="6"/>
                    <a:pt x="446" y="6"/>
                  </a:cubicBezTo>
                  <a:lnTo>
                    <a:pt x="435" y="64"/>
                  </a:lnTo>
                  <a:close/>
                  <a:moveTo>
                    <a:pt x="321" y="63"/>
                  </a:moveTo>
                  <a:cubicBezTo>
                    <a:pt x="311" y="5"/>
                    <a:pt x="311" y="5"/>
                    <a:pt x="311" y="5"/>
                  </a:cubicBezTo>
                  <a:cubicBezTo>
                    <a:pt x="314" y="5"/>
                    <a:pt x="317" y="4"/>
                    <a:pt x="320" y="4"/>
                  </a:cubicBezTo>
                  <a:cubicBezTo>
                    <a:pt x="328" y="61"/>
                    <a:pt x="328" y="61"/>
                    <a:pt x="328" y="61"/>
                  </a:cubicBezTo>
                  <a:cubicBezTo>
                    <a:pt x="326" y="62"/>
                    <a:pt x="323" y="62"/>
                    <a:pt x="321" y="63"/>
                  </a:cubicBezTo>
                  <a:close/>
                  <a:moveTo>
                    <a:pt x="422" y="62"/>
                  </a:moveTo>
                  <a:cubicBezTo>
                    <a:pt x="419" y="61"/>
                    <a:pt x="417" y="61"/>
                    <a:pt x="414" y="61"/>
                  </a:cubicBezTo>
                  <a:cubicBezTo>
                    <a:pt x="422" y="3"/>
                    <a:pt x="422" y="3"/>
                    <a:pt x="422" y="3"/>
                  </a:cubicBezTo>
                  <a:cubicBezTo>
                    <a:pt x="424" y="3"/>
                    <a:pt x="427" y="3"/>
                    <a:pt x="430" y="4"/>
                  </a:cubicBezTo>
                  <a:lnTo>
                    <a:pt x="422" y="62"/>
                  </a:lnTo>
                  <a:close/>
                  <a:moveTo>
                    <a:pt x="334" y="61"/>
                  </a:moveTo>
                  <a:cubicBezTo>
                    <a:pt x="327" y="3"/>
                    <a:pt x="327" y="3"/>
                    <a:pt x="327" y="3"/>
                  </a:cubicBezTo>
                  <a:cubicBezTo>
                    <a:pt x="330" y="2"/>
                    <a:pt x="332" y="2"/>
                    <a:pt x="335" y="2"/>
                  </a:cubicBezTo>
                  <a:cubicBezTo>
                    <a:pt x="341" y="60"/>
                    <a:pt x="341" y="60"/>
                    <a:pt x="341" y="60"/>
                  </a:cubicBezTo>
                  <a:cubicBezTo>
                    <a:pt x="339" y="60"/>
                    <a:pt x="337" y="60"/>
                    <a:pt x="334" y="61"/>
                  </a:cubicBezTo>
                  <a:close/>
                  <a:moveTo>
                    <a:pt x="408" y="60"/>
                  </a:moveTo>
                  <a:cubicBezTo>
                    <a:pt x="406" y="60"/>
                    <a:pt x="403" y="59"/>
                    <a:pt x="401" y="59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9" y="1"/>
                    <a:pt x="412" y="1"/>
                    <a:pt x="414" y="2"/>
                  </a:cubicBezTo>
                  <a:lnTo>
                    <a:pt x="408" y="60"/>
                  </a:lnTo>
                  <a:close/>
                  <a:moveTo>
                    <a:pt x="347" y="59"/>
                  </a:moveTo>
                  <a:cubicBezTo>
                    <a:pt x="342" y="1"/>
                    <a:pt x="342" y="1"/>
                    <a:pt x="342" y="1"/>
                  </a:cubicBezTo>
                  <a:cubicBezTo>
                    <a:pt x="345" y="1"/>
                    <a:pt x="348" y="1"/>
                    <a:pt x="351" y="0"/>
                  </a:cubicBezTo>
                  <a:cubicBezTo>
                    <a:pt x="355" y="59"/>
                    <a:pt x="355" y="59"/>
                    <a:pt x="355" y="59"/>
                  </a:cubicBezTo>
                  <a:cubicBezTo>
                    <a:pt x="352" y="59"/>
                    <a:pt x="350" y="59"/>
                    <a:pt x="347" y="59"/>
                  </a:cubicBezTo>
                  <a:close/>
                  <a:moveTo>
                    <a:pt x="395" y="59"/>
                  </a:moveTo>
                  <a:cubicBezTo>
                    <a:pt x="392" y="59"/>
                    <a:pt x="390" y="58"/>
                    <a:pt x="388" y="58"/>
                  </a:cubicBezTo>
                  <a:cubicBezTo>
                    <a:pt x="390" y="0"/>
                    <a:pt x="390" y="0"/>
                    <a:pt x="390" y="0"/>
                  </a:cubicBezTo>
                  <a:cubicBezTo>
                    <a:pt x="393" y="0"/>
                    <a:pt x="396" y="0"/>
                    <a:pt x="399" y="0"/>
                  </a:cubicBezTo>
                  <a:lnTo>
                    <a:pt x="395" y="59"/>
                  </a:lnTo>
                  <a:close/>
                  <a:moveTo>
                    <a:pt x="361" y="58"/>
                  </a:moveTo>
                  <a:cubicBezTo>
                    <a:pt x="358" y="0"/>
                    <a:pt x="358" y="0"/>
                    <a:pt x="358" y="0"/>
                  </a:cubicBezTo>
                  <a:cubicBezTo>
                    <a:pt x="361" y="0"/>
                    <a:pt x="364" y="0"/>
                    <a:pt x="367" y="0"/>
                  </a:cubicBezTo>
                  <a:cubicBezTo>
                    <a:pt x="368" y="58"/>
                    <a:pt x="368" y="58"/>
                    <a:pt x="368" y="58"/>
                  </a:cubicBezTo>
                  <a:cubicBezTo>
                    <a:pt x="366" y="58"/>
                    <a:pt x="363" y="58"/>
                    <a:pt x="361" y="58"/>
                  </a:cubicBezTo>
                  <a:close/>
                  <a:moveTo>
                    <a:pt x="382" y="58"/>
                  </a:moveTo>
                  <a:cubicBezTo>
                    <a:pt x="379" y="58"/>
                    <a:pt x="377" y="58"/>
                    <a:pt x="375" y="58"/>
                  </a:cubicBezTo>
                  <a:cubicBezTo>
                    <a:pt x="374" y="58"/>
                    <a:pt x="374" y="58"/>
                    <a:pt x="374" y="58"/>
                  </a:cubicBezTo>
                  <a:cubicBezTo>
                    <a:pt x="374" y="23"/>
                    <a:pt x="374" y="23"/>
                    <a:pt x="374" y="23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7" y="0"/>
                    <a:pt x="380" y="0"/>
                    <a:pt x="383" y="0"/>
                  </a:cubicBezTo>
                  <a:lnTo>
                    <a:pt x="382" y="58"/>
                  </a:lnTo>
                  <a:close/>
                  <a:moveTo>
                    <a:pt x="374" y="23"/>
                  </a:moveTo>
                  <a:cubicBezTo>
                    <a:pt x="374" y="29"/>
                    <a:pt x="374" y="29"/>
                    <a:pt x="374" y="29"/>
                  </a:cubicBezTo>
                  <a:cubicBezTo>
                    <a:pt x="374" y="24"/>
                    <a:pt x="374" y="24"/>
                    <a:pt x="374" y="24"/>
                  </a:cubicBezTo>
                  <a:lnTo>
                    <a:pt x="374" y="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32"/>
            <p:cNvSpPr/>
            <p:nvPr/>
          </p:nvSpPr>
          <p:spPr>
            <a:xfrm>
              <a:off x="5734050" y="4329113"/>
              <a:ext cx="985838" cy="987424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293" y="585"/>
                  </a:moveTo>
                  <a:cubicBezTo>
                    <a:pt x="131" y="585"/>
                    <a:pt x="0" y="454"/>
                    <a:pt x="0" y="293"/>
                  </a:cubicBezTo>
                  <a:cubicBezTo>
                    <a:pt x="0" y="131"/>
                    <a:pt x="131" y="0"/>
                    <a:pt x="293" y="0"/>
                  </a:cubicBezTo>
                  <a:cubicBezTo>
                    <a:pt x="454" y="0"/>
                    <a:pt x="585" y="131"/>
                    <a:pt x="585" y="293"/>
                  </a:cubicBezTo>
                  <a:cubicBezTo>
                    <a:pt x="585" y="454"/>
                    <a:pt x="454" y="585"/>
                    <a:pt x="293" y="585"/>
                  </a:cubicBezTo>
                  <a:close/>
                  <a:moveTo>
                    <a:pt x="293" y="5"/>
                  </a:moveTo>
                  <a:cubicBezTo>
                    <a:pt x="134" y="5"/>
                    <a:pt x="5" y="134"/>
                    <a:pt x="5" y="293"/>
                  </a:cubicBezTo>
                  <a:cubicBezTo>
                    <a:pt x="5" y="451"/>
                    <a:pt x="134" y="580"/>
                    <a:pt x="293" y="580"/>
                  </a:cubicBezTo>
                  <a:cubicBezTo>
                    <a:pt x="451" y="580"/>
                    <a:pt x="580" y="451"/>
                    <a:pt x="580" y="293"/>
                  </a:cubicBezTo>
                  <a:cubicBezTo>
                    <a:pt x="580" y="134"/>
                    <a:pt x="451" y="5"/>
                    <a:pt x="29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32"/>
            <p:cNvSpPr/>
            <p:nvPr/>
          </p:nvSpPr>
          <p:spPr>
            <a:xfrm>
              <a:off x="5738813" y="4333875"/>
              <a:ext cx="974725" cy="976313"/>
            </a:xfrm>
            <a:custGeom>
              <a:avLst/>
              <a:gdLst/>
              <a:ahLst/>
              <a:cxnLst/>
              <a:rect l="l" t="t" r="r" b="b"/>
              <a:pathLst>
                <a:path w="578" h="579" extrusionOk="0">
                  <a:moveTo>
                    <a:pt x="290" y="0"/>
                  </a:move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8" y="0"/>
                    <a:pt x="287" y="0"/>
                    <a:pt x="287" y="0"/>
                  </a:cubicBezTo>
                  <a:cubicBezTo>
                    <a:pt x="287" y="49"/>
                    <a:pt x="287" y="49"/>
                    <a:pt x="287" y="49"/>
                  </a:cubicBezTo>
                  <a:cubicBezTo>
                    <a:pt x="288" y="49"/>
                    <a:pt x="289" y="49"/>
                    <a:pt x="290" y="49"/>
                  </a:cubicBezTo>
                  <a:lnTo>
                    <a:pt x="290" y="0"/>
                  </a:lnTo>
                  <a:close/>
                  <a:moveTo>
                    <a:pt x="234" y="5"/>
                  </a:moveTo>
                  <a:cubicBezTo>
                    <a:pt x="233" y="6"/>
                    <a:pt x="233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1" y="6"/>
                    <a:pt x="231" y="6"/>
                    <a:pt x="231" y="6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2" y="54"/>
                    <a:pt x="243" y="54"/>
                    <a:pt x="243" y="54"/>
                  </a:cubicBezTo>
                  <a:lnTo>
                    <a:pt x="234" y="5"/>
                  </a:lnTo>
                  <a:close/>
                  <a:moveTo>
                    <a:pt x="181" y="21"/>
                  </a:moveTo>
                  <a:cubicBezTo>
                    <a:pt x="180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8" y="22"/>
                    <a:pt x="178" y="22"/>
                    <a:pt x="178" y="22"/>
                  </a:cubicBezTo>
                  <a:cubicBezTo>
                    <a:pt x="197" y="68"/>
                    <a:pt x="197" y="68"/>
                    <a:pt x="197" y="68"/>
                  </a:cubicBezTo>
                  <a:cubicBezTo>
                    <a:pt x="198" y="67"/>
                    <a:pt x="198" y="67"/>
                    <a:pt x="199" y="67"/>
                  </a:cubicBezTo>
                  <a:lnTo>
                    <a:pt x="181" y="21"/>
                  </a:lnTo>
                  <a:close/>
                  <a:moveTo>
                    <a:pt x="131" y="47"/>
                  </a:moveTo>
                  <a:cubicBezTo>
                    <a:pt x="131" y="47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57" y="89"/>
                    <a:pt x="157" y="89"/>
                    <a:pt x="158" y="88"/>
                  </a:cubicBezTo>
                  <a:lnTo>
                    <a:pt x="131" y="47"/>
                  </a:lnTo>
                  <a:close/>
                  <a:moveTo>
                    <a:pt x="88" y="82"/>
                  </a:moveTo>
                  <a:cubicBezTo>
                    <a:pt x="87" y="82"/>
                    <a:pt x="87" y="83"/>
                    <a:pt x="87" y="83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120" y="119"/>
                    <a:pt x="120" y="119"/>
                    <a:pt x="120" y="119"/>
                  </a:cubicBezTo>
                  <a:cubicBezTo>
                    <a:pt x="121" y="118"/>
                    <a:pt x="121" y="118"/>
                    <a:pt x="122" y="117"/>
                  </a:cubicBezTo>
                  <a:lnTo>
                    <a:pt x="88" y="82"/>
                  </a:lnTo>
                  <a:close/>
                  <a:moveTo>
                    <a:pt x="52" y="125"/>
                  </a:move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4"/>
                    <a:pt x="92" y="153"/>
                    <a:pt x="92" y="153"/>
                  </a:cubicBezTo>
                  <a:lnTo>
                    <a:pt x="52" y="125"/>
                  </a:lnTo>
                  <a:close/>
                  <a:moveTo>
                    <a:pt x="24" y="173"/>
                  </a:move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4"/>
                    <a:pt x="24" y="175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69" y="194"/>
                    <a:pt x="69" y="194"/>
                    <a:pt x="69" y="193"/>
                  </a:cubicBezTo>
                  <a:lnTo>
                    <a:pt x="24" y="173"/>
                  </a:lnTo>
                  <a:close/>
                  <a:moveTo>
                    <a:pt x="7" y="226"/>
                  </a:moveTo>
                  <a:cubicBezTo>
                    <a:pt x="7" y="227"/>
                    <a:pt x="7" y="227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54" y="239"/>
                    <a:pt x="54" y="239"/>
                    <a:pt x="54" y="239"/>
                  </a:cubicBezTo>
                  <a:cubicBezTo>
                    <a:pt x="55" y="238"/>
                    <a:pt x="55" y="238"/>
                    <a:pt x="55" y="237"/>
                  </a:cubicBezTo>
                  <a:cubicBezTo>
                    <a:pt x="7" y="226"/>
                    <a:pt x="7" y="226"/>
                    <a:pt x="7" y="226"/>
                  </a:cubicBezTo>
                  <a:close/>
                  <a:moveTo>
                    <a:pt x="0" y="28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49" y="285"/>
                    <a:pt x="49" y="285"/>
                    <a:pt x="49" y="285"/>
                  </a:cubicBezTo>
                  <a:cubicBezTo>
                    <a:pt x="49" y="284"/>
                    <a:pt x="49" y="284"/>
                    <a:pt x="49" y="283"/>
                  </a:cubicBezTo>
                  <a:lnTo>
                    <a:pt x="0" y="281"/>
                  </a:lnTo>
                  <a:close/>
                  <a:moveTo>
                    <a:pt x="52" y="329"/>
                  </a:moveTo>
                  <a:cubicBezTo>
                    <a:pt x="4" y="337"/>
                    <a:pt x="4" y="337"/>
                    <a:pt x="4" y="337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9"/>
                    <a:pt x="4" y="339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53" y="331"/>
                    <a:pt x="53" y="331"/>
                    <a:pt x="53" y="331"/>
                  </a:cubicBezTo>
                  <a:cubicBezTo>
                    <a:pt x="53" y="331"/>
                    <a:pt x="52" y="330"/>
                    <a:pt x="52" y="329"/>
                  </a:cubicBezTo>
                  <a:close/>
                  <a:moveTo>
                    <a:pt x="64" y="374"/>
                  </a:moveTo>
                  <a:cubicBezTo>
                    <a:pt x="18" y="391"/>
                    <a:pt x="18" y="391"/>
                    <a:pt x="18" y="391"/>
                  </a:cubicBezTo>
                  <a:cubicBezTo>
                    <a:pt x="19" y="392"/>
                    <a:pt x="19" y="393"/>
                    <a:pt x="19" y="394"/>
                  </a:cubicBezTo>
                  <a:cubicBezTo>
                    <a:pt x="65" y="376"/>
                    <a:pt x="65" y="376"/>
                    <a:pt x="65" y="376"/>
                  </a:cubicBezTo>
                  <a:cubicBezTo>
                    <a:pt x="65" y="375"/>
                    <a:pt x="64" y="374"/>
                    <a:pt x="64" y="374"/>
                  </a:cubicBezTo>
                  <a:close/>
                  <a:moveTo>
                    <a:pt x="84" y="415"/>
                  </a:moveTo>
                  <a:cubicBezTo>
                    <a:pt x="43" y="441"/>
                    <a:pt x="43" y="441"/>
                    <a:pt x="43" y="441"/>
                  </a:cubicBezTo>
                  <a:cubicBezTo>
                    <a:pt x="43" y="441"/>
                    <a:pt x="43" y="442"/>
                    <a:pt x="44" y="442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86" y="417"/>
                    <a:pt x="86" y="417"/>
                    <a:pt x="86" y="417"/>
                  </a:cubicBezTo>
                  <a:cubicBezTo>
                    <a:pt x="85" y="417"/>
                    <a:pt x="85" y="416"/>
                    <a:pt x="84" y="415"/>
                  </a:cubicBezTo>
                  <a:close/>
                  <a:moveTo>
                    <a:pt x="112" y="452"/>
                  </a:moveTo>
                  <a:cubicBezTo>
                    <a:pt x="76" y="485"/>
                    <a:pt x="76" y="485"/>
                    <a:pt x="76" y="485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114" y="454"/>
                    <a:pt x="114" y="454"/>
                    <a:pt x="114" y="454"/>
                  </a:cubicBezTo>
                  <a:cubicBezTo>
                    <a:pt x="113" y="453"/>
                    <a:pt x="113" y="453"/>
                    <a:pt x="112" y="452"/>
                  </a:cubicBezTo>
                  <a:close/>
                  <a:moveTo>
                    <a:pt x="147" y="483"/>
                  </a:moveTo>
                  <a:cubicBezTo>
                    <a:pt x="118" y="523"/>
                    <a:pt x="118" y="523"/>
                    <a:pt x="118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48" y="484"/>
                    <a:pt x="147" y="484"/>
                    <a:pt x="147" y="483"/>
                  </a:cubicBezTo>
                  <a:close/>
                  <a:moveTo>
                    <a:pt x="187" y="507"/>
                  </a:moveTo>
                  <a:cubicBezTo>
                    <a:pt x="165" y="551"/>
                    <a:pt x="165" y="551"/>
                    <a:pt x="165" y="551"/>
                  </a:cubicBezTo>
                  <a:cubicBezTo>
                    <a:pt x="166" y="552"/>
                    <a:pt x="167" y="552"/>
                    <a:pt x="167" y="552"/>
                  </a:cubicBezTo>
                  <a:cubicBezTo>
                    <a:pt x="167" y="552"/>
                    <a:pt x="167" y="552"/>
                    <a:pt x="167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3"/>
                    <a:pt x="168" y="553"/>
                    <a:pt x="168" y="553"/>
                  </a:cubicBezTo>
                  <a:cubicBezTo>
                    <a:pt x="189" y="508"/>
                    <a:pt x="189" y="508"/>
                    <a:pt x="189" y="508"/>
                  </a:cubicBezTo>
                  <a:cubicBezTo>
                    <a:pt x="188" y="508"/>
                    <a:pt x="187" y="507"/>
                    <a:pt x="187" y="507"/>
                  </a:cubicBezTo>
                  <a:close/>
                  <a:moveTo>
                    <a:pt x="230" y="523"/>
                  </a:move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20" y="571"/>
                    <a:pt x="220" y="571"/>
                    <a:pt x="221" y="571"/>
                  </a:cubicBezTo>
                  <a:cubicBezTo>
                    <a:pt x="232" y="523"/>
                    <a:pt x="232" y="523"/>
                    <a:pt x="232" y="523"/>
                  </a:cubicBezTo>
                  <a:cubicBezTo>
                    <a:pt x="232" y="523"/>
                    <a:pt x="231" y="523"/>
                    <a:pt x="230" y="523"/>
                  </a:cubicBezTo>
                  <a:close/>
                  <a:moveTo>
                    <a:pt x="276" y="530"/>
                  </a:move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5" y="579"/>
                    <a:pt x="276" y="579"/>
                  </a:cubicBezTo>
                  <a:cubicBezTo>
                    <a:pt x="278" y="530"/>
                    <a:pt x="278" y="530"/>
                    <a:pt x="278" y="530"/>
                  </a:cubicBezTo>
                  <a:cubicBezTo>
                    <a:pt x="277" y="530"/>
                    <a:pt x="277" y="530"/>
                    <a:pt x="276" y="530"/>
                  </a:cubicBezTo>
                  <a:close/>
                  <a:moveTo>
                    <a:pt x="325" y="528"/>
                  </a:moveTo>
                  <a:cubicBezTo>
                    <a:pt x="324" y="528"/>
                    <a:pt x="323" y="528"/>
                    <a:pt x="322" y="528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0" y="576"/>
                    <a:pt x="331" y="576"/>
                    <a:pt x="332" y="576"/>
                  </a:cubicBezTo>
                  <a:lnTo>
                    <a:pt x="325" y="528"/>
                  </a:lnTo>
                  <a:close/>
                  <a:moveTo>
                    <a:pt x="369" y="516"/>
                  </a:moveTo>
                  <a:cubicBezTo>
                    <a:pt x="369" y="517"/>
                    <a:pt x="368" y="517"/>
                    <a:pt x="367" y="517"/>
                  </a:cubicBezTo>
                  <a:cubicBezTo>
                    <a:pt x="383" y="564"/>
                    <a:pt x="383" y="564"/>
                    <a:pt x="383" y="564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5" y="563"/>
                    <a:pt x="385" y="563"/>
                    <a:pt x="386" y="563"/>
                  </a:cubicBezTo>
                  <a:lnTo>
                    <a:pt x="369" y="516"/>
                  </a:lnTo>
                  <a:close/>
                  <a:moveTo>
                    <a:pt x="411" y="497"/>
                  </a:moveTo>
                  <a:cubicBezTo>
                    <a:pt x="411" y="497"/>
                    <a:pt x="410" y="498"/>
                    <a:pt x="409" y="498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5" y="540"/>
                    <a:pt x="436" y="540"/>
                    <a:pt x="436" y="539"/>
                  </a:cubicBezTo>
                  <a:lnTo>
                    <a:pt x="411" y="497"/>
                  </a:lnTo>
                  <a:close/>
                  <a:moveTo>
                    <a:pt x="449" y="470"/>
                  </a:moveTo>
                  <a:cubicBezTo>
                    <a:pt x="448" y="470"/>
                    <a:pt x="448" y="471"/>
                    <a:pt x="447" y="471"/>
                  </a:cubicBezTo>
                  <a:cubicBezTo>
                    <a:pt x="479" y="508"/>
                    <a:pt x="479" y="508"/>
                    <a:pt x="479" y="508"/>
                  </a:cubicBezTo>
                  <a:cubicBezTo>
                    <a:pt x="480" y="508"/>
                    <a:pt x="480" y="508"/>
                    <a:pt x="480" y="508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1" y="507"/>
                    <a:pt x="481" y="507"/>
                    <a:pt x="481" y="507"/>
                  </a:cubicBezTo>
                  <a:lnTo>
                    <a:pt x="449" y="470"/>
                  </a:lnTo>
                  <a:close/>
                  <a:moveTo>
                    <a:pt x="480" y="436"/>
                  </a:moveTo>
                  <a:cubicBezTo>
                    <a:pt x="480" y="437"/>
                    <a:pt x="479" y="437"/>
                    <a:pt x="479" y="438"/>
                  </a:cubicBezTo>
                  <a:cubicBezTo>
                    <a:pt x="518" y="468"/>
                    <a:pt x="518" y="468"/>
                    <a:pt x="518" y="468"/>
                  </a:cubicBezTo>
                  <a:cubicBezTo>
                    <a:pt x="518" y="467"/>
                    <a:pt x="519" y="467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lnTo>
                    <a:pt x="480" y="436"/>
                  </a:lnTo>
                  <a:close/>
                  <a:moveTo>
                    <a:pt x="505" y="397"/>
                  </a:moveTo>
                  <a:cubicBezTo>
                    <a:pt x="505" y="397"/>
                    <a:pt x="504" y="398"/>
                    <a:pt x="504" y="399"/>
                  </a:cubicBezTo>
                  <a:cubicBezTo>
                    <a:pt x="548" y="421"/>
                    <a:pt x="548" y="421"/>
                    <a:pt x="548" y="421"/>
                  </a:cubicBezTo>
                  <a:cubicBezTo>
                    <a:pt x="548" y="421"/>
                    <a:pt x="548" y="420"/>
                    <a:pt x="548" y="420"/>
                  </a:cubicBezTo>
                  <a:cubicBezTo>
                    <a:pt x="548" y="420"/>
                    <a:pt x="548" y="420"/>
                    <a:pt x="548" y="420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9" y="418"/>
                    <a:pt x="549" y="418"/>
                    <a:pt x="549" y="418"/>
                  </a:cubicBezTo>
                  <a:lnTo>
                    <a:pt x="505" y="397"/>
                  </a:lnTo>
                  <a:close/>
                  <a:moveTo>
                    <a:pt x="521" y="353"/>
                  </a:moveTo>
                  <a:cubicBezTo>
                    <a:pt x="521" y="354"/>
                    <a:pt x="521" y="355"/>
                    <a:pt x="521" y="356"/>
                  </a:cubicBezTo>
                  <a:cubicBezTo>
                    <a:pt x="568" y="369"/>
                    <a:pt x="568" y="369"/>
                    <a:pt x="568" y="369"/>
                  </a:cubicBezTo>
                  <a:cubicBezTo>
                    <a:pt x="568" y="368"/>
                    <a:pt x="568" y="367"/>
                    <a:pt x="569" y="366"/>
                  </a:cubicBezTo>
                  <a:lnTo>
                    <a:pt x="521" y="353"/>
                  </a:lnTo>
                  <a:close/>
                  <a:moveTo>
                    <a:pt x="529" y="308"/>
                  </a:moveTo>
                  <a:cubicBezTo>
                    <a:pt x="529" y="309"/>
                    <a:pt x="529" y="309"/>
                    <a:pt x="529" y="310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3"/>
                    <a:pt x="578" y="312"/>
                    <a:pt x="578" y="311"/>
                  </a:cubicBezTo>
                  <a:lnTo>
                    <a:pt x="529" y="308"/>
                  </a:lnTo>
                  <a:close/>
                  <a:moveTo>
                    <a:pt x="577" y="256"/>
                  </a:moveTo>
                  <a:cubicBezTo>
                    <a:pt x="528" y="261"/>
                    <a:pt x="528" y="261"/>
                    <a:pt x="528" y="261"/>
                  </a:cubicBezTo>
                  <a:cubicBezTo>
                    <a:pt x="528" y="262"/>
                    <a:pt x="528" y="263"/>
                    <a:pt x="529" y="264"/>
                  </a:cubicBezTo>
                  <a:cubicBezTo>
                    <a:pt x="577" y="259"/>
                    <a:pt x="577" y="259"/>
                    <a:pt x="577" y="259"/>
                  </a:cubicBezTo>
                  <a:cubicBezTo>
                    <a:pt x="577" y="258"/>
                    <a:pt x="577" y="257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lose/>
                  <a:moveTo>
                    <a:pt x="565" y="201"/>
                  </a:moveTo>
                  <a:cubicBezTo>
                    <a:pt x="519" y="216"/>
                    <a:pt x="519" y="216"/>
                    <a:pt x="519" y="216"/>
                  </a:cubicBezTo>
                  <a:cubicBezTo>
                    <a:pt x="519" y="217"/>
                    <a:pt x="519" y="218"/>
                    <a:pt x="519" y="219"/>
                  </a:cubicBezTo>
                  <a:cubicBezTo>
                    <a:pt x="566" y="204"/>
                    <a:pt x="566" y="204"/>
                    <a:pt x="566" y="204"/>
                  </a:cubicBezTo>
                  <a:cubicBezTo>
                    <a:pt x="566" y="203"/>
                    <a:pt x="566" y="202"/>
                    <a:pt x="565" y="201"/>
                  </a:cubicBezTo>
                  <a:close/>
                  <a:moveTo>
                    <a:pt x="543" y="150"/>
                  </a:moveTo>
                  <a:cubicBezTo>
                    <a:pt x="500" y="174"/>
                    <a:pt x="500" y="174"/>
                    <a:pt x="500" y="174"/>
                  </a:cubicBezTo>
                  <a:cubicBezTo>
                    <a:pt x="501" y="175"/>
                    <a:pt x="501" y="175"/>
                    <a:pt x="501" y="176"/>
                  </a:cubicBezTo>
                  <a:cubicBezTo>
                    <a:pt x="545" y="153"/>
                    <a:pt x="545" y="153"/>
                    <a:pt x="545" y="153"/>
                  </a:cubicBezTo>
                  <a:cubicBezTo>
                    <a:pt x="544" y="152"/>
                    <a:pt x="544" y="151"/>
                    <a:pt x="543" y="150"/>
                  </a:cubicBezTo>
                  <a:close/>
                  <a:moveTo>
                    <a:pt x="512" y="104"/>
                  </a:moveTo>
                  <a:cubicBezTo>
                    <a:pt x="474" y="136"/>
                    <a:pt x="474" y="136"/>
                    <a:pt x="474" y="136"/>
                  </a:cubicBezTo>
                  <a:cubicBezTo>
                    <a:pt x="475" y="136"/>
                    <a:pt x="475" y="137"/>
                    <a:pt x="476" y="137"/>
                  </a:cubicBezTo>
                  <a:cubicBezTo>
                    <a:pt x="514" y="106"/>
                    <a:pt x="514" y="106"/>
                    <a:pt x="514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5"/>
                    <a:pt x="512" y="105"/>
                    <a:pt x="512" y="104"/>
                  </a:cubicBezTo>
                  <a:close/>
                  <a:moveTo>
                    <a:pt x="472" y="65"/>
                  </a:moveTo>
                  <a:cubicBezTo>
                    <a:pt x="441" y="103"/>
                    <a:pt x="441" y="103"/>
                    <a:pt x="441" y="103"/>
                  </a:cubicBezTo>
                  <a:cubicBezTo>
                    <a:pt x="442" y="104"/>
                    <a:pt x="442" y="104"/>
                    <a:pt x="443" y="105"/>
                  </a:cubicBezTo>
                  <a:cubicBezTo>
                    <a:pt x="474" y="67"/>
                    <a:pt x="474" y="67"/>
                    <a:pt x="474" y="67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5"/>
                    <a:pt x="473" y="65"/>
                    <a:pt x="473" y="65"/>
                  </a:cubicBezTo>
                  <a:cubicBezTo>
                    <a:pt x="473" y="65"/>
                    <a:pt x="473" y="65"/>
                    <a:pt x="473" y="65"/>
                  </a:cubicBezTo>
                  <a:lnTo>
                    <a:pt x="472" y="65"/>
                  </a:lnTo>
                  <a:close/>
                  <a:moveTo>
                    <a:pt x="426" y="34"/>
                  </a:moveTo>
                  <a:cubicBezTo>
                    <a:pt x="403" y="77"/>
                    <a:pt x="403" y="77"/>
                    <a:pt x="403" y="77"/>
                  </a:cubicBezTo>
                  <a:cubicBezTo>
                    <a:pt x="403" y="78"/>
                    <a:pt x="404" y="78"/>
                    <a:pt x="405" y="79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7" y="35"/>
                    <a:pt x="426" y="35"/>
                    <a:pt x="426" y="34"/>
                  </a:cubicBezTo>
                  <a:close/>
                  <a:moveTo>
                    <a:pt x="374" y="13"/>
                  </a:moveTo>
                  <a:cubicBezTo>
                    <a:pt x="360" y="60"/>
                    <a:pt x="360" y="60"/>
                    <a:pt x="360" y="60"/>
                  </a:cubicBezTo>
                  <a:cubicBezTo>
                    <a:pt x="361" y="60"/>
                    <a:pt x="361" y="60"/>
                    <a:pt x="362" y="60"/>
                  </a:cubicBezTo>
                  <a:cubicBezTo>
                    <a:pt x="377" y="14"/>
                    <a:pt x="377" y="14"/>
                    <a:pt x="377" y="14"/>
                  </a:cubicBezTo>
                  <a:cubicBezTo>
                    <a:pt x="376" y="13"/>
                    <a:pt x="376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lnTo>
                    <a:pt x="374" y="13"/>
                  </a:lnTo>
                  <a:close/>
                  <a:moveTo>
                    <a:pt x="320" y="2"/>
                  </a:moveTo>
                  <a:cubicBezTo>
                    <a:pt x="315" y="51"/>
                    <a:pt x="315" y="51"/>
                    <a:pt x="315" y="51"/>
                  </a:cubicBezTo>
                  <a:cubicBezTo>
                    <a:pt x="315" y="51"/>
                    <a:pt x="316" y="51"/>
                    <a:pt x="317" y="51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322" y="2"/>
                    <a:pt x="321" y="2"/>
                    <a:pt x="320" y="2"/>
                  </a:cubicBezTo>
                  <a:cubicBezTo>
                    <a:pt x="320" y="2"/>
                    <a:pt x="320" y="2"/>
                    <a:pt x="32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32"/>
            <p:cNvSpPr/>
            <p:nvPr/>
          </p:nvSpPr>
          <p:spPr>
            <a:xfrm>
              <a:off x="5867400" y="4462463"/>
              <a:ext cx="720725" cy="722312"/>
            </a:xfrm>
            <a:custGeom>
              <a:avLst/>
              <a:gdLst/>
              <a:ahLst/>
              <a:cxnLst/>
              <a:rect l="l" t="t" r="r" b="b"/>
              <a:pathLst>
                <a:path w="428" h="428" extrusionOk="0">
                  <a:moveTo>
                    <a:pt x="214" y="422"/>
                  </a:moveTo>
                  <a:cubicBezTo>
                    <a:pt x="214" y="419"/>
                    <a:pt x="217" y="416"/>
                    <a:pt x="220" y="416"/>
                  </a:cubicBezTo>
                  <a:cubicBezTo>
                    <a:pt x="223" y="416"/>
                    <a:pt x="226" y="418"/>
                    <a:pt x="226" y="422"/>
                  </a:cubicBezTo>
                  <a:cubicBezTo>
                    <a:pt x="226" y="425"/>
                    <a:pt x="223" y="428"/>
                    <a:pt x="220" y="428"/>
                  </a:cubicBezTo>
                  <a:cubicBezTo>
                    <a:pt x="220" y="428"/>
                    <a:pt x="220" y="428"/>
                    <a:pt x="220" y="428"/>
                  </a:cubicBezTo>
                  <a:cubicBezTo>
                    <a:pt x="217" y="428"/>
                    <a:pt x="214" y="425"/>
                    <a:pt x="214" y="422"/>
                  </a:cubicBezTo>
                  <a:close/>
                  <a:moveTo>
                    <a:pt x="187" y="426"/>
                  </a:moveTo>
                  <a:cubicBezTo>
                    <a:pt x="187" y="426"/>
                    <a:pt x="187" y="426"/>
                    <a:pt x="187" y="426"/>
                  </a:cubicBezTo>
                  <a:cubicBezTo>
                    <a:pt x="184" y="426"/>
                    <a:pt x="182" y="423"/>
                    <a:pt x="182" y="420"/>
                  </a:cubicBezTo>
                  <a:cubicBezTo>
                    <a:pt x="182" y="416"/>
                    <a:pt x="185" y="414"/>
                    <a:pt x="189" y="415"/>
                  </a:cubicBezTo>
                  <a:cubicBezTo>
                    <a:pt x="189" y="415"/>
                    <a:pt x="189" y="415"/>
                    <a:pt x="189" y="415"/>
                  </a:cubicBezTo>
                  <a:cubicBezTo>
                    <a:pt x="192" y="415"/>
                    <a:pt x="194" y="418"/>
                    <a:pt x="194" y="421"/>
                  </a:cubicBezTo>
                  <a:cubicBezTo>
                    <a:pt x="193" y="424"/>
                    <a:pt x="191" y="426"/>
                    <a:pt x="188" y="426"/>
                  </a:cubicBezTo>
                  <a:lnTo>
                    <a:pt x="187" y="426"/>
                  </a:lnTo>
                  <a:close/>
                  <a:moveTo>
                    <a:pt x="246" y="419"/>
                  </a:moveTo>
                  <a:cubicBezTo>
                    <a:pt x="245" y="416"/>
                    <a:pt x="248" y="413"/>
                    <a:pt x="251" y="413"/>
                  </a:cubicBezTo>
                  <a:cubicBezTo>
                    <a:pt x="254" y="412"/>
                    <a:pt x="257" y="414"/>
                    <a:pt x="257" y="417"/>
                  </a:cubicBezTo>
                  <a:cubicBezTo>
                    <a:pt x="258" y="420"/>
                    <a:pt x="256" y="424"/>
                    <a:pt x="253" y="424"/>
                  </a:cubicBezTo>
                  <a:cubicBezTo>
                    <a:pt x="252" y="424"/>
                    <a:pt x="252" y="424"/>
                    <a:pt x="252" y="424"/>
                  </a:cubicBezTo>
                  <a:cubicBezTo>
                    <a:pt x="249" y="424"/>
                    <a:pt x="247" y="422"/>
                    <a:pt x="246" y="419"/>
                  </a:cubicBezTo>
                  <a:close/>
                  <a:moveTo>
                    <a:pt x="155" y="420"/>
                  </a:moveTo>
                  <a:cubicBezTo>
                    <a:pt x="152" y="419"/>
                    <a:pt x="150" y="415"/>
                    <a:pt x="151" y="412"/>
                  </a:cubicBezTo>
                  <a:cubicBezTo>
                    <a:pt x="152" y="409"/>
                    <a:pt x="155" y="407"/>
                    <a:pt x="158" y="408"/>
                  </a:cubicBezTo>
                  <a:cubicBezTo>
                    <a:pt x="158" y="408"/>
                    <a:pt x="158" y="408"/>
                    <a:pt x="158" y="408"/>
                  </a:cubicBezTo>
                  <a:cubicBezTo>
                    <a:pt x="161" y="409"/>
                    <a:pt x="163" y="412"/>
                    <a:pt x="162" y="416"/>
                  </a:cubicBezTo>
                  <a:cubicBezTo>
                    <a:pt x="161" y="418"/>
                    <a:pt x="159" y="420"/>
                    <a:pt x="157" y="420"/>
                  </a:cubicBezTo>
                  <a:cubicBezTo>
                    <a:pt x="156" y="420"/>
                    <a:pt x="155" y="420"/>
                    <a:pt x="155" y="420"/>
                  </a:cubicBezTo>
                  <a:close/>
                  <a:moveTo>
                    <a:pt x="277" y="412"/>
                  </a:moveTo>
                  <a:cubicBezTo>
                    <a:pt x="276" y="409"/>
                    <a:pt x="278" y="406"/>
                    <a:pt x="281" y="405"/>
                  </a:cubicBezTo>
                  <a:cubicBezTo>
                    <a:pt x="284" y="404"/>
                    <a:pt x="287" y="405"/>
                    <a:pt x="288" y="408"/>
                  </a:cubicBezTo>
                  <a:cubicBezTo>
                    <a:pt x="289" y="411"/>
                    <a:pt x="288" y="415"/>
                    <a:pt x="285" y="416"/>
                  </a:cubicBezTo>
                  <a:cubicBezTo>
                    <a:pt x="284" y="416"/>
                    <a:pt x="283" y="416"/>
                    <a:pt x="283" y="416"/>
                  </a:cubicBezTo>
                  <a:cubicBezTo>
                    <a:pt x="280" y="416"/>
                    <a:pt x="278" y="414"/>
                    <a:pt x="277" y="412"/>
                  </a:cubicBezTo>
                  <a:close/>
                  <a:moveTo>
                    <a:pt x="124" y="408"/>
                  </a:moveTo>
                  <a:cubicBezTo>
                    <a:pt x="121" y="407"/>
                    <a:pt x="120" y="403"/>
                    <a:pt x="121" y="400"/>
                  </a:cubicBezTo>
                  <a:cubicBezTo>
                    <a:pt x="122" y="397"/>
                    <a:pt x="126" y="396"/>
                    <a:pt x="129" y="398"/>
                  </a:cubicBezTo>
                  <a:cubicBezTo>
                    <a:pt x="132" y="399"/>
                    <a:pt x="133" y="402"/>
                    <a:pt x="132" y="405"/>
                  </a:cubicBezTo>
                  <a:cubicBezTo>
                    <a:pt x="131" y="407"/>
                    <a:pt x="129" y="409"/>
                    <a:pt x="126" y="409"/>
                  </a:cubicBezTo>
                  <a:cubicBezTo>
                    <a:pt x="126" y="409"/>
                    <a:pt x="125" y="409"/>
                    <a:pt x="124" y="408"/>
                  </a:cubicBezTo>
                  <a:close/>
                  <a:moveTo>
                    <a:pt x="307" y="400"/>
                  </a:moveTo>
                  <a:cubicBezTo>
                    <a:pt x="305" y="397"/>
                    <a:pt x="306" y="394"/>
                    <a:pt x="309" y="392"/>
                  </a:cubicBezTo>
                  <a:cubicBezTo>
                    <a:pt x="312" y="391"/>
                    <a:pt x="316" y="392"/>
                    <a:pt x="317" y="394"/>
                  </a:cubicBezTo>
                  <a:cubicBezTo>
                    <a:pt x="319" y="397"/>
                    <a:pt x="318" y="401"/>
                    <a:pt x="315" y="402"/>
                  </a:cubicBezTo>
                  <a:cubicBezTo>
                    <a:pt x="314" y="403"/>
                    <a:pt x="313" y="403"/>
                    <a:pt x="312" y="403"/>
                  </a:cubicBezTo>
                  <a:cubicBezTo>
                    <a:pt x="310" y="403"/>
                    <a:pt x="308" y="402"/>
                    <a:pt x="307" y="400"/>
                  </a:cubicBezTo>
                  <a:close/>
                  <a:moveTo>
                    <a:pt x="95" y="392"/>
                  </a:moveTo>
                  <a:cubicBezTo>
                    <a:pt x="93" y="390"/>
                    <a:pt x="92" y="387"/>
                    <a:pt x="94" y="384"/>
                  </a:cubicBezTo>
                  <a:cubicBezTo>
                    <a:pt x="95" y="381"/>
                    <a:pt x="99" y="381"/>
                    <a:pt x="102" y="382"/>
                  </a:cubicBezTo>
                  <a:cubicBezTo>
                    <a:pt x="104" y="384"/>
                    <a:pt x="105" y="388"/>
                    <a:pt x="103" y="390"/>
                  </a:cubicBezTo>
                  <a:cubicBezTo>
                    <a:pt x="102" y="392"/>
                    <a:pt x="100" y="393"/>
                    <a:pt x="98" y="393"/>
                  </a:cubicBezTo>
                  <a:cubicBezTo>
                    <a:pt x="97" y="393"/>
                    <a:pt x="96" y="393"/>
                    <a:pt x="95" y="392"/>
                  </a:cubicBezTo>
                  <a:close/>
                  <a:moveTo>
                    <a:pt x="334" y="383"/>
                  </a:moveTo>
                  <a:cubicBezTo>
                    <a:pt x="332" y="381"/>
                    <a:pt x="333" y="377"/>
                    <a:pt x="335" y="375"/>
                  </a:cubicBezTo>
                  <a:cubicBezTo>
                    <a:pt x="338" y="373"/>
                    <a:pt x="342" y="374"/>
                    <a:pt x="344" y="376"/>
                  </a:cubicBezTo>
                  <a:cubicBezTo>
                    <a:pt x="346" y="379"/>
                    <a:pt x="345" y="383"/>
                    <a:pt x="342" y="385"/>
                  </a:cubicBezTo>
                  <a:cubicBezTo>
                    <a:pt x="341" y="385"/>
                    <a:pt x="340" y="386"/>
                    <a:pt x="339" y="386"/>
                  </a:cubicBezTo>
                  <a:cubicBezTo>
                    <a:pt x="337" y="386"/>
                    <a:pt x="335" y="385"/>
                    <a:pt x="334" y="383"/>
                  </a:cubicBezTo>
                  <a:close/>
                  <a:moveTo>
                    <a:pt x="69" y="372"/>
                  </a:moveTo>
                  <a:cubicBezTo>
                    <a:pt x="69" y="372"/>
                    <a:pt x="69" y="372"/>
                    <a:pt x="69" y="372"/>
                  </a:cubicBezTo>
                  <a:cubicBezTo>
                    <a:pt x="67" y="370"/>
                    <a:pt x="67" y="366"/>
                    <a:pt x="69" y="364"/>
                  </a:cubicBezTo>
                  <a:cubicBezTo>
                    <a:pt x="71" y="361"/>
                    <a:pt x="75" y="361"/>
                    <a:pt x="77" y="363"/>
                  </a:cubicBezTo>
                  <a:cubicBezTo>
                    <a:pt x="79" y="365"/>
                    <a:pt x="80" y="369"/>
                    <a:pt x="77" y="371"/>
                  </a:cubicBezTo>
                  <a:cubicBezTo>
                    <a:pt x="76" y="373"/>
                    <a:pt x="75" y="373"/>
                    <a:pt x="73" y="373"/>
                  </a:cubicBezTo>
                  <a:cubicBezTo>
                    <a:pt x="72" y="373"/>
                    <a:pt x="70" y="373"/>
                    <a:pt x="69" y="372"/>
                  </a:cubicBezTo>
                  <a:close/>
                  <a:moveTo>
                    <a:pt x="359" y="363"/>
                  </a:moveTo>
                  <a:cubicBezTo>
                    <a:pt x="357" y="361"/>
                    <a:pt x="357" y="357"/>
                    <a:pt x="359" y="355"/>
                  </a:cubicBezTo>
                  <a:cubicBezTo>
                    <a:pt x="359" y="355"/>
                    <a:pt x="359" y="355"/>
                    <a:pt x="359" y="355"/>
                  </a:cubicBezTo>
                  <a:cubicBezTo>
                    <a:pt x="361" y="352"/>
                    <a:pt x="365" y="352"/>
                    <a:pt x="367" y="354"/>
                  </a:cubicBezTo>
                  <a:cubicBezTo>
                    <a:pt x="369" y="357"/>
                    <a:pt x="369" y="360"/>
                    <a:pt x="367" y="363"/>
                  </a:cubicBezTo>
                  <a:cubicBezTo>
                    <a:pt x="366" y="364"/>
                    <a:pt x="364" y="364"/>
                    <a:pt x="363" y="364"/>
                  </a:cubicBezTo>
                  <a:cubicBezTo>
                    <a:pt x="361" y="364"/>
                    <a:pt x="360" y="364"/>
                    <a:pt x="359" y="363"/>
                  </a:cubicBezTo>
                  <a:close/>
                  <a:moveTo>
                    <a:pt x="47" y="348"/>
                  </a:moveTo>
                  <a:cubicBezTo>
                    <a:pt x="45" y="345"/>
                    <a:pt x="45" y="342"/>
                    <a:pt x="48" y="340"/>
                  </a:cubicBezTo>
                  <a:cubicBezTo>
                    <a:pt x="50" y="338"/>
                    <a:pt x="54" y="338"/>
                    <a:pt x="56" y="340"/>
                  </a:cubicBezTo>
                  <a:cubicBezTo>
                    <a:pt x="58" y="343"/>
                    <a:pt x="57" y="347"/>
                    <a:pt x="55" y="349"/>
                  </a:cubicBezTo>
                  <a:cubicBezTo>
                    <a:pt x="54" y="350"/>
                    <a:pt x="53" y="350"/>
                    <a:pt x="51" y="350"/>
                  </a:cubicBezTo>
                  <a:cubicBezTo>
                    <a:pt x="50" y="350"/>
                    <a:pt x="48" y="349"/>
                    <a:pt x="47" y="348"/>
                  </a:cubicBezTo>
                  <a:close/>
                  <a:moveTo>
                    <a:pt x="380" y="339"/>
                  </a:moveTo>
                  <a:cubicBezTo>
                    <a:pt x="377" y="337"/>
                    <a:pt x="377" y="333"/>
                    <a:pt x="379" y="331"/>
                  </a:cubicBezTo>
                  <a:cubicBezTo>
                    <a:pt x="381" y="328"/>
                    <a:pt x="384" y="327"/>
                    <a:pt x="387" y="329"/>
                  </a:cubicBezTo>
                  <a:cubicBezTo>
                    <a:pt x="389" y="331"/>
                    <a:pt x="390" y="335"/>
                    <a:pt x="388" y="337"/>
                  </a:cubicBezTo>
                  <a:cubicBezTo>
                    <a:pt x="387" y="339"/>
                    <a:pt x="385" y="340"/>
                    <a:pt x="383" y="340"/>
                  </a:cubicBezTo>
                  <a:cubicBezTo>
                    <a:pt x="382" y="340"/>
                    <a:pt x="381" y="339"/>
                    <a:pt x="380" y="339"/>
                  </a:cubicBezTo>
                  <a:close/>
                  <a:moveTo>
                    <a:pt x="28" y="321"/>
                  </a:moveTo>
                  <a:cubicBezTo>
                    <a:pt x="26" y="318"/>
                    <a:pt x="27" y="314"/>
                    <a:pt x="30" y="313"/>
                  </a:cubicBezTo>
                  <a:cubicBezTo>
                    <a:pt x="33" y="311"/>
                    <a:pt x="37" y="312"/>
                    <a:pt x="38" y="315"/>
                  </a:cubicBezTo>
                  <a:cubicBezTo>
                    <a:pt x="40" y="318"/>
                    <a:pt x="39" y="321"/>
                    <a:pt x="36" y="323"/>
                  </a:cubicBezTo>
                  <a:cubicBezTo>
                    <a:pt x="35" y="323"/>
                    <a:pt x="34" y="324"/>
                    <a:pt x="33" y="324"/>
                  </a:cubicBezTo>
                  <a:cubicBezTo>
                    <a:pt x="31" y="324"/>
                    <a:pt x="29" y="323"/>
                    <a:pt x="28" y="321"/>
                  </a:cubicBezTo>
                  <a:close/>
                  <a:moveTo>
                    <a:pt x="397" y="312"/>
                  </a:moveTo>
                  <a:cubicBezTo>
                    <a:pt x="394" y="310"/>
                    <a:pt x="393" y="307"/>
                    <a:pt x="395" y="304"/>
                  </a:cubicBezTo>
                  <a:cubicBezTo>
                    <a:pt x="396" y="301"/>
                    <a:pt x="400" y="300"/>
                    <a:pt x="403" y="301"/>
                  </a:cubicBezTo>
                  <a:cubicBezTo>
                    <a:pt x="405" y="303"/>
                    <a:pt x="407" y="306"/>
                    <a:pt x="405" y="309"/>
                  </a:cubicBezTo>
                  <a:cubicBezTo>
                    <a:pt x="404" y="311"/>
                    <a:pt x="402" y="312"/>
                    <a:pt x="400" y="312"/>
                  </a:cubicBezTo>
                  <a:cubicBezTo>
                    <a:pt x="399" y="312"/>
                    <a:pt x="398" y="312"/>
                    <a:pt x="397" y="312"/>
                  </a:cubicBezTo>
                  <a:close/>
                  <a:moveTo>
                    <a:pt x="14" y="291"/>
                  </a:moveTo>
                  <a:cubicBezTo>
                    <a:pt x="13" y="288"/>
                    <a:pt x="14" y="285"/>
                    <a:pt x="17" y="283"/>
                  </a:cubicBezTo>
                  <a:cubicBezTo>
                    <a:pt x="20" y="282"/>
                    <a:pt x="24" y="284"/>
                    <a:pt x="25" y="287"/>
                  </a:cubicBezTo>
                  <a:cubicBezTo>
                    <a:pt x="26" y="290"/>
                    <a:pt x="24" y="293"/>
                    <a:pt x="21" y="294"/>
                  </a:cubicBezTo>
                  <a:cubicBezTo>
                    <a:pt x="21" y="295"/>
                    <a:pt x="20" y="295"/>
                    <a:pt x="19" y="295"/>
                  </a:cubicBezTo>
                  <a:cubicBezTo>
                    <a:pt x="17" y="295"/>
                    <a:pt x="15" y="293"/>
                    <a:pt x="14" y="291"/>
                  </a:cubicBezTo>
                  <a:close/>
                  <a:moveTo>
                    <a:pt x="410" y="282"/>
                  </a:moveTo>
                  <a:cubicBezTo>
                    <a:pt x="407" y="281"/>
                    <a:pt x="405" y="278"/>
                    <a:pt x="406" y="275"/>
                  </a:cubicBezTo>
                  <a:cubicBezTo>
                    <a:pt x="407" y="272"/>
                    <a:pt x="411" y="270"/>
                    <a:pt x="414" y="271"/>
                  </a:cubicBezTo>
                  <a:cubicBezTo>
                    <a:pt x="417" y="272"/>
                    <a:pt x="419" y="275"/>
                    <a:pt x="418" y="279"/>
                  </a:cubicBezTo>
                  <a:cubicBezTo>
                    <a:pt x="417" y="281"/>
                    <a:pt x="414" y="283"/>
                    <a:pt x="412" y="283"/>
                  </a:cubicBezTo>
                  <a:cubicBezTo>
                    <a:pt x="411" y="283"/>
                    <a:pt x="411" y="283"/>
                    <a:pt x="410" y="282"/>
                  </a:cubicBezTo>
                  <a:close/>
                  <a:moveTo>
                    <a:pt x="4" y="259"/>
                  </a:moveTo>
                  <a:cubicBezTo>
                    <a:pt x="4" y="256"/>
                    <a:pt x="6" y="253"/>
                    <a:pt x="9" y="252"/>
                  </a:cubicBezTo>
                  <a:cubicBezTo>
                    <a:pt x="12" y="252"/>
                    <a:pt x="15" y="254"/>
                    <a:pt x="16" y="257"/>
                  </a:cubicBezTo>
                  <a:cubicBezTo>
                    <a:pt x="16" y="260"/>
                    <a:pt x="14" y="263"/>
                    <a:pt x="11" y="264"/>
                  </a:cubicBezTo>
                  <a:cubicBezTo>
                    <a:pt x="11" y="264"/>
                    <a:pt x="10" y="264"/>
                    <a:pt x="10" y="264"/>
                  </a:cubicBezTo>
                  <a:cubicBezTo>
                    <a:pt x="7" y="264"/>
                    <a:pt x="5" y="262"/>
                    <a:pt x="4" y="259"/>
                  </a:cubicBezTo>
                  <a:close/>
                  <a:moveTo>
                    <a:pt x="418" y="251"/>
                  </a:moveTo>
                  <a:cubicBezTo>
                    <a:pt x="415" y="251"/>
                    <a:pt x="413" y="248"/>
                    <a:pt x="414" y="245"/>
                  </a:cubicBezTo>
                  <a:cubicBezTo>
                    <a:pt x="414" y="242"/>
                    <a:pt x="417" y="239"/>
                    <a:pt x="420" y="240"/>
                  </a:cubicBezTo>
                  <a:cubicBezTo>
                    <a:pt x="423" y="240"/>
                    <a:pt x="426" y="243"/>
                    <a:pt x="425" y="246"/>
                  </a:cubicBezTo>
                  <a:cubicBezTo>
                    <a:pt x="425" y="249"/>
                    <a:pt x="422" y="251"/>
                    <a:pt x="419" y="251"/>
                  </a:cubicBezTo>
                  <a:lnTo>
                    <a:pt x="418" y="251"/>
                  </a:lnTo>
                  <a:close/>
                  <a:moveTo>
                    <a:pt x="0" y="227"/>
                  </a:moveTo>
                  <a:cubicBezTo>
                    <a:pt x="0" y="227"/>
                    <a:pt x="0" y="227"/>
                    <a:pt x="0" y="227"/>
                  </a:cubicBezTo>
                  <a:cubicBezTo>
                    <a:pt x="0" y="224"/>
                    <a:pt x="2" y="221"/>
                    <a:pt x="5" y="221"/>
                  </a:cubicBezTo>
                  <a:cubicBezTo>
                    <a:pt x="9" y="220"/>
                    <a:pt x="11" y="223"/>
                    <a:pt x="11" y="226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12" y="229"/>
                    <a:pt x="9" y="232"/>
                    <a:pt x="6" y="232"/>
                  </a:cubicBezTo>
                  <a:cubicBezTo>
                    <a:pt x="6" y="232"/>
                    <a:pt x="6" y="232"/>
                    <a:pt x="6" y="232"/>
                  </a:cubicBezTo>
                  <a:cubicBezTo>
                    <a:pt x="3" y="232"/>
                    <a:pt x="0" y="230"/>
                    <a:pt x="0" y="227"/>
                  </a:cubicBezTo>
                  <a:close/>
                  <a:moveTo>
                    <a:pt x="416" y="214"/>
                  </a:moveTo>
                  <a:cubicBezTo>
                    <a:pt x="416" y="210"/>
                    <a:pt x="419" y="208"/>
                    <a:pt x="422" y="208"/>
                  </a:cubicBezTo>
                  <a:cubicBezTo>
                    <a:pt x="425" y="208"/>
                    <a:pt x="428" y="210"/>
                    <a:pt x="428" y="214"/>
                  </a:cubicBezTo>
                  <a:cubicBezTo>
                    <a:pt x="428" y="217"/>
                    <a:pt x="425" y="219"/>
                    <a:pt x="422" y="219"/>
                  </a:cubicBezTo>
                  <a:cubicBezTo>
                    <a:pt x="419" y="219"/>
                    <a:pt x="416" y="217"/>
                    <a:pt x="416" y="214"/>
                  </a:cubicBezTo>
                  <a:close/>
                  <a:moveTo>
                    <a:pt x="6" y="200"/>
                  </a:moveTo>
                  <a:cubicBezTo>
                    <a:pt x="2" y="200"/>
                    <a:pt x="0" y="197"/>
                    <a:pt x="0" y="194"/>
                  </a:cubicBezTo>
                  <a:cubicBezTo>
                    <a:pt x="1" y="191"/>
                    <a:pt x="3" y="188"/>
                    <a:pt x="7" y="189"/>
                  </a:cubicBezTo>
                  <a:cubicBezTo>
                    <a:pt x="10" y="189"/>
                    <a:pt x="12" y="192"/>
                    <a:pt x="12" y="195"/>
                  </a:cubicBezTo>
                  <a:cubicBezTo>
                    <a:pt x="12" y="198"/>
                    <a:pt x="9" y="200"/>
                    <a:pt x="6" y="200"/>
                  </a:cubicBezTo>
                  <a:close/>
                  <a:moveTo>
                    <a:pt x="414" y="189"/>
                  </a:moveTo>
                  <a:cubicBezTo>
                    <a:pt x="414" y="189"/>
                    <a:pt x="414" y="189"/>
                    <a:pt x="414" y="189"/>
                  </a:cubicBezTo>
                  <a:cubicBezTo>
                    <a:pt x="414" y="186"/>
                    <a:pt x="416" y="183"/>
                    <a:pt x="419" y="182"/>
                  </a:cubicBezTo>
                  <a:cubicBezTo>
                    <a:pt x="423" y="182"/>
                    <a:pt x="426" y="184"/>
                    <a:pt x="426" y="187"/>
                  </a:cubicBezTo>
                  <a:cubicBezTo>
                    <a:pt x="426" y="191"/>
                    <a:pt x="424" y="194"/>
                    <a:pt x="421" y="194"/>
                  </a:cubicBezTo>
                  <a:cubicBezTo>
                    <a:pt x="420" y="194"/>
                    <a:pt x="420" y="194"/>
                    <a:pt x="420" y="194"/>
                  </a:cubicBezTo>
                  <a:cubicBezTo>
                    <a:pt x="417" y="194"/>
                    <a:pt x="415" y="192"/>
                    <a:pt x="414" y="189"/>
                  </a:cubicBezTo>
                  <a:close/>
                  <a:moveTo>
                    <a:pt x="10" y="168"/>
                  </a:moveTo>
                  <a:cubicBezTo>
                    <a:pt x="7" y="168"/>
                    <a:pt x="5" y="165"/>
                    <a:pt x="6" y="161"/>
                  </a:cubicBezTo>
                  <a:cubicBezTo>
                    <a:pt x="7" y="158"/>
                    <a:pt x="10" y="156"/>
                    <a:pt x="13" y="157"/>
                  </a:cubicBezTo>
                  <a:cubicBezTo>
                    <a:pt x="16" y="158"/>
                    <a:pt x="18" y="161"/>
                    <a:pt x="17" y="164"/>
                  </a:cubicBezTo>
                  <a:cubicBezTo>
                    <a:pt x="17" y="167"/>
                    <a:pt x="14" y="169"/>
                    <a:pt x="12" y="169"/>
                  </a:cubicBezTo>
                  <a:cubicBezTo>
                    <a:pt x="11" y="169"/>
                    <a:pt x="11" y="169"/>
                    <a:pt x="10" y="168"/>
                  </a:cubicBezTo>
                  <a:close/>
                  <a:moveTo>
                    <a:pt x="408" y="158"/>
                  </a:moveTo>
                  <a:cubicBezTo>
                    <a:pt x="408" y="158"/>
                    <a:pt x="408" y="158"/>
                    <a:pt x="408" y="158"/>
                  </a:cubicBezTo>
                  <a:cubicBezTo>
                    <a:pt x="407" y="155"/>
                    <a:pt x="409" y="152"/>
                    <a:pt x="412" y="151"/>
                  </a:cubicBezTo>
                  <a:cubicBezTo>
                    <a:pt x="415" y="150"/>
                    <a:pt x="419" y="152"/>
                    <a:pt x="419" y="155"/>
                  </a:cubicBezTo>
                  <a:cubicBezTo>
                    <a:pt x="420" y="158"/>
                    <a:pt x="419" y="162"/>
                    <a:pt x="415" y="162"/>
                  </a:cubicBezTo>
                  <a:cubicBezTo>
                    <a:pt x="415" y="163"/>
                    <a:pt x="414" y="163"/>
                    <a:pt x="414" y="163"/>
                  </a:cubicBezTo>
                  <a:cubicBezTo>
                    <a:pt x="411" y="163"/>
                    <a:pt x="409" y="161"/>
                    <a:pt x="408" y="158"/>
                  </a:cubicBezTo>
                  <a:close/>
                  <a:moveTo>
                    <a:pt x="19" y="138"/>
                  </a:moveTo>
                  <a:cubicBezTo>
                    <a:pt x="16" y="137"/>
                    <a:pt x="15" y="133"/>
                    <a:pt x="16" y="130"/>
                  </a:cubicBezTo>
                  <a:cubicBezTo>
                    <a:pt x="18" y="127"/>
                    <a:pt x="21" y="126"/>
                    <a:pt x="24" y="127"/>
                  </a:cubicBezTo>
                  <a:cubicBezTo>
                    <a:pt x="27" y="128"/>
                    <a:pt x="28" y="132"/>
                    <a:pt x="27" y="135"/>
                  </a:cubicBezTo>
                  <a:cubicBezTo>
                    <a:pt x="26" y="137"/>
                    <a:pt x="24" y="138"/>
                    <a:pt x="22" y="138"/>
                  </a:cubicBezTo>
                  <a:cubicBezTo>
                    <a:pt x="21" y="138"/>
                    <a:pt x="20" y="138"/>
                    <a:pt x="19" y="138"/>
                  </a:cubicBezTo>
                  <a:close/>
                  <a:moveTo>
                    <a:pt x="397" y="129"/>
                  </a:moveTo>
                  <a:cubicBezTo>
                    <a:pt x="396" y="126"/>
                    <a:pt x="397" y="123"/>
                    <a:pt x="400" y="121"/>
                  </a:cubicBezTo>
                  <a:cubicBezTo>
                    <a:pt x="403" y="120"/>
                    <a:pt x="407" y="121"/>
                    <a:pt x="408" y="124"/>
                  </a:cubicBezTo>
                  <a:cubicBezTo>
                    <a:pt x="408" y="124"/>
                    <a:pt x="408" y="124"/>
                    <a:pt x="408" y="124"/>
                  </a:cubicBezTo>
                  <a:cubicBezTo>
                    <a:pt x="409" y="127"/>
                    <a:pt x="408" y="131"/>
                    <a:pt x="405" y="132"/>
                  </a:cubicBezTo>
                  <a:cubicBezTo>
                    <a:pt x="404" y="132"/>
                    <a:pt x="404" y="133"/>
                    <a:pt x="403" y="133"/>
                  </a:cubicBezTo>
                  <a:cubicBezTo>
                    <a:pt x="401" y="133"/>
                    <a:pt x="398" y="131"/>
                    <a:pt x="397" y="129"/>
                  </a:cubicBezTo>
                  <a:close/>
                  <a:moveTo>
                    <a:pt x="33" y="109"/>
                  </a:moveTo>
                  <a:cubicBezTo>
                    <a:pt x="31" y="107"/>
                    <a:pt x="30" y="104"/>
                    <a:pt x="32" y="101"/>
                  </a:cubicBezTo>
                  <a:cubicBezTo>
                    <a:pt x="33" y="98"/>
                    <a:pt x="37" y="97"/>
                    <a:pt x="40" y="99"/>
                  </a:cubicBezTo>
                  <a:cubicBezTo>
                    <a:pt x="42" y="101"/>
                    <a:pt x="43" y="104"/>
                    <a:pt x="41" y="107"/>
                  </a:cubicBezTo>
                  <a:cubicBezTo>
                    <a:pt x="40" y="109"/>
                    <a:pt x="38" y="110"/>
                    <a:pt x="36" y="110"/>
                  </a:cubicBezTo>
                  <a:cubicBezTo>
                    <a:pt x="35" y="110"/>
                    <a:pt x="34" y="110"/>
                    <a:pt x="33" y="109"/>
                  </a:cubicBezTo>
                  <a:close/>
                  <a:moveTo>
                    <a:pt x="382" y="102"/>
                  </a:moveTo>
                  <a:cubicBezTo>
                    <a:pt x="381" y="99"/>
                    <a:pt x="381" y="96"/>
                    <a:pt x="384" y="94"/>
                  </a:cubicBezTo>
                  <a:cubicBezTo>
                    <a:pt x="387" y="92"/>
                    <a:pt x="390" y="93"/>
                    <a:pt x="392" y="96"/>
                  </a:cubicBezTo>
                  <a:cubicBezTo>
                    <a:pt x="394" y="98"/>
                    <a:pt x="393" y="102"/>
                    <a:pt x="390" y="104"/>
                  </a:cubicBezTo>
                  <a:cubicBezTo>
                    <a:pt x="389" y="104"/>
                    <a:pt x="388" y="105"/>
                    <a:pt x="387" y="105"/>
                  </a:cubicBezTo>
                  <a:cubicBezTo>
                    <a:pt x="385" y="105"/>
                    <a:pt x="383" y="104"/>
                    <a:pt x="382" y="102"/>
                  </a:cubicBezTo>
                  <a:close/>
                  <a:moveTo>
                    <a:pt x="52" y="83"/>
                  </a:moveTo>
                  <a:cubicBezTo>
                    <a:pt x="49" y="80"/>
                    <a:pt x="49" y="77"/>
                    <a:pt x="51" y="74"/>
                  </a:cubicBezTo>
                  <a:cubicBezTo>
                    <a:pt x="53" y="72"/>
                    <a:pt x="57" y="72"/>
                    <a:pt x="59" y="74"/>
                  </a:cubicBezTo>
                  <a:cubicBezTo>
                    <a:pt x="62" y="76"/>
                    <a:pt x="62" y="79"/>
                    <a:pt x="60" y="82"/>
                  </a:cubicBezTo>
                  <a:cubicBezTo>
                    <a:pt x="59" y="83"/>
                    <a:pt x="57" y="84"/>
                    <a:pt x="55" y="84"/>
                  </a:cubicBezTo>
                  <a:cubicBezTo>
                    <a:pt x="54" y="84"/>
                    <a:pt x="53" y="83"/>
                    <a:pt x="52" y="83"/>
                  </a:cubicBezTo>
                  <a:close/>
                  <a:moveTo>
                    <a:pt x="363" y="77"/>
                  </a:moveTo>
                  <a:cubicBezTo>
                    <a:pt x="363" y="77"/>
                    <a:pt x="363" y="77"/>
                    <a:pt x="363" y="77"/>
                  </a:cubicBezTo>
                  <a:cubicBezTo>
                    <a:pt x="361" y="75"/>
                    <a:pt x="361" y="71"/>
                    <a:pt x="364" y="69"/>
                  </a:cubicBezTo>
                  <a:cubicBezTo>
                    <a:pt x="366" y="67"/>
                    <a:pt x="370" y="67"/>
                    <a:pt x="372" y="70"/>
                  </a:cubicBezTo>
                  <a:cubicBezTo>
                    <a:pt x="374" y="72"/>
                    <a:pt x="374" y="76"/>
                    <a:pt x="371" y="78"/>
                  </a:cubicBezTo>
                  <a:cubicBezTo>
                    <a:pt x="370" y="79"/>
                    <a:pt x="369" y="79"/>
                    <a:pt x="367" y="79"/>
                  </a:cubicBezTo>
                  <a:cubicBezTo>
                    <a:pt x="366" y="79"/>
                    <a:pt x="364" y="79"/>
                    <a:pt x="363" y="77"/>
                  </a:cubicBezTo>
                  <a:close/>
                  <a:moveTo>
                    <a:pt x="74" y="59"/>
                  </a:moveTo>
                  <a:cubicBezTo>
                    <a:pt x="72" y="57"/>
                    <a:pt x="72" y="53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7" y="49"/>
                    <a:pt x="80" y="49"/>
                    <a:pt x="83" y="52"/>
                  </a:cubicBezTo>
                  <a:cubicBezTo>
                    <a:pt x="85" y="54"/>
                    <a:pt x="84" y="58"/>
                    <a:pt x="82" y="60"/>
                  </a:cubicBezTo>
                  <a:cubicBezTo>
                    <a:pt x="81" y="61"/>
                    <a:pt x="79" y="61"/>
                    <a:pt x="78" y="61"/>
                  </a:cubicBezTo>
                  <a:cubicBezTo>
                    <a:pt x="76" y="61"/>
                    <a:pt x="75" y="61"/>
                    <a:pt x="74" y="59"/>
                  </a:cubicBezTo>
                  <a:close/>
                  <a:moveTo>
                    <a:pt x="340" y="56"/>
                  </a:moveTo>
                  <a:cubicBezTo>
                    <a:pt x="338" y="54"/>
                    <a:pt x="338" y="50"/>
                    <a:pt x="340" y="48"/>
                  </a:cubicBezTo>
                  <a:cubicBezTo>
                    <a:pt x="342" y="45"/>
                    <a:pt x="345" y="45"/>
                    <a:pt x="348" y="47"/>
                  </a:cubicBezTo>
                  <a:cubicBezTo>
                    <a:pt x="350" y="49"/>
                    <a:pt x="351" y="53"/>
                    <a:pt x="349" y="55"/>
                  </a:cubicBezTo>
                  <a:cubicBezTo>
                    <a:pt x="348" y="57"/>
                    <a:pt x="346" y="57"/>
                    <a:pt x="344" y="57"/>
                  </a:cubicBezTo>
                  <a:cubicBezTo>
                    <a:pt x="343" y="57"/>
                    <a:pt x="342" y="57"/>
                    <a:pt x="340" y="56"/>
                  </a:cubicBezTo>
                  <a:close/>
                  <a:moveTo>
                    <a:pt x="99" y="40"/>
                  </a:moveTo>
                  <a:cubicBezTo>
                    <a:pt x="97" y="37"/>
                    <a:pt x="98" y="33"/>
                    <a:pt x="101" y="32"/>
                  </a:cubicBezTo>
                  <a:cubicBezTo>
                    <a:pt x="104" y="30"/>
                    <a:pt x="107" y="31"/>
                    <a:pt x="109" y="33"/>
                  </a:cubicBezTo>
                  <a:cubicBezTo>
                    <a:pt x="111" y="36"/>
                    <a:pt x="110" y="40"/>
                    <a:pt x="107" y="42"/>
                  </a:cubicBezTo>
                  <a:cubicBezTo>
                    <a:pt x="106" y="42"/>
                    <a:pt x="105" y="42"/>
                    <a:pt x="104" y="42"/>
                  </a:cubicBezTo>
                  <a:cubicBezTo>
                    <a:pt x="102" y="42"/>
                    <a:pt x="100" y="41"/>
                    <a:pt x="99" y="40"/>
                  </a:cubicBezTo>
                  <a:close/>
                  <a:moveTo>
                    <a:pt x="315" y="38"/>
                  </a:moveTo>
                  <a:cubicBezTo>
                    <a:pt x="312" y="37"/>
                    <a:pt x="311" y="33"/>
                    <a:pt x="313" y="30"/>
                  </a:cubicBezTo>
                  <a:cubicBezTo>
                    <a:pt x="314" y="28"/>
                    <a:pt x="318" y="27"/>
                    <a:pt x="321" y="28"/>
                  </a:cubicBezTo>
                  <a:cubicBezTo>
                    <a:pt x="323" y="30"/>
                    <a:pt x="324" y="33"/>
                    <a:pt x="323" y="36"/>
                  </a:cubicBezTo>
                  <a:cubicBezTo>
                    <a:pt x="322" y="38"/>
                    <a:pt x="320" y="39"/>
                    <a:pt x="318" y="39"/>
                  </a:cubicBezTo>
                  <a:cubicBezTo>
                    <a:pt x="317" y="39"/>
                    <a:pt x="316" y="39"/>
                    <a:pt x="315" y="38"/>
                  </a:cubicBezTo>
                  <a:close/>
                  <a:moveTo>
                    <a:pt x="127" y="24"/>
                  </a:moveTo>
                  <a:cubicBezTo>
                    <a:pt x="126" y="21"/>
                    <a:pt x="127" y="18"/>
                    <a:pt x="130" y="16"/>
                  </a:cubicBezTo>
                  <a:cubicBezTo>
                    <a:pt x="133" y="15"/>
                    <a:pt x="136" y="17"/>
                    <a:pt x="138" y="20"/>
                  </a:cubicBezTo>
                  <a:cubicBezTo>
                    <a:pt x="139" y="23"/>
                    <a:pt x="138" y="26"/>
                    <a:pt x="135" y="27"/>
                  </a:cubicBezTo>
                  <a:cubicBezTo>
                    <a:pt x="134" y="28"/>
                    <a:pt x="133" y="28"/>
                    <a:pt x="132" y="28"/>
                  </a:cubicBezTo>
                  <a:cubicBezTo>
                    <a:pt x="130" y="28"/>
                    <a:pt x="128" y="26"/>
                    <a:pt x="127" y="24"/>
                  </a:cubicBezTo>
                  <a:close/>
                  <a:moveTo>
                    <a:pt x="287" y="25"/>
                  </a:moveTo>
                  <a:cubicBezTo>
                    <a:pt x="284" y="24"/>
                    <a:pt x="282" y="20"/>
                    <a:pt x="283" y="17"/>
                  </a:cubicBezTo>
                  <a:cubicBezTo>
                    <a:pt x="285" y="14"/>
                    <a:pt x="288" y="13"/>
                    <a:pt x="291" y="14"/>
                  </a:cubicBezTo>
                  <a:cubicBezTo>
                    <a:pt x="294" y="15"/>
                    <a:pt x="295" y="19"/>
                    <a:pt x="294" y="22"/>
                  </a:cubicBezTo>
                  <a:cubicBezTo>
                    <a:pt x="293" y="24"/>
                    <a:pt x="291" y="25"/>
                    <a:pt x="289" y="25"/>
                  </a:cubicBezTo>
                  <a:cubicBezTo>
                    <a:pt x="288" y="25"/>
                    <a:pt x="287" y="25"/>
                    <a:pt x="287" y="25"/>
                  </a:cubicBezTo>
                  <a:close/>
                  <a:moveTo>
                    <a:pt x="157" y="13"/>
                  </a:moveTo>
                  <a:cubicBezTo>
                    <a:pt x="156" y="10"/>
                    <a:pt x="158" y="7"/>
                    <a:pt x="161" y="6"/>
                  </a:cubicBezTo>
                  <a:cubicBezTo>
                    <a:pt x="164" y="5"/>
                    <a:pt x="168" y="7"/>
                    <a:pt x="168" y="10"/>
                  </a:cubicBezTo>
                  <a:cubicBezTo>
                    <a:pt x="169" y="13"/>
                    <a:pt x="167" y="17"/>
                    <a:pt x="164" y="17"/>
                  </a:cubicBezTo>
                  <a:cubicBezTo>
                    <a:pt x="164" y="17"/>
                    <a:pt x="163" y="17"/>
                    <a:pt x="163" y="17"/>
                  </a:cubicBezTo>
                  <a:cubicBezTo>
                    <a:pt x="160" y="17"/>
                    <a:pt x="158" y="16"/>
                    <a:pt x="157" y="13"/>
                  </a:cubicBezTo>
                  <a:close/>
                  <a:moveTo>
                    <a:pt x="257" y="16"/>
                  </a:moveTo>
                  <a:cubicBezTo>
                    <a:pt x="254" y="15"/>
                    <a:pt x="252" y="12"/>
                    <a:pt x="252" y="9"/>
                  </a:cubicBezTo>
                  <a:cubicBezTo>
                    <a:pt x="253" y="6"/>
                    <a:pt x="256" y="4"/>
                    <a:pt x="259" y="5"/>
                  </a:cubicBezTo>
                  <a:cubicBezTo>
                    <a:pt x="263" y="5"/>
                    <a:pt x="265" y="8"/>
                    <a:pt x="264" y="11"/>
                  </a:cubicBezTo>
                  <a:cubicBezTo>
                    <a:pt x="263" y="14"/>
                    <a:pt x="261" y="16"/>
                    <a:pt x="258" y="16"/>
                  </a:cubicBezTo>
                  <a:cubicBezTo>
                    <a:pt x="258" y="16"/>
                    <a:pt x="257" y="16"/>
                    <a:pt x="257" y="16"/>
                  </a:cubicBezTo>
                  <a:close/>
                  <a:moveTo>
                    <a:pt x="189" y="7"/>
                  </a:moveTo>
                  <a:cubicBezTo>
                    <a:pt x="188" y="4"/>
                    <a:pt x="191" y="1"/>
                    <a:pt x="194" y="0"/>
                  </a:cubicBezTo>
                  <a:cubicBezTo>
                    <a:pt x="197" y="0"/>
                    <a:pt x="200" y="3"/>
                    <a:pt x="200" y="6"/>
                  </a:cubicBezTo>
                  <a:cubicBezTo>
                    <a:pt x="200" y="9"/>
                    <a:pt x="198" y="12"/>
                    <a:pt x="195" y="12"/>
                  </a:cubicBezTo>
                  <a:cubicBezTo>
                    <a:pt x="194" y="12"/>
                    <a:pt x="194" y="12"/>
                    <a:pt x="194" y="12"/>
                  </a:cubicBezTo>
                  <a:cubicBezTo>
                    <a:pt x="191" y="12"/>
                    <a:pt x="189" y="10"/>
                    <a:pt x="189" y="7"/>
                  </a:cubicBezTo>
                  <a:close/>
                  <a:moveTo>
                    <a:pt x="226" y="12"/>
                  </a:moveTo>
                  <a:cubicBezTo>
                    <a:pt x="223" y="11"/>
                    <a:pt x="220" y="9"/>
                    <a:pt x="221" y="5"/>
                  </a:cubicBezTo>
                  <a:cubicBezTo>
                    <a:pt x="221" y="2"/>
                    <a:pt x="224" y="0"/>
                    <a:pt x="227" y="0"/>
                  </a:cubicBezTo>
                  <a:cubicBezTo>
                    <a:pt x="230" y="0"/>
                    <a:pt x="232" y="3"/>
                    <a:pt x="232" y="6"/>
                  </a:cubicBezTo>
                  <a:cubicBezTo>
                    <a:pt x="232" y="9"/>
                    <a:pt x="229" y="12"/>
                    <a:pt x="226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32"/>
            <p:cNvSpPr/>
            <p:nvPr/>
          </p:nvSpPr>
          <p:spPr>
            <a:xfrm>
              <a:off x="5913438" y="4510088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371" h="371" extrusionOk="0">
                  <a:moveTo>
                    <a:pt x="186" y="371"/>
                  </a:moveTo>
                  <a:cubicBezTo>
                    <a:pt x="83" y="371"/>
                    <a:pt x="0" y="288"/>
                    <a:pt x="0" y="186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6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"/>
                  </a:moveTo>
                  <a:cubicBezTo>
                    <a:pt x="88" y="8"/>
                    <a:pt x="8" y="88"/>
                    <a:pt x="8" y="186"/>
                  </a:cubicBezTo>
                  <a:cubicBezTo>
                    <a:pt x="8" y="283"/>
                    <a:pt x="88" y="363"/>
                    <a:pt x="186" y="363"/>
                  </a:cubicBezTo>
                  <a:cubicBezTo>
                    <a:pt x="283" y="363"/>
                    <a:pt x="363" y="283"/>
                    <a:pt x="363" y="186"/>
                  </a:cubicBezTo>
                  <a:cubicBezTo>
                    <a:pt x="363" y="88"/>
                    <a:pt x="283" y="8"/>
                    <a:pt x="186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32"/>
            <p:cNvSpPr/>
            <p:nvPr/>
          </p:nvSpPr>
          <p:spPr>
            <a:xfrm>
              <a:off x="5978525" y="4573588"/>
              <a:ext cx="496888" cy="498475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8" y="295"/>
                  </a:moveTo>
                  <a:cubicBezTo>
                    <a:pt x="66" y="295"/>
                    <a:pt x="0" y="229"/>
                    <a:pt x="0" y="148"/>
                  </a:cubicBezTo>
                  <a:cubicBezTo>
                    <a:pt x="0" y="66"/>
                    <a:pt x="66" y="0"/>
                    <a:pt x="148" y="0"/>
                  </a:cubicBezTo>
                  <a:cubicBezTo>
                    <a:pt x="229" y="0"/>
                    <a:pt x="295" y="66"/>
                    <a:pt x="295" y="148"/>
                  </a:cubicBezTo>
                  <a:cubicBezTo>
                    <a:pt x="295" y="229"/>
                    <a:pt x="229" y="295"/>
                    <a:pt x="148" y="295"/>
                  </a:cubicBezTo>
                  <a:close/>
                  <a:moveTo>
                    <a:pt x="148" y="31"/>
                  </a:moveTo>
                  <a:cubicBezTo>
                    <a:pt x="83" y="31"/>
                    <a:pt x="31" y="83"/>
                    <a:pt x="31" y="148"/>
                  </a:cubicBezTo>
                  <a:cubicBezTo>
                    <a:pt x="31" y="212"/>
                    <a:pt x="83" y="264"/>
                    <a:pt x="148" y="264"/>
                  </a:cubicBezTo>
                  <a:cubicBezTo>
                    <a:pt x="212" y="264"/>
                    <a:pt x="264" y="212"/>
                    <a:pt x="264" y="148"/>
                  </a:cubicBezTo>
                  <a:cubicBezTo>
                    <a:pt x="264" y="83"/>
                    <a:pt x="212" y="31"/>
                    <a:pt x="148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4957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31"/>
          <p:cNvSpPr txBox="1">
            <a:spLocks noGrp="1"/>
          </p:cNvSpPr>
          <p:nvPr>
            <p:ph type="title"/>
          </p:nvPr>
        </p:nvSpPr>
        <p:spPr>
          <a:xfrm>
            <a:off x="4174101" y="481142"/>
            <a:ext cx="4450346" cy="5426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 dirty="0" err="1"/>
              <a:t>Analisis</a:t>
            </a:r>
            <a:r>
              <a:rPr lang="en-ID" sz="1200" dirty="0"/>
              <a:t> </a:t>
            </a:r>
            <a:r>
              <a:rPr lang="en-ID" sz="1200" dirty="0" err="1"/>
              <a:t>Keamanan</a:t>
            </a:r>
            <a:r>
              <a:rPr lang="en-ID" sz="1200" dirty="0"/>
              <a:t> </a:t>
            </a:r>
            <a:r>
              <a:rPr lang="en-ID" sz="1200" dirty="0" err="1"/>
              <a:t>Sistem</a:t>
            </a:r>
            <a:r>
              <a:rPr lang="en-ID" sz="1200" dirty="0"/>
              <a:t> </a:t>
            </a:r>
            <a:r>
              <a:rPr lang="en-ID" sz="1200" dirty="0" err="1"/>
              <a:t>Informasi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ISO 27001 (</a:t>
            </a:r>
            <a:r>
              <a:rPr lang="en-ID" sz="1200" dirty="0" err="1"/>
              <a:t>Studi</a:t>
            </a:r>
            <a:r>
              <a:rPr lang="en-ID" sz="1200" dirty="0"/>
              <a:t> </a:t>
            </a:r>
            <a:r>
              <a:rPr lang="en-ID" sz="1200" dirty="0" err="1"/>
              <a:t>Kasus</a:t>
            </a:r>
            <a:r>
              <a:rPr lang="en-ID" sz="1200" dirty="0"/>
              <a:t>: </a:t>
            </a:r>
            <a:r>
              <a:rPr lang="en-ID" sz="1200" dirty="0" err="1"/>
              <a:t>Sistem</a:t>
            </a:r>
            <a:r>
              <a:rPr lang="en-ID" sz="1200" dirty="0"/>
              <a:t> </a:t>
            </a:r>
            <a:r>
              <a:rPr lang="en-ID" sz="1200" dirty="0" err="1"/>
              <a:t>Informasi</a:t>
            </a:r>
            <a:r>
              <a:rPr lang="en-ID" sz="1200" dirty="0"/>
              <a:t> </a:t>
            </a:r>
            <a:r>
              <a:rPr lang="en-ID" sz="1200" dirty="0" err="1"/>
              <a:t>Akademik</a:t>
            </a:r>
            <a:r>
              <a:rPr lang="en-ID" sz="1200" dirty="0"/>
              <a:t> Universitas Muhammadiyah </a:t>
            </a:r>
            <a:r>
              <a:rPr lang="en-ID" sz="1200" dirty="0" err="1"/>
              <a:t>Purwokerto</a:t>
            </a:r>
            <a:r>
              <a:rPr lang="en-ID" sz="1200" dirty="0"/>
              <a:t>)</a:t>
            </a:r>
            <a:endParaRPr sz="1200" dirty="0"/>
          </a:p>
        </p:txBody>
      </p:sp>
      <p:sp>
        <p:nvSpPr>
          <p:cNvPr id="1239" name="Google Shape;1239;p31"/>
          <p:cNvSpPr txBox="1">
            <a:spLocks noGrp="1"/>
          </p:cNvSpPr>
          <p:nvPr>
            <p:ph type="subTitle" idx="1"/>
          </p:nvPr>
        </p:nvSpPr>
        <p:spPr>
          <a:xfrm>
            <a:off x="4195164" y="945984"/>
            <a:ext cx="4294800" cy="36579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050" dirty="0" err="1">
                <a:latin typeface="+mn-lt"/>
              </a:rPr>
              <a:t>Jurnal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ini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bertujuan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untuk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melakukan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analisis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keamanan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sistem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informasi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akademik</a:t>
            </a:r>
            <a:r>
              <a:rPr lang="en-ID" sz="1050" dirty="0">
                <a:latin typeface="+mn-lt"/>
              </a:rPr>
              <a:t> Universitas Muhammadiyah </a:t>
            </a:r>
            <a:r>
              <a:rPr lang="en-ID" sz="1050" dirty="0" err="1">
                <a:latin typeface="+mn-lt"/>
              </a:rPr>
              <a:t>Purwokerto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dengan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menggunakan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standar</a:t>
            </a:r>
            <a:r>
              <a:rPr lang="en-ID" sz="1050" dirty="0">
                <a:latin typeface="+mn-lt"/>
              </a:rPr>
              <a:t> ISO 27001 </a:t>
            </a:r>
            <a:r>
              <a:rPr lang="en-ID" sz="1050" dirty="0" err="1">
                <a:latin typeface="+mn-lt"/>
              </a:rPr>
              <a:t>sebagai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acuan</a:t>
            </a:r>
            <a:r>
              <a:rPr lang="en-ID" sz="1050" dirty="0">
                <a:latin typeface="+mn-lt"/>
              </a:rPr>
              <a:t>. </a:t>
            </a:r>
            <a:r>
              <a:rPr lang="en-ID" sz="1050" dirty="0" err="1">
                <a:latin typeface="+mn-lt"/>
              </a:rPr>
              <a:t>Penelitian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ini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menggunakan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pendekatan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kualitatif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dalam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mengumpulkan</a:t>
            </a:r>
            <a:r>
              <a:rPr lang="en-ID" sz="1050" dirty="0">
                <a:latin typeface="+mn-lt"/>
              </a:rPr>
              <a:t> dan </a:t>
            </a:r>
            <a:r>
              <a:rPr lang="en-ID" sz="1050" dirty="0" err="1">
                <a:latin typeface="+mn-lt"/>
              </a:rPr>
              <a:t>menganalisis</a:t>
            </a:r>
            <a:r>
              <a:rPr lang="en-ID" sz="1050" dirty="0">
                <a:latin typeface="+mn-lt"/>
              </a:rPr>
              <a:t> data. </a:t>
            </a:r>
            <a:r>
              <a:rPr lang="en-ID" sz="1050" dirty="0" err="1">
                <a:latin typeface="+mn-lt"/>
              </a:rPr>
              <a:t>Metodologi</a:t>
            </a:r>
            <a:r>
              <a:rPr lang="en-ID" sz="1050" dirty="0">
                <a:latin typeface="+mn-lt"/>
              </a:rPr>
              <a:t> yang </a:t>
            </a:r>
            <a:r>
              <a:rPr lang="en-ID" sz="1050" dirty="0" err="1">
                <a:latin typeface="+mn-lt"/>
              </a:rPr>
              <a:t>digunakan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melibatkan</a:t>
            </a:r>
            <a:r>
              <a:rPr lang="en-ID" sz="1050" dirty="0">
                <a:latin typeface="+mn-lt"/>
              </a:rPr>
              <a:t> audit </a:t>
            </a:r>
            <a:r>
              <a:rPr lang="en-ID" sz="1050" dirty="0" err="1">
                <a:latin typeface="+mn-lt"/>
              </a:rPr>
              <a:t>keamanan</a:t>
            </a:r>
            <a:r>
              <a:rPr lang="en-ID" sz="1050" dirty="0">
                <a:latin typeface="+mn-lt"/>
              </a:rPr>
              <a:t>, </a:t>
            </a:r>
            <a:r>
              <a:rPr lang="en-ID" sz="1050" dirty="0" err="1">
                <a:latin typeface="+mn-lt"/>
              </a:rPr>
              <a:t>wawancara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dengan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pemangku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kepentingan</a:t>
            </a:r>
            <a:r>
              <a:rPr lang="en-ID" sz="1050" dirty="0">
                <a:latin typeface="+mn-lt"/>
              </a:rPr>
              <a:t>, dan </a:t>
            </a:r>
            <a:r>
              <a:rPr lang="en-ID" sz="1050" dirty="0" err="1">
                <a:latin typeface="+mn-lt"/>
              </a:rPr>
              <a:t>evaluasi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terhadap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kepatuhan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terhadap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standar</a:t>
            </a:r>
            <a:r>
              <a:rPr lang="en-ID" sz="1050" dirty="0">
                <a:latin typeface="+mn-lt"/>
              </a:rPr>
              <a:t> ISO 27001.</a:t>
            </a:r>
            <a:endParaRPr lang="en-ID" sz="1050" dirty="0">
              <a:latin typeface="+mj-l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D" sz="1050" dirty="0">
              <a:latin typeface="+mj-lt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050" dirty="0">
                <a:latin typeface="+mn-lt"/>
              </a:rPr>
              <a:t>Hasil </a:t>
            </a:r>
            <a:r>
              <a:rPr lang="en-ID" sz="1050" dirty="0" err="1">
                <a:latin typeface="+mn-lt"/>
              </a:rPr>
              <a:t>analisis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menunjukkan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sejauh</a:t>
            </a:r>
            <a:r>
              <a:rPr lang="en-ID" sz="1050" dirty="0">
                <a:latin typeface="+mn-lt"/>
              </a:rPr>
              <a:t> mana </a:t>
            </a:r>
            <a:r>
              <a:rPr lang="en-ID" sz="1050" dirty="0" err="1">
                <a:latin typeface="+mn-lt"/>
              </a:rPr>
              <a:t>sistem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informasi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akademik</a:t>
            </a:r>
            <a:r>
              <a:rPr lang="en-ID" sz="1050" dirty="0">
                <a:latin typeface="+mn-lt"/>
              </a:rPr>
              <a:t> Universitas Muhammadiyah </a:t>
            </a:r>
            <a:r>
              <a:rPr lang="en-ID" sz="1050" dirty="0" err="1">
                <a:latin typeface="+mn-lt"/>
              </a:rPr>
              <a:t>Purwokerto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mematuhi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standar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keamanan</a:t>
            </a:r>
            <a:r>
              <a:rPr lang="en-ID" sz="1050" dirty="0">
                <a:latin typeface="+mn-lt"/>
              </a:rPr>
              <a:t> ISO 27001. </a:t>
            </a:r>
            <a:r>
              <a:rPr lang="en-ID" sz="1050" dirty="0" err="1">
                <a:latin typeface="+mn-lt"/>
              </a:rPr>
              <a:t>Temuan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mungkin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mencakup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identifikasi</a:t>
            </a:r>
            <a:r>
              <a:rPr lang="en-ID" sz="1050" dirty="0">
                <a:latin typeface="+mn-lt"/>
              </a:rPr>
              <a:t> area </a:t>
            </a:r>
            <a:r>
              <a:rPr lang="en-ID" sz="1050" dirty="0" err="1">
                <a:latin typeface="+mn-lt"/>
              </a:rPr>
              <a:t>kelemahan</a:t>
            </a:r>
            <a:r>
              <a:rPr lang="en-ID" sz="1050" dirty="0">
                <a:latin typeface="+mn-lt"/>
              </a:rPr>
              <a:t> dan </a:t>
            </a:r>
            <a:r>
              <a:rPr lang="en-ID" sz="1050" dirty="0" err="1">
                <a:latin typeface="+mn-lt"/>
              </a:rPr>
              <a:t>potensi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risiko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keamanan</a:t>
            </a:r>
            <a:r>
              <a:rPr lang="en-ID" sz="1050" dirty="0">
                <a:latin typeface="+mn-lt"/>
              </a:rPr>
              <a:t> yang </a:t>
            </a:r>
            <a:r>
              <a:rPr lang="en-ID" sz="1050" dirty="0" err="1">
                <a:latin typeface="+mn-lt"/>
              </a:rPr>
              <a:t>perlu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 err="1">
                <a:latin typeface="+mn-lt"/>
              </a:rPr>
              <a:t>ditangani</a:t>
            </a:r>
            <a:r>
              <a:rPr lang="en-ID" sz="1050" dirty="0">
                <a:latin typeface="+mn-lt"/>
              </a:rPr>
              <a:t>.</a:t>
            </a:r>
          </a:p>
        </p:txBody>
      </p:sp>
      <p:pic>
        <p:nvPicPr>
          <p:cNvPr id="1240" name="Google Shape;1240;p31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27143" r="27143"/>
          <a:stretch/>
        </p:blipFill>
        <p:spPr>
          <a:xfrm>
            <a:off x="713225" y="539500"/>
            <a:ext cx="2787000" cy="4064400"/>
          </a:xfrm>
          <a:prstGeom prst="snip2DiagRect">
            <a:avLst>
              <a:gd name="adj1" fmla="val 0"/>
              <a:gd name="adj2" fmla="val 21599"/>
            </a:avLst>
          </a:prstGeom>
        </p:spPr>
      </p:pic>
      <p:grpSp>
        <p:nvGrpSpPr>
          <p:cNvPr id="1241" name="Google Shape;1241;p31"/>
          <p:cNvGrpSpPr/>
          <p:nvPr/>
        </p:nvGrpSpPr>
        <p:grpSpPr>
          <a:xfrm>
            <a:off x="237431" y="64537"/>
            <a:ext cx="951612" cy="950150"/>
            <a:chOff x="422275" y="2508250"/>
            <a:chExt cx="1033462" cy="1031875"/>
          </a:xfrm>
        </p:grpSpPr>
        <p:sp>
          <p:nvSpPr>
            <p:cNvPr id="1242" name="Google Shape;1242;p31"/>
            <p:cNvSpPr/>
            <p:nvPr/>
          </p:nvSpPr>
          <p:spPr>
            <a:xfrm>
              <a:off x="422275" y="3025775"/>
              <a:ext cx="84138" cy="217488"/>
            </a:xfrm>
            <a:custGeom>
              <a:avLst/>
              <a:gdLst/>
              <a:ahLst/>
              <a:cxnLst/>
              <a:rect l="l" t="t" r="r" b="b"/>
              <a:pathLst>
                <a:path w="49" h="129" extrusionOk="0">
                  <a:moveTo>
                    <a:pt x="29" y="129"/>
                  </a:moveTo>
                  <a:cubicBezTo>
                    <a:pt x="10" y="88"/>
                    <a:pt x="0" y="45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41"/>
                    <a:pt x="32" y="82"/>
                    <a:pt x="49" y="119"/>
                  </a:cubicBezTo>
                  <a:lnTo>
                    <a:pt x="29" y="12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31"/>
            <p:cNvSpPr/>
            <p:nvPr/>
          </p:nvSpPr>
          <p:spPr>
            <a:xfrm>
              <a:off x="509588" y="3287713"/>
              <a:ext cx="176213" cy="174625"/>
            </a:xfrm>
            <a:custGeom>
              <a:avLst/>
              <a:gdLst/>
              <a:ahLst/>
              <a:cxnLst/>
              <a:rect l="l" t="t" r="r" b="b"/>
              <a:pathLst>
                <a:path w="105" h="103" extrusionOk="0">
                  <a:moveTo>
                    <a:pt x="93" y="103"/>
                  </a:moveTo>
                  <a:cubicBezTo>
                    <a:pt x="56" y="80"/>
                    <a:pt x="24" y="49"/>
                    <a:pt x="0" y="1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41" y="34"/>
                    <a:pt x="71" y="63"/>
                    <a:pt x="105" y="84"/>
                  </a:cubicBezTo>
                  <a:lnTo>
                    <a:pt x="93" y="103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31"/>
            <p:cNvSpPr/>
            <p:nvPr/>
          </p:nvSpPr>
          <p:spPr>
            <a:xfrm>
              <a:off x="728663" y="3460750"/>
              <a:ext cx="96838" cy="65087"/>
            </a:xfrm>
            <a:custGeom>
              <a:avLst/>
              <a:gdLst/>
              <a:ahLst/>
              <a:cxnLst/>
              <a:rect l="l" t="t" r="r" b="b"/>
              <a:pathLst>
                <a:path w="58" h="39" extrusionOk="0">
                  <a:moveTo>
                    <a:pt x="52" y="39"/>
                  </a:moveTo>
                  <a:cubicBezTo>
                    <a:pt x="34" y="34"/>
                    <a:pt x="17" y="28"/>
                    <a:pt x="0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5" y="7"/>
                    <a:pt x="41" y="12"/>
                    <a:pt x="58" y="16"/>
                  </a:cubicBezTo>
                  <a:lnTo>
                    <a:pt x="52" y="3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31"/>
            <p:cNvSpPr/>
            <p:nvPr/>
          </p:nvSpPr>
          <p:spPr>
            <a:xfrm>
              <a:off x="874713" y="3465513"/>
              <a:ext cx="260350" cy="74612"/>
            </a:xfrm>
            <a:custGeom>
              <a:avLst/>
              <a:gdLst/>
              <a:ahLst/>
              <a:cxnLst/>
              <a:rect l="l" t="t" r="r" b="b"/>
              <a:pathLst>
                <a:path w="154" h="44" extrusionOk="0">
                  <a:moveTo>
                    <a:pt x="38" y="44"/>
                  </a:moveTo>
                  <a:cubicBezTo>
                    <a:pt x="25" y="44"/>
                    <a:pt x="13" y="44"/>
                    <a:pt x="0" y="42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15" y="21"/>
                    <a:pt x="26" y="22"/>
                    <a:pt x="38" y="22"/>
                  </a:cubicBezTo>
                  <a:cubicBezTo>
                    <a:pt x="75" y="22"/>
                    <a:pt x="111" y="14"/>
                    <a:pt x="145" y="0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17" y="37"/>
                    <a:pt x="78" y="44"/>
                    <a:pt x="38" y="4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31"/>
            <p:cNvSpPr/>
            <p:nvPr/>
          </p:nvSpPr>
          <p:spPr>
            <a:xfrm>
              <a:off x="1198563" y="3281363"/>
              <a:ext cx="174625" cy="176212"/>
            </a:xfrm>
            <a:custGeom>
              <a:avLst/>
              <a:gdLst/>
              <a:ahLst/>
              <a:cxnLst/>
              <a:rect l="l" t="t" r="r" b="b"/>
              <a:pathLst>
                <a:path w="103" h="104" extrusionOk="0">
                  <a:moveTo>
                    <a:pt x="12" y="104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33" y="63"/>
                    <a:pt x="63" y="34"/>
                    <a:pt x="84" y="0"/>
                  </a:cubicBezTo>
                  <a:cubicBezTo>
                    <a:pt x="103" y="12"/>
                    <a:pt x="103" y="12"/>
                    <a:pt x="103" y="12"/>
                  </a:cubicBezTo>
                  <a:cubicBezTo>
                    <a:pt x="80" y="49"/>
                    <a:pt x="49" y="81"/>
                    <a:pt x="12" y="10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31"/>
            <p:cNvSpPr/>
            <p:nvPr/>
          </p:nvSpPr>
          <p:spPr>
            <a:xfrm>
              <a:off x="1406525" y="2925763"/>
              <a:ext cx="49212" cy="198437"/>
            </a:xfrm>
            <a:custGeom>
              <a:avLst/>
              <a:gdLst/>
              <a:ahLst/>
              <a:cxnLst/>
              <a:rect l="l" t="t" r="r" b="b"/>
              <a:pathLst>
                <a:path w="29" h="118" extrusionOk="0">
                  <a:moveTo>
                    <a:pt x="23" y="118"/>
                  </a:moveTo>
                  <a:cubicBezTo>
                    <a:pt x="0" y="113"/>
                    <a:pt x="0" y="113"/>
                    <a:pt x="0" y="113"/>
                  </a:cubicBezTo>
                  <a:cubicBezTo>
                    <a:pt x="4" y="95"/>
                    <a:pt x="6" y="77"/>
                    <a:pt x="6" y="59"/>
                  </a:cubicBezTo>
                  <a:cubicBezTo>
                    <a:pt x="6" y="40"/>
                    <a:pt x="4" y="22"/>
                    <a:pt x="0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19"/>
                    <a:pt x="29" y="39"/>
                    <a:pt x="29" y="59"/>
                  </a:cubicBezTo>
                  <a:cubicBezTo>
                    <a:pt x="29" y="78"/>
                    <a:pt x="27" y="98"/>
                    <a:pt x="23" y="118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31"/>
            <p:cNvSpPr/>
            <p:nvPr/>
          </p:nvSpPr>
          <p:spPr>
            <a:xfrm>
              <a:off x="1219200" y="2606675"/>
              <a:ext cx="198437" cy="242888"/>
            </a:xfrm>
            <a:custGeom>
              <a:avLst/>
              <a:gdLst/>
              <a:ahLst/>
              <a:cxnLst/>
              <a:rect l="l" t="t" r="r" b="b"/>
              <a:pathLst>
                <a:path w="118" h="144" extrusionOk="0">
                  <a:moveTo>
                    <a:pt x="97" y="144"/>
                  </a:moveTo>
                  <a:cubicBezTo>
                    <a:pt x="77" y="94"/>
                    <a:pt x="44" y="51"/>
                    <a:pt x="0" y="1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1" y="35"/>
                    <a:pt x="97" y="81"/>
                    <a:pt x="118" y="135"/>
                  </a:cubicBezTo>
                  <a:lnTo>
                    <a:pt x="97" y="144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1"/>
            <p:cNvSpPr/>
            <p:nvPr/>
          </p:nvSpPr>
          <p:spPr>
            <a:xfrm>
              <a:off x="877888" y="2508250"/>
              <a:ext cx="315913" cy="101600"/>
            </a:xfrm>
            <a:custGeom>
              <a:avLst/>
              <a:gdLst/>
              <a:ahLst/>
              <a:cxnLst/>
              <a:rect l="l" t="t" r="r" b="b"/>
              <a:pathLst>
                <a:path w="187" h="60" extrusionOk="0">
                  <a:moveTo>
                    <a:pt x="176" y="60"/>
                  </a:moveTo>
                  <a:cubicBezTo>
                    <a:pt x="134" y="36"/>
                    <a:pt x="85" y="23"/>
                    <a:pt x="36" y="23"/>
                  </a:cubicBezTo>
                  <a:cubicBezTo>
                    <a:pt x="25" y="23"/>
                    <a:pt x="14" y="23"/>
                    <a:pt x="3" y="2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2" y="0"/>
                    <a:pt x="24" y="0"/>
                    <a:pt x="36" y="0"/>
                  </a:cubicBezTo>
                  <a:cubicBezTo>
                    <a:pt x="89" y="0"/>
                    <a:pt x="142" y="14"/>
                    <a:pt x="187" y="40"/>
                  </a:cubicBezTo>
                  <a:lnTo>
                    <a:pt x="176" y="60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1"/>
            <p:cNvSpPr/>
            <p:nvPr/>
          </p:nvSpPr>
          <p:spPr>
            <a:xfrm>
              <a:off x="665163" y="2522538"/>
              <a:ext cx="160337" cy="95250"/>
            </a:xfrm>
            <a:custGeom>
              <a:avLst/>
              <a:gdLst/>
              <a:ahLst/>
              <a:cxnLst/>
              <a:rect l="l" t="t" r="r" b="b"/>
              <a:pathLst>
                <a:path w="95" h="57" extrusionOk="0">
                  <a:moveTo>
                    <a:pt x="12" y="57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28" y="21"/>
                    <a:pt x="58" y="8"/>
                    <a:pt x="89" y="0"/>
                  </a:cubicBezTo>
                  <a:cubicBezTo>
                    <a:pt x="95" y="23"/>
                    <a:pt x="95" y="23"/>
                    <a:pt x="95" y="23"/>
                  </a:cubicBezTo>
                  <a:cubicBezTo>
                    <a:pt x="65" y="30"/>
                    <a:pt x="38" y="41"/>
                    <a:pt x="12" y="57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31"/>
            <p:cNvSpPr/>
            <p:nvPr/>
          </p:nvSpPr>
          <p:spPr>
            <a:xfrm>
              <a:off x="431800" y="2651125"/>
              <a:ext cx="177800" cy="284163"/>
            </a:xfrm>
            <a:custGeom>
              <a:avLst/>
              <a:gdLst/>
              <a:ahLst/>
              <a:cxnLst/>
              <a:rect l="l" t="t" r="r" b="b"/>
              <a:pathLst>
                <a:path w="106" h="169" extrusionOk="0">
                  <a:moveTo>
                    <a:pt x="23" y="169"/>
                  </a:moveTo>
                  <a:cubicBezTo>
                    <a:pt x="0" y="165"/>
                    <a:pt x="0" y="165"/>
                    <a:pt x="0" y="165"/>
                  </a:cubicBezTo>
                  <a:cubicBezTo>
                    <a:pt x="12" y="101"/>
                    <a:pt x="43" y="44"/>
                    <a:pt x="90" y="0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63" y="57"/>
                    <a:pt x="34" y="110"/>
                    <a:pt x="23" y="169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31"/>
            <p:cNvSpPr/>
            <p:nvPr/>
          </p:nvSpPr>
          <p:spPr>
            <a:xfrm>
              <a:off x="520700" y="3173413"/>
              <a:ext cx="111125" cy="152400"/>
            </a:xfrm>
            <a:custGeom>
              <a:avLst/>
              <a:gdLst/>
              <a:ahLst/>
              <a:cxnLst/>
              <a:rect l="l" t="t" r="r" b="b"/>
              <a:pathLst>
                <a:path w="66" h="90" extrusionOk="0">
                  <a:moveTo>
                    <a:pt x="52" y="90"/>
                  </a:moveTo>
                  <a:cubicBezTo>
                    <a:pt x="29" y="66"/>
                    <a:pt x="12" y="38"/>
                    <a:pt x="0" y="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28"/>
                    <a:pt x="45" y="55"/>
                    <a:pt x="66" y="77"/>
                  </a:cubicBezTo>
                  <a:lnTo>
                    <a:pt x="52" y="90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31"/>
            <p:cNvSpPr/>
            <p:nvPr/>
          </p:nvSpPr>
          <p:spPr>
            <a:xfrm>
              <a:off x="649288" y="3340100"/>
              <a:ext cx="290512" cy="131762"/>
            </a:xfrm>
            <a:custGeom>
              <a:avLst/>
              <a:gdLst/>
              <a:ahLst/>
              <a:cxnLst/>
              <a:rect l="l" t="t" r="r" b="b"/>
              <a:pathLst>
                <a:path w="172" h="78" extrusionOk="0">
                  <a:moveTo>
                    <a:pt x="172" y="78"/>
                  </a:moveTo>
                  <a:cubicBezTo>
                    <a:pt x="109" y="78"/>
                    <a:pt x="48" y="55"/>
                    <a:pt x="0" y="1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7" y="38"/>
                    <a:pt x="113" y="59"/>
                    <a:pt x="172" y="59"/>
                  </a:cubicBezTo>
                  <a:lnTo>
                    <a:pt x="172" y="7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31"/>
            <p:cNvSpPr/>
            <p:nvPr/>
          </p:nvSpPr>
          <p:spPr>
            <a:xfrm>
              <a:off x="1025525" y="3335338"/>
              <a:ext cx="207963" cy="127000"/>
            </a:xfrm>
            <a:custGeom>
              <a:avLst/>
              <a:gdLst/>
              <a:ahLst/>
              <a:cxnLst/>
              <a:rect l="l" t="t" r="r" b="b"/>
              <a:pathLst>
                <a:path w="124" h="75" extrusionOk="0">
                  <a:moveTo>
                    <a:pt x="4" y="75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41" y="48"/>
                    <a:pt x="80" y="28"/>
                    <a:pt x="112" y="0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90" y="45"/>
                    <a:pt x="49" y="66"/>
                    <a:pt x="4" y="7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31"/>
            <p:cNvSpPr/>
            <p:nvPr/>
          </p:nvSpPr>
          <p:spPr>
            <a:xfrm>
              <a:off x="1246188" y="3165475"/>
              <a:ext cx="112712" cy="160337"/>
            </a:xfrm>
            <a:custGeom>
              <a:avLst/>
              <a:gdLst/>
              <a:ahLst/>
              <a:cxnLst/>
              <a:rect l="l" t="t" r="r" b="b"/>
              <a:pathLst>
                <a:path w="67" h="95" extrusionOk="0">
                  <a:moveTo>
                    <a:pt x="14" y="9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2" y="58"/>
                    <a:pt x="38" y="30"/>
                    <a:pt x="49" y="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56" y="39"/>
                    <a:pt x="37" y="69"/>
                    <a:pt x="14" y="9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31"/>
            <p:cNvSpPr/>
            <p:nvPr/>
          </p:nvSpPr>
          <p:spPr>
            <a:xfrm>
              <a:off x="1341438" y="2919413"/>
              <a:ext cx="44450" cy="182562"/>
            </a:xfrm>
            <a:custGeom>
              <a:avLst/>
              <a:gdLst/>
              <a:ahLst/>
              <a:cxnLst/>
              <a:rect l="l" t="t" r="r" b="b"/>
              <a:pathLst>
                <a:path w="26" h="109" extrusionOk="0">
                  <a:moveTo>
                    <a:pt x="22" y="109"/>
                  </a:moveTo>
                  <a:cubicBezTo>
                    <a:pt x="3" y="106"/>
                    <a:pt x="3" y="106"/>
                    <a:pt x="3" y="106"/>
                  </a:cubicBezTo>
                  <a:cubicBezTo>
                    <a:pt x="6" y="92"/>
                    <a:pt x="7" y="77"/>
                    <a:pt x="7" y="63"/>
                  </a:cubicBezTo>
                  <a:cubicBezTo>
                    <a:pt x="7" y="43"/>
                    <a:pt x="5" y="23"/>
                    <a:pt x="0" y="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3" y="20"/>
                    <a:pt x="26" y="41"/>
                    <a:pt x="26" y="63"/>
                  </a:cubicBezTo>
                  <a:cubicBezTo>
                    <a:pt x="26" y="78"/>
                    <a:pt x="25" y="94"/>
                    <a:pt x="22" y="109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31"/>
            <p:cNvSpPr/>
            <p:nvPr/>
          </p:nvSpPr>
          <p:spPr>
            <a:xfrm>
              <a:off x="1244600" y="2720975"/>
              <a:ext cx="112712" cy="155575"/>
            </a:xfrm>
            <a:custGeom>
              <a:avLst/>
              <a:gdLst/>
              <a:ahLst/>
              <a:cxnLst/>
              <a:rect l="l" t="t" r="r" b="b"/>
              <a:pathLst>
                <a:path w="67" h="92" extrusionOk="0">
                  <a:moveTo>
                    <a:pt x="49" y="92"/>
                  </a:moveTo>
                  <a:cubicBezTo>
                    <a:pt x="38" y="63"/>
                    <a:pt x="21" y="36"/>
                    <a:pt x="0" y="1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7" y="25"/>
                    <a:pt x="55" y="54"/>
                    <a:pt x="67" y="85"/>
                  </a:cubicBezTo>
                  <a:lnTo>
                    <a:pt x="49" y="92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31"/>
            <p:cNvSpPr/>
            <p:nvPr/>
          </p:nvSpPr>
          <p:spPr>
            <a:xfrm>
              <a:off x="1030288" y="2587625"/>
              <a:ext cx="192087" cy="115887"/>
            </a:xfrm>
            <a:custGeom>
              <a:avLst/>
              <a:gdLst/>
              <a:ahLst/>
              <a:cxnLst/>
              <a:rect l="l" t="t" r="r" b="b"/>
              <a:pathLst>
                <a:path w="114" h="68" extrusionOk="0">
                  <a:moveTo>
                    <a:pt x="102" y="68"/>
                  </a:moveTo>
                  <a:cubicBezTo>
                    <a:pt x="72" y="44"/>
                    <a:pt x="37" y="27"/>
                    <a:pt x="0" y="1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4" y="9"/>
                    <a:pt x="82" y="27"/>
                    <a:pt x="114" y="53"/>
                  </a:cubicBezTo>
                  <a:lnTo>
                    <a:pt x="102" y="6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31"/>
            <p:cNvSpPr/>
            <p:nvPr/>
          </p:nvSpPr>
          <p:spPr>
            <a:xfrm>
              <a:off x="706438" y="2576513"/>
              <a:ext cx="276225" cy="92075"/>
            </a:xfrm>
            <a:custGeom>
              <a:avLst/>
              <a:gdLst/>
              <a:ahLst/>
              <a:cxnLst/>
              <a:rect l="l" t="t" r="r" b="b"/>
              <a:pathLst>
                <a:path w="164" h="55" extrusionOk="0">
                  <a:moveTo>
                    <a:pt x="10" y="55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42" y="14"/>
                    <a:pt x="89" y="0"/>
                    <a:pt x="138" y="0"/>
                  </a:cubicBezTo>
                  <a:cubicBezTo>
                    <a:pt x="146" y="0"/>
                    <a:pt x="155" y="1"/>
                    <a:pt x="164" y="2"/>
                  </a:cubicBezTo>
                  <a:cubicBezTo>
                    <a:pt x="162" y="21"/>
                    <a:pt x="162" y="21"/>
                    <a:pt x="162" y="21"/>
                  </a:cubicBezTo>
                  <a:cubicBezTo>
                    <a:pt x="154" y="20"/>
                    <a:pt x="146" y="20"/>
                    <a:pt x="138" y="20"/>
                  </a:cubicBezTo>
                  <a:cubicBezTo>
                    <a:pt x="93" y="20"/>
                    <a:pt x="49" y="32"/>
                    <a:pt x="10" y="5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31"/>
            <p:cNvSpPr/>
            <p:nvPr/>
          </p:nvSpPr>
          <p:spPr>
            <a:xfrm>
              <a:off x="523875" y="2673350"/>
              <a:ext cx="155575" cy="195263"/>
            </a:xfrm>
            <a:custGeom>
              <a:avLst/>
              <a:gdLst/>
              <a:ahLst/>
              <a:cxnLst/>
              <a:rect l="l" t="t" r="r" b="b"/>
              <a:pathLst>
                <a:path w="92" h="115" extrusionOk="0">
                  <a:moveTo>
                    <a:pt x="18" y="115"/>
                  </a:moveTo>
                  <a:cubicBezTo>
                    <a:pt x="0" y="108"/>
                    <a:pt x="0" y="108"/>
                    <a:pt x="0" y="108"/>
                  </a:cubicBezTo>
                  <a:cubicBezTo>
                    <a:pt x="17" y="66"/>
                    <a:pt x="45" y="29"/>
                    <a:pt x="81" y="0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59" y="41"/>
                    <a:pt x="34" y="76"/>
                    <a:pt x="18" y="11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31"/>
            <p:cNvSpPr/>
            <p:nvPr/>
          </p:nvSpPr>
          <p:spPr>
            <a:xfrm>
              <a:off x="492125" y="2916238"/>
              <a:ext cx="44450" cy="211138"/>
            </a:xfrm>
            <a:custGeom>
              <a:avLst/>
              <a:gdLst/>
              <a:ahLst/>
              <a:cxnLst/>
              <a:rect l="l" t="t" r="r" b="b"/>
              <a:pathLst>
                <a:path w="26" h="125" extrusionOk="0">
                  <a:moveTo>
                    <a:pt x="7" y="125"/>
                  </a:moveTo>
                  <a:cubicBezTo>
                    <a:pt x="2" y="105"/>
                    <a:pt x="0" y="84"/>
                    <a:pt x="0" y="64"/>
                  </a:cubicBezTo>
                  <a:cubicBezTo>
                    <a:pt x="0" y="42"/>
                    <a:pt x="2" y="21"/>
                    <a:pt x="7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1" y="24"/>
                    <a:pt x="19" y="44"/>
                    <a:pt x="19" y="64"/>
                  </a:cubicBezTo>
                  <a:cubicBezTo>
                    <a:pt x="19" y="83"/>
                    <a:pt x="21" y="102"/>
                    <a:pt x="25" y="121"/>
                  </a:cubicBezTo>
                  <a:lnTo>
                    <a:pt x="7" y="125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31"/>
            <p:cNvSpPr/>
            <p:nvPr/>
          </p:nvSpPr>
          <p:spPr>
            <a:xfrm>
              <a:off x="939800" y="3117850"/>
              <a:ext cx="366713" cy="287337"/>
            </a:xfrm>
            <a:custGeom>
              <a:avLst/>
              <a:gdLst/>
              <a:ahLst/>
              <a:cxnLst/>
              <a:rect l="l" t="t" r="r" b="b"/>
              <a:pathLst>
                <a:path w="218" h="170" extrusionOk="0">
                  <a:moveTo>
                    <a:pt x="0" y="170"/>
                  </a:moveTo>
                  <a:cubicBezTo>
                    <a:pt x="0" y="161"/>
                    <a:pt x="0" y="161"/>
                    <a:pt x="0" y="161"/>
                  </a:cubicBezTo>
                  <a:cubicBezTo>
                    <a:pt x="98" y="161"/>
                    <a:pt x="183" y="95"/>
                    <a:pt x="209" y="0"/>
                  </a:cubicBezTo>
                  <a:cubicBezTo>
                    <a:pt x="218" y="3"/>
                    <a:pt x="218" y="3"/>
                    <a:pt x="218" y="3"/>
                  </a:cubicBezTo>
                  <a:cubicBezTo>
                    <a:pt x="192" y="101"/>
                    <a:pt x="102" y="170"/>
                    <a:pt x="0" y="1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31"/>
            <p:cNvSpPr/>
            <p:nvPr/>
          </p:nvSpPr>
          <p:spPr>
            <a:xfrm>
              <a:off x="1298575" y="2960688"/>
              <a:ext cx="20638" cy="65088"/>
            </a:xfrm>
            <a:custGeom>
              <a:avLst/>
              <a:gdLst/>
              <a:ahLst/>
              <a:cxnLst/>
              <a:rect l="l" t="t" r="r" b="b"/>
              <a:pathLst>
                <a:path w="12" h="38" extrusionOk="0">
                  <a:moveTo>
                    <a:pt x="12" y="38"/>
                  </a:moveTo>
                  <a:cubicBezTo>
                    <a:pt x="3" y="38"/>
                    <a:pt x="3" y="38"/>
                    <a:pt x="3" y="38"/>
                  </a:cubicBezTo>
                  <a:cubicBezTo>
                    <a:pt x="3" y="26"/>
                    <a:pt x="2" y="13"/>
                    <a:pt x="0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12"/>
                    <a:pt x="12" y="25"/>
                    <a:pt x="12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31"/>
            <p:cNvSpPr/>
            <p:nvPr/>
          </p:nvSpPr>
          <p:spPr>
            <a:xfrm>
              <a:off x="1169988" y="2730500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29" y="36"/>
                  </a:moveTo>
                  <a:cubicBezTo>
                    <a:pt x="20" y="26"/>
                    <a:pt x="10" y="16"/>
                    <a:pt x="0" y="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9"/>
                    <a:pt x="27" y="19"/>
                    <a:pt x="36" y="30"/>
                  </a:cubicBezTo>
                  <a:lnTo>
                    <a:pt x="29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31"/>
            <p:cNvSpPr/>
            <p:nvPr/>
          </p:nvSpPr>
          <p:spPr>
            <a:xfrm>
              <a:off x="979488" y="2646363"/>
              <a:ext cx="173037" cy="76200"/>
            </a:xfrm>
            <a:custGeom>
              <a:avLst/>
              <a:gdLst/>
              <a:ahLst/>
              <a:cxnLst/>
              <a:rect l="l" t="t" r="r" b="b"/>
              <a:pathLst>
                <a:path w="103" h="45" extrusionOk="0">
                  <a:moveTo>
                    <a:pt x="97" y="45"/>
                  </a:moveTo>
                  <a:cubicBezTo>
                    <a:pt x="69" y="25"/>
                    <a:pt x="35" y="13"/>
                    <a:pt x="0" y="9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8" y="4"/>
                    <a:pt x="73" y="17"/>
                    <a:pt x="103" y="37"/>
                  </a:cubicBezTo>
                  <a:lnTo>
                    <a:pt x="97" y="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31"/>
            <p:cNvSpPr/>
            <p:nvPr/>
          </p:nvSpPr>
          <p:spPr>
            <a:xfrm>
              <a:off x="860425" y="2643188"/>
              <a:ext cx="79375" cy="23812"/>
            </a:xfrm>
            <a:custGeom>
              <a:avLst/>
              <a:gdLst/>
              <a:ahLst/>
              <a:cxnLst/>
              <a:rect l="l" t="t" r="r" b="b"/>
              <a:pathLst>
                <a:path w="47" h="14" extrusionOk="0">
                  <a:moveTo>
                    <a:pt x="2" y="14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5" y="2"/>
                    <a:pt x="31" y="0"/>
                    <a:pt x="47" y="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32" y="10"/>
                    <a:pt x="16" y="11"/>
                    <a:pt x="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31"/>
            <p:cNvSpPr/>
            <p:nvPr/>
          </p:nvSpPr>
          <p:spPr>
            <a:xfrm>
              <a:off x="576263" y="2673350"/>
              <a:ext cx="219075" cy="239712"/>
            </a:xfrm>
            <a:custGeom>
              <a:avLst/>
              <a:gdLst/>
              <a:ahLst/>
              <a:cxnLst/>
              <a:rect l="l" t="t" r="r" b="b"/>
              <a:pathLst>
                <a:path w="130" h="142" extrusionOk="0">
                  <a:moveTo>
                    <a:pt x="9" y="142"/>
                  </a:moveTo>
                  <a:cubicBezTo>
                    <a:pt x="0" y="139"/>
                    <a:pt x="0" y="139"/>
                    <a:pt x="0" y="139"/>
                  </a:cubicBezTo>
                  <a:cubicBezTo>
                    <a:pt x="20" y="77"/>
                    <a:pt x="66" y="26"/>
                    <a:pt x="126" y="0"/>
                  </a:cubicBezTo>
                  <a:cubicBezTo>
                    <a:pt x="130" y="9"/>
                    <a:pt x="130" y="9"/>
                    <a:pt x="130" y="9"/>
                  </a:cubicBezTo>
                  <a:cubicBezTo>
                    <a:pt x="72" y="34"/>
                    <a:pt x="28" y="82"/>
                    <a:pt x="9" y="1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31"/>
            <p:cNvSpPr/>
            <p:nvPr/>
          </p:nvSpPr>
          <p:spPr>
            <a:xfrm>
              <a:off x="557213" y="2947988"/>
              <a:ext cx="23812" cy="77787"/>
            </a:xfrm>
            <a:custGeom>
              <a:avLst/>
              <a:gdLst/>
              <a:ahLst/>
              <a:cxnLst/>
              <a:rect l="l" t="t" r="r" b="b"/>
              <a:pathLst>
                <a:path w="14" h="46" extrusionOk="0">
                  <a:moveTo>
                    <a:pt x="10" y="46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30"/>
                    <a:pt x="2" y="15"/>
                    <a:pt x="5" y="0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1" y="16"/>
                    <a:pt x="10" y="31"/>
                    <a:pt x="10" y="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31"/>
            <p:cNvSpPr/>
            <p:nvPr/>
          </p:nvSpPr>
          <p:spPr>
            <a:xfrm>
              <a:off x="576263" y="3135313"/>
              <a:ext cx="155575" cy="201613"/>
            </a:xfrm>
            <a:custGeom>
              <a:avLst/>
              <a:gdLst/>
              <a:ahLst/>
              <a:cxnLst/>
              <a:rect l="l" t="t" r="r" b="b"/>
              <a:pathLst>
                <a:path w="92" h="120" extrusionOk="0">
                  <a:moveTo>
                    <a:pt x="87" y="120"/>
                  </a:moveTo>
                  <a:cubicBezTo>
                    <a:pt x="46" y="92"/>
                    <a:pt x="15" y="50"/>
                    <a:pt x="0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3" y="46"/>
                    <a:pt x="53" y="85"/>
                    <a:pt x="92" y="112"/>
                  </a:cubicBezTo>
                  <a:lnTo>
                    <a:pt x="87" y="1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31"/>
            <p:cNvSpPr/>
            <p:nvPr/>
          </p:nvSpPr>
          <p:spPr>
            <a:xfrm>
              <a:off x="777875" y="3354388"/>
              <a:ext cx="53975" cy="33338"/>
            </a:xfrm>
            <a:custGeom>
              <a:avLst/>
              <a:gdLst/>
              <a:ahLst/>
              <a:cxnLst/>
              <a:rect l="l" t="t" r="r" b="b"/>
              <a:pathLst>
                <a:path w="32" h="20" extrusionOk="0">
                  <a:moveTo>
                    <a:pt x="29" y="20"/>
                  </a:moveTo>
                  <a:cubicBezTo>
                    <a:pt x="19" y="17"/>
                    <a:pt x="9" y="13"/>
                    <a:pt x="0" y="9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3" y="4"/>
                    <a:pt x="22" y="8"/>
                    <a:pt x="32" y="11"/>
                  </a:cubicBezTo>
                  <a:lnTo>
                    <a:pt x="29" y="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701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28"/>
          <p:cNvSpPr txBox="1">
            <a:spLocks noGrp="1"/>
          </p:cNvSpPr>
          <p:nvPr>
            <p:ph type="ctrTitle"/>
          </p:nvPr>
        </p:nvSpPr>
        <p:spPr>
          <a:xfrm>
            <a:off x="603945" y="255673"/>
            <a:ext cx="2058775" cy="8160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</a:rPr>
              <a:t>QUIZ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1126" name="Google Shape;1126;p28"/>
          <p:cNvSpPr txBox="1">
            <a:spLocks noGrp="1"/>
          </p:cNvSpPr>
          <p:nvPr>
            <p:ph type="subTitle" idx="1"/>
          </p:nvPr>
        </p:nvSpPr>
        <p:spPr>
          <a:xfrm>
            <a:off x="713341" y="1071761"/>
            <a:ext cx="4156200" cy="13906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+mj-lt"/>
              </a:rPr>
              <a:t>1. (key : </a:t>
            </a:r>
            <a:r>
              <a:rPr lang="en-US" dirty="0" err="1">
                <a:latin typeface="+mj-lt"/>
              </a:rPr>
              <a:t>huruf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tiga</a:t>
            </a:r>
            <a:r>
              <a:rPr lang="en-US" dirty="0">
                <a:latin typeface="+mj-lt"/>
              </a:rPr>
              <a:t>) Nama </a:t>
            </a:r>
            <a:r>
              <a:rPr lang="en-US" dirty="0" err="1">
                <a:latin typeface="+mj-lt"/>
              </a:rPr>
              <a:t>saudara</a:t>
            </a:r>
            <a:r>
              <a:rPr lang="en-US" dirty="0">
                <a:latin typeface="+mj-lt"/>
              </a:rPr>
              <a:t>/</a:t>
            </a:r>
            <a:r>
              <a:rPr lang="en-US" dirty="0" err="1">
                <a:latin typeface="+mj-lt"/>
              </a:rPr>
              <a:t>saudari</a:t>
            </a:r>
            <a:r>
              <a:rPr lang="en-US" dirty="0">
                <a:latin typeface="+mj-lt"/>
              </a:rPr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+mj-lt"/>
              </a:rPr>
              <a:t>2. (key : </a:t>
            </a:r>
            <a:r>
              <a:rPr lang="en-US" dirty="0" err="1">
                <a:latin typeface="+mj-lt"/>
              </a:rPr>
              <a:t>huruf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ke</a:t>
            </a:r>
            <a:r>
              <a:rPr lang="en-US" dirty="0">
                <a:latin typeface="+mj-lt"/>
              </a:rPr>
              <a:t> dua) Database Security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+mj-lt"/>
              </a:rPr>
              <a:t>3. (key : </a:t>
            </a:r>
            <a:r>
              <a:rPr lang="en-US" dirty="0" err="1">
                <a:latin typeface="+mj-lt"/>
              </a:rPr>
              <a:t>huruf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pertama</a:t>
            </a:r>
            <a:r>
              <a:rPr lang="en-US" dirty="0">
                <a:latin typeface="+mj-lt"/>
              </a:rPr>
              <a:t>) Quotes </a:t>
            </a:r>
            <a:r>
              <a:rPr lang="en-US" dirty="0" err="1">
                <a:latin typeface="+mj-lt"/>
              </a:rPr>
              <a:t>dalam</a:t>
            </a:r>
            <a:r>
              <a:rPr lang="en-US" dirty="0">
                <a:latin typeface="+mj-lt"/>
              </a:rPr>
              <a:t> Bahasa </a:t>
            </a:r>
            <a:r>
              <a:rPr lang="en-US" dirty="0" err="1">
                <a:latin typeface="+mj-lt"/>
              </a:rPr>
              <a:t>Inggris</a:t>
            </a:r>
            <a:endParaRPr dirty="0">
              <a:latin typeface="+mj-lt"/>
            </a:endParaRPr>
          </a:p>
        </p:txBody>
      </p:sp>
      <p:pic>
        <p:nvPicPr>
          <p:cNvPr id="1127" name="Google Shape;1127;p28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t="14445" b="14445"/>
          <a:stretch/>
        </p:blipFill>
        <p:spPr>
          <a:xfrm>
            <a:off x="5183575" y="539500"/>
            <a:ext cx="3960300" cy="4064400"/>
          </a:xfrm>
          <a:prstGeom prst="snip2DiagRect">
            <a:avLst>
              <a:gd name="adj1" fmla="val 0"/>
              <a:gd name="adj2" fmla="val 27171"/>
            </a:avLst>
          </a:prstGeom>
        </p:spPr>
      </p:pic>
      <p:grpSp>
        <p:nvGrpSpPr>
          <p:cNvPr id="1128" name="Google Shape;1128;p28"/>
          <p:cNvGrpSpPr/>
          <p:nvPr/>
        </p:nvGrpSpPr>
        <p:grpSpPr>
          <a:xfrm>
            <a:off x="4572002" y="415286"/>
            <a:ext cx="1025928" cy="248431"/>
            <a:chOff x="4287838" y="1025525"/>
            <a:chExt cx="708025" cy="171450"/>
          </a:xfrm>
        </p:grpSpPr>
        <p:sp>
          <p:nvSpPr>
            <p:cNvPr id="1129" name="Google Shape;1129;p28"/>
            <p:cNvSpPr/>
            <p:nvPr/>
          </p:nvSpPr>
          <p:spPr>
            <a:xfrm>
              <a:off x="4914900" y="1025525"/>
              <a:ext cx="80963" cy="171450"/>
            </a:xfrm>
            <a:custGeom>
              <a:avLst/>
              <a:gdLst/>
              <a:ahLst/>
              <a:cxnLst/>
              <a:rect l="l" t="t" r="r" b="b"/>
              <a:pathLst>
                <a:path w="51" h="108" extrusionOk="0">
                  <a:moveTo>
                    <a:pt x="38" y="0"/>
                  </a:moveTo>
                  <a:lnTo>
                    <a:pt x="51" y="10"/>
                  </a:lnTo>
                  <a:lnTo>
                    <a:pt x="21" y="54"/>
                  </a:lnTo>
                  <a:lnTo>
                    <a:pt x="51" y="99"/>
                  </a:lnTo>
                  <a:lnTo>
                    <a:pt x="38" y="108"/>
                  </a:lnTo>
                  <a:lnTo>
                    <a:pt x="0" y="5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28"/>
            <p:cNvSpPr/>
            <p:nvPr/>
          </p:nvSpPr>
          <p:spPr>
            <a:xfrm>
              <a:off x="4846638" y="1025525"/>
              <a:ext cx="80963" cy="171450"/>
            </a:xfrm>
            <a:custGeom>
              <a:avLst/>
              <a:gdLst/>
              <a:ahLst/>
              <a:cxnLst/>
              <a:rect l="l" t="t" r="r" b="b"/>
              <a:pathLst>
                <a:path w="51" h="108" extrusionOk="0">
                  <a:moveTo>
                    <a:pt x="37" y="0"/>
                  </a:moveTo>
                  <a:lnTo>
                    <a:pt x="51" y="10"/>
                  </a:lnTo>
                  <a:lnTo>
                    <a:pt x="20" y="54"/>
                  </a:lnTo>
                  <a:lnTo>
                    <a:pt x="51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28"/>
            <p:cNvSpPr/>
            <p:nvPr/>
          </p:nvSpPr>
          <p:spPr>
            <a:xfrm>
              <a:off x="4776788" y="1025525"/>
              <a:ext cx="79375" cy="171450"/>
            </a:xfrm>
            <a:custGeom>
              <a:avLst/>
              <a:gdLst/>
              <a:ahLst/>
              <a:cxnLst/>
              <a:rect l="l" t="t" r="r" b="b"/>
              <a:pathLst>
                <a:path w="50" h="108" extrusionOk="0">
                  <a:moveTo>
                    <a:pt x="37" y="0"/>
                  </a:moveTo>
                  <a:lnTo>
                    <a:pt x="50" y="10"/>
                  </a:lnTo>
                  <a:lnTo>
                    <a:pt x="19" y="54"/>
                  </a:lnTo>
                  <a:lnTo>
                    <a:pt x="50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28"/>
            <p:cNvSpPr/>
            <p:nvPr/>
          </p:nvSpPr>
          <p:spPr>
            <a:xfrm>
              <a:off x="4706938" y="1025525"/>
              <a:ext cx="80963" cy="171450"/>
            </a:xfrm>
            <a:custGeom>
              <a:avLst/>
              <a:gdLst/>
              <a:ahLst/>
              <a:cxnLst/>
              <a:rect l="l" t="t" r="r" b="b"/>
              <a:pathLst>
                <a:path w="51" h="108" extrusionOk="0">
                  <a:moveTo>
                    <a:pt x="37" y="0"/>
                  </a:moveTo>
                  <a:lnTo>
                    <a:pt x="51" y="10"/>
                  </a:lnTo>
                  <a:lnTo>
                    <a:pt x="20" y="54"/>
                  </a:lnTo>
                  <a:lnTo>
                    <a:pt x="51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28"/>
            <p:cNvSpPr/>
            <p:nvPr/>
          </p:nvSpPr>
          <p:spPr>
            <a:xfrm>
              <a:off x="4637088" y="1025525"/>
              <a:ext cx="79375" cy="171450"/>
            </a:xfrm>
            <a:custGeom>
              <a:avLst/>
              <a:gdLst/>
              <a:ahLst/>
              <a:cxnLst/>
              <a:rect l="l" t="t" r="r" b="b"/>
              <a:pathLst>
                <a:path w="50" h="108" extrusionOk="0">
                  <a:moveTo>
                    <a:pt x="37" y="0"/>
                  </a:moveTo>
                  <a:lnTo>
                    <a:pt x="50" y="10"/>
                  </a:lnTo>
                  <a:lnTo>
                    <a:pt x="19" y="54"/>
                  </a:lnTo>
                  <a:lnTo>
                    <a:pt x="50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28"/>
            <p:cNvSpPr/>
            <p:nvPr/>
          </p:nvSpPr>
          <p:spPr>
            <a:xfrm>
              <a:off x="4568825" y="1025525"/>
              <a:ext cx="77788" cy="171450"/>
            </a:xfrm>
            <a:custGeom>
              <a:avLst/>
              <a:gdLst/>
              <a:ahLst/>
              <a:cxnLst/>
              <a:rect l="l" t="t" r="r" b="b"/>
              <a:pathLst>
                <a:path w="49" h="108" extrusionOk="0">
                  <a:moveTo>
                    <a:pt x="37" y="0"/>
                  </a:moveTo>
                  <a:lnTo>
                    <a:pt x="49" y="10"/>
                  </a:lnTo>
                  <a:lnTo>
                    <a:pt x="19" y="54"/>
                  </a:lnTo>
                  <a:lnTo>
                    <a:pt x="49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28"/>
            <p:cNvSpPr/>
            <p:nvPr/>
          </p:nvSpPr>
          <p:spPr>
            <a:xfrm>
              <a:off x="4497388" y="1025525"/>
              <a:ext cx="80963" cy="171450"/>
            </a:xfrm>
            <a:custGeom>
              <a:avLst/>
              <a:gdLst/>
              <a:ahLst/>
              <a:cxnLst/>
              <a:rect l="l" t="t" r="r" b="b"/>
              <a:pathLst>
                <a:path w="51" h="108" extrusionOk="0">
                  <a:moveTo>
                    <a:pt x="37" y="0"/>
                  </a:moveTo>
                  <a:lnTo>
                    <a:pt x="51" y="10"/>
                  </a:lnTo>
                  <a:lnTo>
                    <a:pt x="20" y="54"/>
                  </a:lnTo>
                  <a:lnTo>
                    <a:pt x="51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28"/>
            <p:cNvSpPr/>
            <p:nvPr/>
          </p:nvSpPr>
          <p:spPr>
            <a:xfrm>
              <a:off x="4427538" y="1025525"/>
              <a:ext cx="79375" cy="171450"/>
            </a:xfrm>
            <a:custGeom>
              <a:avLst/>
              <a:gdLst/>
              <a:ahLst/>
              <a:cxnLst/>
              <a:rect l="l" t="t" r="r" b="b"/>
              <a:pathLst>
                <a:path w="50" h="108" extrusionOk="0">
                  <a:moveTo>
                    <a:pt x="38" y="0"/>
                  </a:moveTo>
                  <a:lnTo>
                    <a:pt x="50" y="10"/>
                  </a:lnTo>
                  <a:lnTo>
                    <a:pt x="20" y="54"/>
                  </a:lnTo>
                  <a:lnTo>
                    <a:pt x="50" y="99"/>
                  </a:lnTo>
                  <a:lnTo>
                    <a:pt x="38" y="108"/>
                  </a:lnTo>
                  <a:lnTo>
                    <a:pt x="0" y="54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28"/>
            <p:cNvSpPr/>
            <p:nvPr/>
          </p:nvSpPr>
          <p:spPr>
            <a:xfrm>
              <a:off x="4359275" y="1025525"/>
              <a:ext cx="79375" cy="171450"/>
            </a:xfrm>
            <a:custGeom>
              <a:avLst/>
              <a:gdLst/>
              <a:ahLst/>
              <a:cxnLst/>
              <a:rect l="l" t="t" r="r" b="b"/>
              <a:pathLst>
                <a:path w="50" h="108" extrusionOk="0">
                  <a:moveTo>
                    <a:pt x="37" y="0"/>
                  </a:moveTo>
                  <a:lnTo>
                    <a:pt x="50" y="10"/>
                  </a:lnTo>
                  <a:lnTo>
                    <a:pt x="19" y="54"/>
                  </a:lnTo>
                  <a:lnTo>
                    <a:pt x="50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28"/>
            <p:cNvSpPr/>
            <p:nvPr/>
          </p:nvSpPr>
          <p:spPr>
            <a:xfrm>
              <a:off x="4287838" y="1025525"/>
              <a:ext cx="80963" cy="171450"/>
            </a:xfrm>
            <a:custGeom>
              <a:avLst/>
              <a:gdLst/>
              <a:ahLst/>
              <a:cxnLst/>
              <a:rect l="l" t="t" r="r" b="b"/>
              <a:pathLst>
                <a:path w="51" h="108" extrusionOk="0">
                  <a:moveTo>
                    <a:pt x="37" y="0"/>
                  </a:moveTo>
                  <a:lnTo>
                    <a:pt x="51" y="10"/>
                  </a:lnTo>
                  <a:lnTo>
                    <a:pt x="20" y="54"/>
                  </a:lnTo>
                  <a:lnTo>
                    <a:pt x="51" y="99"/>
                  </a:lnTo>
                  <a:lnTo>
                    <a:pt x="37" y="108"/>
                  </a:lnTo>
                  <a:lnTo>
                    <a:pt x="0" y="54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9" name="Google Shape;1139;p28"/>
          <p:cNvGrpSpPr/>
          <p:nvPr/>
        </p:nvGrpSpPr>
        <p:grpSpPr>
          <a:xfrm>
            <a:off x="7706075" y="3880100"/>
            <a:ext cx="1449389" cy="1447800"/>
            <a:chOff x="5502275" y="4098925"/>
            <a:chExt cx="1449389" cy="1447800"/>
          </a:xfrm>
        </p:grpSpPr>
        <p:sp>
          <p:nvSpPr>
            <p:cNvPr id="1140" name="Google Shape;1140;p28"/>
            <p:cNvSpPr/>
            <p:nvPr/>
          </p:nvSpPr>
          <p:spPr>
            <a:xfrm>
              <a:off x="5502275" y="4098925"/>
              <a:ext cx="1449389" cy="1447800"/>
            </a:xfrm>
            <a:custGeom>
              <a:avLst/>
              <a:gdLst/>
              <a:ahLst/>
              <a:cxnLst/>
              <a:rect l="l" t="t" r="r" b="b"/>
              <a:pathLst>
                <a:path w="859" h="858" extrusionOk="0">
                  <a:moveTo>
                    <a:pt x="430" y="858"/>
                  </a:moveTo>
                  <a:cubicBezTo>
                    <a:pt x="193" y="858"/>
                    <a:pt x="0" y="665"/>
                    <a:pt x="0" y="429"/>
                  </a:cubicBezTo>
                  <a:cubicBezTo>
                    <a:pt x="0" y="192"/>
                    <a:pt x="193" y="0"/>
                    <a:pt x="430" y="0"/>
                  </a:cubicBezTo>
                  <a:cubicBezTo>
                    <a:pt x="666" y="0"/>
                    <a:pt x="859" y="192"/>
                    <a:pt x="859" y="429"/>
                  </a:cubicBezTo>
                  <a:cubicBezTo>
                    <a:pt x="859" y="665"/>
                    <a:pt x="666" y="858"/>
                    <a:pt x="430" y="858"/>
                  </a:cubicBezTo>
                  <a:close/>
                  <a:moveTo>
                    <a:pt x="430" y="10"/>
                  </a:moveTo>
                  <a:cubicBezTo>
                    <a:pt x="199" y="10"/>
                    <a:pt x="11" y="198"/>
                    <a:pt x="11" y="429"/>
                  </a:cubicBezTo>
                  <a:cubicBezTo>
                    <a:pt x="11" y="659"/>
                    <a:pt x="199" y="847"/>
                    <a:pt x="430" y="847"/>
                  </a:cubicBezTo>
                  <a:cubicBezTo>
                    <a:pt x="660" y="847"/>
                    <a:pt x="848" y="659"/>
                    <a:pt x="848" y="429"/>
                  </a:cubicBezTo>
                  <a:cubicBezTo>
                    <a:pt x="848" y="198"/>
                    <a:pt x="660" y="10"/>
                    <a:pt x="430" y="1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28"/>
            <p:cNvSpPr/>
            <p:nvPr/>
          </p:nvSpPr>
          <p:spPr>
            <a:xfrm>
              <a:off x="5548313" y="4143375"/>
              <a:ext cx="1357313" cy="1358900"/>
            </a:xfrm>
            <a:custGeom>
              <a:avLst/>
              <a:gdLst/>
              <a:ahLst/>
              <a:cxnLst/>
              <a:rect l="l" t="t" r="r" b="b"/>
              <a:pathLst>
                <a:path w="805" h="805" extrusionOk="0">
                  <a:moveTo>
                    <a:pt x="403" y="805"/>
                  </a:moveTo>
                  <a:cubicBezTo>
                    <a:pt x="180" y="805"/>
                    <a:pt x="0" y="625"/>
                    <a:pt x="0" y="403"/>
                  </a:cubicBezTo>
                  <a:cubicBezTo>
                    <a:pt x="0" y="181"/>
                    <a:pt x="180" y="0"/>
                    <a:pt x="403" y="0"/>
                  </a:cubicBezTo>
                  <a:cubicBezTo>
                    <a:pt x="625" y="0"/>
                    <a:pt x="805" y="181"/>
                    <a:pt x="805" y="403"/>
                  </a:cubicBezTo>
                  <a:cubicBezTo>
                    <a:pt x="805" y="625"/>
                    <a:pt x="625" y="805"/>
                    <a:pt x="403" y="805"/>
                  </a:cubicBezTo>
                  <a:close/>
                  <a:moveTo>
                    <a:pt x="403" y="7"/>
                  </a:moveTo>
                  <a:cubicBezTo>
                    <a:pt x="184" y="7"/>
                    <a:pt x="7" y="185"/>
                    <a:pt x="7" y="403"/>
                  </a:cubicBezTo>
                  <a:cubicBezTo>
                    <a:pt x="7" y="621"/>
                    <a:pt x="184" y="798"/>
                    <a:pt x="403" y="798"/>
                  </a:cubicBezTo>
                  <a:cubicBezTo>
                    <a:pt x="621" y="798"/>
                    <a:pt x="798" y="621"/>
                    <a:pt x="798" y="403"/>
                  </a:cubicBezTo>
                  <a:cubicBezTo>
                    <a:pt x="798" y="185"/>
                    <a:pt x="621" y="7"/>
                    <a:pt x="403" y="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28"/>
            <p:cNvSpPr/>
            <p:nvPr/>
          </p:nvSpPr>
          <p:spPr>
            <a:xfrm>
              <a:off x="5595938" y="4192588"/>
              <a:ext cx="1262063" cy="1262063"/>
            </a:xfrm>
            <a:custGeom>
              <a:avLst/>
              <a:gdLst/>
              <a:ahLst/>
              <a:cxnLst/>
              <a:rect l="l" t="t" r="r" b="b"/>
              <a:pathLst>
                <a:path w="749" h="748" extrusionOk="0">
                  <a:moveTo>
                    <a:pt x="375" y="748"/>
                  </a:moveTo>
                  <a:cubicBezTo>
                    <a:pt x="375" y="748"/>
                    <a:pt x="375" y="748"/>
                    <a:pt x="375" y="748"/>
                  </a:cubicBezTo>
                  <a:cubicBezTo>
                    <a:pt x="372" y="748"/>
                    <a:pt x="369" y="748"/>
                    <a:pt x="366" y="748"/>
                  </a:cubicBezTo>
                  <a:cubicBezTo>
                    <a:pt x="367" y="689"/>
                    <a:pt x="367" y="689"/>
                    <a:pt x="367" y="689"/>
                  </a:cubicBezTo>
                  <a:cubicBezTo>
                    <a:pt x="370" y="689"/>
                    <a:pt x="372" y="689"/>
                    <a:pt x="375" y="689"/>
                  </a:cubicBezTo>
                  <a:lnTo>
                    <a:pt x="375" y="748"/>
                  </a:lnTo>
                  <a:close/>
                  <a:moveTo>
                    <a:pt x="382" y="748"/>
                  </a:moveTo>
                  <a:cubicBezTo>
                    <a:pt x="381" y="689"/>
                    <a:pt x="381" y="689"/>
                    <a:pt x="381" y="689"/>
                  </a:cubicBezTo>
                  <a:cubicBezTo>
                    <a:pt x="383" y="689"/>
                    <a:pt x="386" y="689"/>
                    <a:pt x="388" y="689"/>
                  </a:cubicBezTo>
                  <a:cubicBezTo>
                    <a:pt x="390" y="747"/>
                    <a:pt x="390" y="747"/>
                    <a:pt x="390" y="747"/>
                  </a:cubicBezTo>
                  <a:cubicBezTo>
                    <a:pt x="388" y="747"/>
                    <a:pt x="385" y="748"/>
                    <a:pt x="382" y="748"/>
                  </a:cubicBezTo>
                  <a:close/>
                  <a:moveTo>
                    <a:pt x="359" y="747"/>
                  </a:moveTo>
                  <a:cubicBezTo>
                    <a:pt x="356" y="747"/>
                    <a:pt x="353" y="747"/>
                    <a:pt x="350" y="747"/>
                  </a:cubicBezTo>
                  <a:cubicBezTo>
                    <a:pt x="354" y="689"/>
                    <a:pt x="354" y="689"/>
                    <a:pt x="354" y="689"/>
                  </a:cubicBezTo>
                  <a:cubicBezTo>
                    <a:pt x="356" y="689"/>
                    <a:pt x="359" y="689"/>
                    <a:pt x="361" y="689"/>
                  </a:cubicBezTo>
                  <a:lnTo>
                    <a:pt x="359" y="747"/>
                  </a:lnTo>
                  <a:close/>
                  <a:moveTo>
                    <a:pt x="398" y="747"/>
                  </a:moveTo>
                  <a:cubicBezTo>
                    <a:pt x="394" y="689"/>
                    <a:pt x="394" y="689"/>
                    <a:pt x="394" y="689"/>
                  </a:cubicBezTo>
                  <a:cubicBezTo>
                    <a:pt x="397" y="688"/>
                    <a:pt x="399" y="688"/>
                    <a:pt x="401" y="688"/>
                  </a:cubicBezTo>
                  <a:cubicBezTo>
                    <a:pt x="406" y="746"/>
                    <a:pt x="406" y="746"/>
                    <a:pt x="406" y="746"/>
                  </a:cubicBezTo>
                  <a:cubicBezTo>
                    <a:pt x="403" y="747"/>
                    <a:pt x="401" y="747"/>
                    <a:pt x="398" y="747"/>
                  </a:cubicBezTo>
                  <a:close/>
                  <a:moveTo>
                    <a:pt x="343" y="746"/>
                  </a:moveTo>
                  <a:cubicBezTo>
                    <a:pt x="340" y="746"/>
                    <a:pt x="337" y="746"/>
                    <a:pt x="334" y="746"/>
                  </a:cubicBezTo>
                  <a:cubicBezTo>
                    <a:pt x="341" y="687"/>
                    <a:pt x="341" y="687"/>
                    <a:pt x="341" y="687"/>
                  </a:cubicBezTo>
                  <a:cubicBezTo>
                    <a:pt x="343" y="688"/>
                    <a:pt x="345" y="688"/>
                    <a:pt x="348" y="688"/>
                  </a:cubicBezTo>
                  <a:lnTo>
                    <a:pt x="343" y="746"/>
                  </a:lnTo>
                  <a:close/>
                  <a:moveTo>
                    <a:pt x="414" y="746"/>
                  </a:moveTo>
                  <a:cubicBezTo>
                    <a:pt x="407" y="688"/>
                    <a:pt x="407" y="688"/>
                    <a:pt x="407" y="688"/>
                  </a:cubicBezTo>
                  <a:cubicBezTo>
                    <a:pt x="410" y="687"/>
                    <a:pt x="412" y="687"/>
                    <a:pt x="415" y="687"/>
                  </a:cubicBezTo>
                  <a:cubicBezTo>
                    <a:pt x="422" y="745"/>
                    <a:pt x="422" y="745"/>
                    <a:pt x="422" y="745"/>
                  </a:cubicBezTo>
                  <a:cubicBezTo>
                    <a:pt x="419" y="745"/>
                    <a:pt x="416" y="745"/>
                    <a:pt x="414" y="746"/>
                  </a:cubicBezTo>
                  <a:close/>
                  <a:moveTo>
                    <a:pt x="327" y="745"/>
                  </a:moveTo>
                  <a:cubicBezTo>
                    <a:pt x="324" y="744"/>
                    <a:pt x="321" y="744"/>
                    <a:pt x="319" y="744"/>
                  </a:cubicBezTo>
                  <a:cubicBezTo>
                    <a:pt x="327" y="686"/>
                    <a:pt x="327" y="686"/>
                    <a:pt x="327" y="686"/>
                  </a:cubicBezTo>
                  <a:cubicBezTo>
                    <a:pt x="330" y="686"/>
                    <a:pt x="332" y="686"/>
                    <a:pt x="334" y="687"/>
                  </a:cubicBezTo>
                  <a:lnTo>
                    <a:pt x="327" y="745"/>
                  </a:lnTo>
                  <a:close/>
                  <a:moveTo>
                    <a:pt x="429" y="744"/>
                  </a:moveTo>
                  <a:cubicBezTo>
                    <a:pt x="421" y="686"/>
                    <a:pt x="421" y="686"/>
                    <a:pt x="421" y="686"/>
                  </a:cubicBezTo>
                  <a:cubicBezTo>
                    <a:pt x="423" y="686"/>
                    <a:pt x="426" y="685"/>
                    <a:pt x="428" y="685"/>
                  </a:cubicBezTo>
                  <a:cubicBezTo>
                    <a:pt x="438" y="742"/>
                    <a:pt x="438" y="742"/>
                    <a:pt x="438" y="742"/>
                  </a:cubicBezTo>
                  <a:cubicBezTo>
                    <a:pt x="435" y="743"/>
                    <a:pt x="432" y="743"/>
                    <a:pt x="429" y="744"/>
                  </a:cubicBezTo>
                  <a:close/>
                  <a:moveTo>
                    <a:pt x="311" y="742"/>
                  </a:moveTo>
                  <a:cubicBezTo>
                    <a:pt x="309" y="742"/>
                    <a:pt x="306" y="741"/>
                    <a:pt x="303" y="741"/>
                  </a:cubicBezTo>
                  <a:cubicBezTo>
                    <a:pt x="314" y="683"/>
                    <a:pt x="314" y="683"/>
                    <a:pt x="314" y="683"/>
                  </a:cubicBezTo>
                  <a:cubicBezTo>
                    <a:pt x="316" y="684"/>
                    <a:pt x="319" y="684"/>
                    <a:pt x="321" y="685"/>
                  </a:cubicBezTo>
                  <a:lnTo>
                    <a:pt x="311" y="742"/>
                  </a:lnTo>
                  <a:close/>
                  <a:moveTo>
                    <a:pt x="445" y="741"/>
                  </a:moveTo>
                  <a:cubicBezTo>
                    <a:pt x="434" y="684"/>
                    <a:pt x="434" y="684"/>
                    <a:pt x="434" y="684"/>
                  </a:cubicBezTo>
                  <a:cubicBezTo>
                    <a:pt x="436" y="683"/>
                    <a:pt x="439" y="683"/>
                    <a:pt x="441" y="682"/>
                  </a:cubicBezTo>
                  <a:cubicBezTo>
                    <a:pt x="453" y="739"/>
                    <a:pt x="453" y="739"/>
                    <a:pt x="453" y="739"/>
                  </a:cubicBezTo>
                  <a:cubicBezTo>
                    <a:pt x="451" y="740"/>
                    <a:pt x="448" y="741"/>
                    <a:pt x="445" y="741"/>
                  </a:cubicBezTo>
                  <a:close/>
                  <a:moveTo>
                    <a:pt x="296" y="739"/>
                  </a:moveTo>
                  <a:cubicBezTo>
                    <a:pt x="293" y="739"/>
                    <a:pt x="290" y="738"/>
                    <a:pt x="287" y="737"/>
                  </a:cubicBezTo>
                  <a:cubicBezTo>
                    <a:pt x="301" y="681"/>
                    <a:pt x="301" y="681"/>
                    <a:pt x="301" y="681"/>
                  </a:cubicBezTo>
                  <a:cubicBezTo>
                    <a:pt x="303" y="681"/>
                    <a:pt x="306" y="682"/>
                    <a:pt x="308" y="682"/>
                  </a:cubicBezTo>
                  <a:lnTo>
                    <a:pt x="296" y="739"/>
                  </a:lnTo>
                  <a:close/>
                  <a:moveTo>
                    <a:pt x="460" y="738"/>
                  </a:moveTo>
                  <a:cubicBezTo>
                    <a:pt x="447" y="681"/>
                    <a:pt x="447" y="681"/>
                    <a:pt x="447" y="681"/>
                  </a:cubicBezTo>
                  <a:cubicBezTo>
                    <a:pt x="449" y="680"/>
                    <a:pt x="452" y="680"/>
                    <a:pt x="454" y="679"/>
                  </a:cubicBezTo>
                  <a:cubicBezTo>
                    <a:pt x="469" y="736"/>
                    <a:pt x="469" y="736"/>
                    <a:pt x="469" y="736"/>
                  </a:cubicBezTo>
                  <a:cubicBezTo>
                    <a:pt x="466" y="736"/>
                    <a:pt x="463" y="737"/>
                    <a:pt x="460" y="738"/>
                  </a:cubicBezTo>
                  <a:close/>
                  <a:moveTo>
                    <a:pt x="280" y="736"/>
                  </a:moveTo>
                  <a:cubicBezTo>
                    <a:pt x="278" y="735"/>
                    <a:pt x="275" y="734"/>
                    <a:pt x="272" y="733"/>
                  </a:cubicBezTo>
                  <a:cubicBezTo>
                    <a:pt x="288" y="677"/>
                    <a:pt x="288" y="677"/>
                    <a:pt x="288" y="677"/>
                  </a:cubicBezTo>
                  <a:cubicBezTo>
                    <a:pt x="290" y="678"/>
                    <a:pt x="293" y="679"/>
                    <a:pt x="295" y="679"/>
                  </a:cubicBezTo>
                  <a:lnTo>
                    <a:pt x="280" y="736"/>
                  </a:lnTo>
                  <a:close/>
                  <a:moveTo>
                    <a:pt x="476" y="734"/>
                  </a:moveTo>
                  <a:cubicBezTo>
                    <a:pt x="460" y="678"/>
                    <a:pt x="460" y="678"/>
                    <a:pt x="460" y="678"/>
                  </a:cubicBezTo>
                  <a:cubicBezTo>
                    <a:pt x="462" y="677"/>
                    <a:pt x="465" y="676"/>
                    <a:pt x="467" y="675"/>
                  </a:cubicBezTo>
                  <a:cubicBezTo>
                    <a:pt x="484" y="731"/>
                    <a:pt x="484" y="731"/>
                    <a:pt x="484" y="731"/>
                  </a:cubicBezTo>
                  <a:cubicBezTo>
                    <a:pt x="481" y="732"/>
                    <a:pt x="479" y="733"/>
                    <a:pt x="476" y="734"/>
                  </a:cubicBezTo>
                  <a:close/>
                  <a:moveTo>
                    <a:pt x="265" y="731"/>
                  </a:moveTo>
                  <a:cubicBezTo>
                    <a:pt x="262" y="731"/>
                    <a:pt x="260" y="730"/>
                    <a:pt x="257" y="729"/>
                  </a:cubicBezTo>
                  <a:cubicBezTo>
                    <a:pt x="275" y="673"/>
                    <a:pt x="275" y="673"/>
                    <a:pt x="275" y="673"/>
                  </a:cubicBezTo>
                  <a:cubicBezTo>
                    <a:pt x="278" y="674"/>
                    <a:pt x="280" y="675"/>
                    <a:pt x="282" y="676"/>
                  </a:cubicBezTo>
                  <a:lnTo>
                    <a:pt x="265" y="731"/>
                  </a:lnTo>
                  <a:close/>
                  <a:moveTo>
                    <a:pt x="491" y="729"/>
                  </a:moveTo>
                  <a:cubicBezTo>
                    <a:pt x="473" y="674"/>
                    <a:pt x="473" y="674"/>
                    <a:pt x="473" y="674"/>
                  </a:cubicBezTo>
                  <a:cubicBezTo>
                    <a:pt x="475" y="673"/>
                    <a:pt x="477" y="672"/>
                    <a:pt x="480" y="671"/>
                  </a:cubicBezTo>
                  <a:cubicBezTo>
                    <a:pt x="499" y="726"/>
                    <a:pt x="499" y="726"/>
                    <a:pt x="499" y="726"/>
                  </a:cubicBezTo>
                  <a:cubicBezTo>
                    <a:pt x="496" y="727"/>
                    <a:pt x="494" y="728"/>
                    <a:pt x="491" y="729"/>
                  </a:cubicBezTo>
                  <a:close/>
                  <a:moveTo>
                    <a:pt x="250" y="726"/>
                  </a:moveTo>
                  <a:cubicBezTo>
                    <a:pt x="247" y="725"/>
                    <a:pt x="244" y="724"/>
                    <a:pt x="242" y="723"/>
                  </a:cubicBezTo>
                  <a:cubicBezTo>
                    <a:pt x="263" y="669"/>
                    <a:pt x="263" y="669"/>
                    <a:pt x="263" y="669"/>
                  </a:cubicBezTo>
                  <a:cubicBezTo>
                    <a:pt x="265" y="670"/>
                    <a:pt x="267" y="671"/>
                    <a:pt x="269" y="671"/>
                  </a:cubicBezTo>
                  <a:lnTo>
                    <a:pt x="250" y="726"/>
                  </a:lnTo>
                  <a:close/>
                  <a:moveTo>
                    <a:pt x="506" y="724"/>
                  </a:moveTo>
                  <a:cubicBezTo>
                    <a:pt x="485" y="669"/>
                    <a:pt x="485" y="669"/>
                    <a:pt x="485" y="669"/>
                  </a:cubicBezTo>
                  <a:cubicBezTo>
                    <a:pt x="488" y="668"/>
                    <a:pt x="490" y="667"/>
                    <a:pt x="492" y="667"/>
                  </a:cubicBezTo>
                  <a:cubicBezTo>
                    <a:pt x="514" y="721"/>
                    <a:pt x="514" y="721"/>
                    <a:pt x="514" y="721"/>
                  </a:cubicBezTo>
                  <a:cubicBezTo>
                    <a:pt x="511" y="722"/>
                    <a:pt x="509" y="723"/>
                    <a:pt x="506" y="724"/>
                  </a:cubicBezTo>
                  <a:close/>
                  <a:moveTo>
                    <a:pt x="235" y="721"/>
                  </a:moveTo>
                  <a:cubicBezTo>
                    <a:pt x="232" y="720"/>
                    <a:pt x="230" y="719"/>
                    <a:pt x="227" y="718"/>
                  </a:cubicBezTo>
                  <a:cubicBezTo>
                    <a:pt x="250" y="664"/>
                    <a:pt x="250" y="664"/>
                    <a:pt x="250" y="664"/>
                  </a:cubicBezTo>
                  <a:cubicBezTo>
                    <a:pt x="252" y="665"/>
                    <a:pt x="255" y="666"/>
                    <a:pt x="257" y="667"/>
                  </a:cubicBezTo>
                  <a:lnTo>
                    <a:pt x="235" y="721"/>
                  </a:lnTo>
                  <a:close/>
                  <a:moveTo>
                    <a:pt x="521" y="718"/>
                  </a:moveTo>
                  <a:cubicBezTo>
                    <a:pt x="498" y="664"/>
                    <a:pt x="498" y="664"/>
                    <a:pt x="498" y="664"/>
                  </a:cubicBezTo>
                  <a:cubicBezTo>
                    <a:pt x="500" y="663"/>
                    <a:pt x="502" y="662"/>
                    <a:pt x="504" y="661"/>
                  </a:cubicBezTo>
                  <a:cubicBezTo>
                    <a:pt x="529" y="715"/>
                    <a:pt x="529" y="715"/>
                    <a:pt x="529" y="715"/>
                  </a:cubicBezTo>
                  <a:cubicBezTo>
                    <a:pt x="526" y="716"/>
                    <a:pt x="523" y="717"/>
                    <a:pt x="521" y="718"/>
                  </a:cubicBezTo>
                  <a:close/>
                  <a:moveTo>
                    <a:pt x="220" y="715"/>
                  </a:moveTo>
                  <a:cubicBezTo>
                    <a:pt x="218" y="713"/>
                    <a:pt x="215" y="712"/>
                    <a:pt x="213" y="711"/>
                  </a:cubicBezTo>
                  <a:cubicBezTo>
                    <a:pt x="238" y="658"/>
                    <a:pt x="238" y="658"/>
                    <a:pt x="238" y="658"/>
                  </a:cubicBezTo>
                  <a:cubicBezTo>
                    <a:pt x="240" y="659"/>
                    <a:pt x="242" y="660"/>
                    <a:pt x="245" y="661"/>
                  </a:cubicBezTo>
                  <a:lnTo>
                    <a:pt x="220" y="715"/>
                  </a:lnTo>
                  <a:close/>
                  <a:moveTo>
                    <a:pt x="535" y="712"/>
                  </a:moveTo>
                  <a:cubicBezTo>
                    <a:pt x="510" y="659"/>
                    <a:pt x="510" y="659"/>
                    <a:pt x="510" y="659"/>
                  </a:cubicBezTo>
                  <a:cubicBezTo>
                    <a:pt x="512" y="658"/>
                    <a:pt x="514" y="657"/>
                    <a:pt x="517" y="656"/>
                  </a:cubicBezTo>
                  <a:cubicBezTo>
                    <a:pt x="543" y="708"/>
                    <a:pt x="543" y="708"/>
                    <a:pt x="543" y="708"/>
                  </a:cubicBezTo>
                  <a:cubicBezTo>
                    <a:pt x="540" y="709"/>
                    <a:pt x="538" y="710"/>
                    <a:pt x="535" y="712"/>
                  </a:cubicBezTo>
                  <a:close/>
                  <a:moveTo>
                    <a:pt x="206" y="708"/>
                  </a:moveTo>
                  <a:cubicBezTo>
                    <a:pt x="203" y="706"/>
                    <a:pt x="201" y="705"/>
                    <a:pt x="198" y="704"/>
                  </a:cubicBezTo>
                  <a:cubicBezTo>
                    <a:pt x="226" y="652"/>
                    <a:pt x="226" y="652"/>
                    <a:pt x="226" y="652"/>
                  </a:cubicBezTo>
                  <a:cubicBezTo>
                    <a:pt x="228" y="653"/>
                    <a:pt x="230" y="654"/>
                    <a:pt x="232" y="656"/>
                  </a:cubicBezTo>
                  <a:lnTo>
                    <a:pt x="206" y="708"/>
                  </a:lnTo>
                  <a:close/>
                  <a:moveTo>
                    <a:pt x="549" y="704"/>
                  </a:moveTo>
                  <a:cubicBezTo>
                    <a:pt x="522" y="653"/>
                    <a:pt x="522" y="653"/>
                    <a:pt x="522" y="653"/>
                  </a:cubicBezTo>
                  <a:cubicBezTo>
                    <a:pt x="524" y="652"/>
                    <a:pt x="526" y="650"/>
                    <a:pt x="528" y="649"/>
                  </a:cubicBezTo>
                  <a:cubicBezTo>
                    <a:pt x="557" y="700"/>
                    <a:pt x="557" y="700"/>
                    <a:pt x="557" y="700"/>
                  </a:cubicBezTo>
                  <a:cubicBezTo>
                    <a:pt x="554" y="702"/>
                    <a:pt x="552" y="703"/>
                    <a:pt x="549" y="704"/>
                  </a:cubicBezTo>
                  <a:close/>
                  <a:moveTo>
                    <a:pt x="192" y="700"/>
                  </a:moveTo>
                  <a:cubicBezTo>
                    <a:pt x="189" y="699"/>
                    <a:pt x="187" y="697"/>
                    <a:pt x="184" y="696"/>
                  </a:cubicBezTo>
                  <a:cubicBezTo>
                    <a:pt x="214" y="646"/>
                    <a:pt x="214" y="646"/>
                    <a:pt x="214" y="646"/>
                  </a:cubicBezTo>
                  <a:cubicBezTo>
                    <a:pt x="216" y="647"/>
                    <a:pt x="218" y="648"/>
                    <a:pt x="221" y="649"/>
                  </a:cubicBezTo>
                  <a:lnTo>
                    <a:pt x="192" y="700"/>
                  </a:lnTo>
                  <a:close/>
                  <a:moveTo>
                    <a:pt x="563" y="697"/>
                  </a:moveTo>
                  <a:cubicBezTo>
                    <a:pt x="534" y="646"/>
                    <a:pt x="534" y="646"/>
                    <a:pt x="534" y="646"/>
                  </a:cubicBezTo>
                  <a:cubicBezTo>
                    <a:pt x="536" y="645"/>
                    <a:pt x="538" y="644"/>
                    <a:pt x="540" y="642"/>
                  </a:cubicBezTo>
                  <a:cubicBezTo>
                    <a:pt x="571" y="692"/>
                    <a:pt x="571" y="692"/>
                    <a:pt x="571" y="692"/>
                  </a:cubicBezTo>
                  <a:cubicBezTo>
                    <a:pt x="568" y="694"/>
                    <a:pt x="566" y="695"/>
                    <a:pt x="563" y="697"/>
                  </a:cubicBezTo>
                  <a:close/>
                  <a:moveTo>
                    <a:pt x="178" y="692"/>
                  </a:moveTo>
                  <a:cubicBezTo>
                    <a:pt x="176" y="691"/>
                    <a:pt x="173" y="689"/>
                    <a:pt x="171" y="688"/>
                  </a:cubicBezTo>
                  <a:cubicBezTo>
                    <a:pt x="203" y="638"/>
                    <a:pt x="203" y="638"/>
                    <a:pt x="203" y="638"/>
                  </a:cubicBezTo>
                  <a:cubicBezTo>
                    <a:pt x="205" y="640"/>
                    <a:pt x="207" y="641"/>
                    <a:pt x="209" y="642"/>
                  </a:cubicBezTo>
                  <a:lnTo>
                    <a:pt x="178" y="692"/>
                  </a:lnTo>
                  <a:close/>
                  <a:moveTo>
                    <a:pt x="577" y="688"/>
                  </a:moveTo>
                  <a:cubicBezTo>
                    <a:pt x="545" y="639"/>
                    <a:pt x="545" y="639"/>
                    <a:pt x="545" y="639"/>
                  </a:cubicBezTo>
                  <a:cubicBezTo>
                    <a:pt x="547" y="638"/>
                    <a:pt x="549" y="637"/>
                    <a:pt x="551" y="635"/>
                  </a:cubicBezTo>
                  <a:cubicBezTo>
                    <a:pt x="584" y="684"/>
                    <a:pt x="584" y="684"/>
                    <a:pt x="584" y="684"/>
                  </a:cubicBezTo>
                  <a:cubicBezTo>
                    <a:pt x="581" y="685"/>
                    <a:pt x="579" y="687"/>
                    <a:pt x="577" y="688"/>
                  </a:cubicBezTo>
                  <a:close/>
                  <a:moveTo>
                    <a:pt x="165" y="684"/>
                  </a:moveTo>
                  <a:cubicBezTo>
                    <a:pt x="163" y="682"/>
                    <a:pt x="160" y="680"/>
                    <a:pt x="158" y="679"/>
                  </a:cubicBezTo>
                  <a:cubicBezTo>
                    <a:pt x="192" y="631"/>
                    <a:pt x="192" y="631"/>
                    <a:pt x="192" y="631"/>
                  </a:cubicBezTo>
                  <a:cubicBezTo>
                    <a:pt x="194" y="632"/>
                    <a:pt x="196" y="634"/>
                    <a:pt x="198" y="635"/>
                  </a:cubicBezTo>
                  <a:lnTo>
                    <a:pt x="165" y="684"/>
                  </a:lnTo>
                  <a:close/>
                  <a:moveTo>
                    <a:pt x="590" y="680"/>
                  </a:moveTo>
                  <a:cubicBezTo>
                    <a:pt x="556" y="632"/>
                    <a:pt x="556" y="632"/>
                    <a:pt x="556" y="632"/>
                  </a:cubicBezTo>
                  <a:cubicBezTo>
                    <a:pt x="558" y="630"/>
                    <a:pt x="560" y="629"/>
                    <a:pt x="562" y="628"/>
                  </a:cubicBezTo>
                  <a:cubicBezTo>
                    <a:pt x="597" y="675"/>
                    <a:pt x="597" y="675"/>
                    <a:pt x="597" y="675"/>
                  </a:cubicBezTo>
                  <a:cubicBezTo>
                    <a:pt x="594" y="676"/>
                    <a:pt x="592" y="678"/>
                    <a:pt x="590" y="680"/>
                  </a:cubicBezTo>
                  <a:close/>
                  <a:moveTo>
                    <a:pt x="152" y="674"/>
                  </a:moveTo>
                  <a:cubicBezTo>
                    <a:pt x="150" y="673"/>
                    <a:pt x="147" y="671"/>
                    <a:pt x="145" y="669"/>
                  </a:cubicBezTo>
                  <a:cubicBezTo>
                    <a:pt x="181" y="623"/>
                    <a:pt x="181" y="623"/>
                    <a:pt x="181" y="623"/>
                  </a:cubicBezTo>
                  <a:cubicBezTo>
                    <a:pt x="183" y="624"/>
                    <a:pt x="185" y="626"/>
                    <a:pt x="187" y="627"/>
                  </a:cubicBezTo>
                  <a:lnTo>
                    <a:pt x="152" y="674"/>
                  </a:lnTo>
                  <a:close/>
                  <a:moveTo>
                    <a:pt x="603" y="670"/>
                  </a:moveTo>
                  <a:cubicBezTo>
                    <a:pt x="567" y="624"/>
                    <a:pt x="567" y="624"/>
                    <a:pt x="567" y="624"/>
                  </a:cubicBezTo>
                  <a:cubicBezTo>
                    <a:pt x="569" y="622"/>
                    <a:pt x="571" y="621"/>
                    <a:pt x="573" y="619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7" y="667"/>
                    <a:pt x="605" y="668"/>
                    <a:pt x="603" y="670"/>
                  </a:cubicBezTo>
                  <a:close/>
                  <a:moveTo>
                    <a:pt x="139" y="665"/>
                  </a:moveTo>
                  <a:cubicBezTo>
                    <a:pt x="137" y="663"/>
                    <a:pt x="135" y="661"/>
                    <a:pt x="133" y="659"/>
                  </a:cubicBezTo>
                  <a:cubicBezTo>
                    <a:pt x="171" y="614"/>
                    <a:pt x="171" y="614"/>
                    <a:pt x="171" y="614"/>
                  </a:cubicBezTo>
                  <a:cubicBezTo>
                    <a:pt x="172" y="616"/>
                    <a:pt x="174" y="618"/>
                    <a:pt x="176" y="619"/>
                  </a:cubicBezTo>
                  <a:lnTo>
                    <a:pt x="139" y="665"/>
                  </a:lnTo>
                  <a:close/>
                  <a:moveTo>
                    <a:pt x="615" y="660"/>
                  </a:moveTo>
                  <a:cubicBezTo>
                    <a:pt x="577" y="615"/>
                    <a:pt x="577" y="615"/>
                    <a:pt x="577" y="615"/>
                  </a:cubicBezTo>
                  <a:cubicBezTo>
                    <a:pt x="579" y="614"/>
                    <a:pt x="581" y="612"/>
                    <a:pt x="583" y="611"/>
                  </a:cubicBezTo>
                  <a:cubicBezTo>
                    <a:pt x="621" y="655"/>
                    <a:pt x="621" y="655"/>
                    <a:pt x="621" y="655"/>
                  </a:cubicBezTo>
                  <a:cubicBezTo>
                    <a:pt x="619" y="656"/>
                    <a:pt x="617" y="658"/>
                    <a:pt x="615" y="660"/>
                  </a:cubicBezTo>
                  <a:close/>
                  <a:moveTo>
                    <a:pt x="127" y="654"/>
                  </a:moveTo>
                  <a:cubicBezTo>
                    <a:pt x="125" y="652"/>
                    <a:pt x="123" y="651"/>
                    <a:pt x="121" y="649"/>
                  </a:cubicBezTo>
                  <a:cubicBezTo>
                    <a:pt x="161" y="606"/>
                    <a:pt x="161" y="606"/>
                    <a:pt x="161" y="606"/>
                  </a:cubicBezTo>
                  <a:cubicBezTo>
                    <a:pt x="162" y="607"/>
                    <a:pt x="164" y="609"/>
                    <a:pt x="166" y="610"/>
                  </a:cubicBezTo>
                  <a:lnTo>
                    <a:pt x="127" y="654"/>
                  </a:lnTo>
                  <a:close/>
                  <a:moveTo>
                    <a:pt x="627" y="650"/>
                  </a:moveTo>
                  <a:cubicBezTo>
                    <a:pt x="587" y="607"/>
                    <a:pt x="587" y="607"/>
                    <a:pt x="587" y="607"/>
                  </a:cubicBezTo>
                  <a:cubicBezTo>
                    <a:pt x="589" y="605"/>
                    <a:pt x="591" y="603"/>
                    <a:pt x="593" y="602"/>
                  </a:cubicBezTo>
                  <a:cubicBezTo>
                    <a:pt x="633" y="644"/>
                    <a:pt x="633" y="644"/>
                    <a:pt x="633" y="644"/>
                  </a:cubicBezTo>
                  <a:cubicBezTo>
                    <a:pt x="631" y="646"/>
                    <a:pt x="629" y="648"/>
                    <a:pt x="627" y="650"/>
                  </a:cubicBezTo>
                  <a:close/>
                  <a:moveTo>
                    <a:pt x="116" y="644"/>
                  </a:moveTo>
                  <a:cubicBezTo>
                    <a:pt x="114" y="642"/>
                    <a:pt x="111" y="640"/>
                    <a:pt x="109" y="638"/>
                  </a:cubicBezTo>
                  <a:cubicBezTo>
                    <a:pt x="151" y="596"/>
                    <a:pt x="151" y="596"/>
                    <a:pt x="151" y="596"/>
                  </a:cubicBezTo>
                  <a:cubicBezTo>
                    <a:pt x="153" y="598"/>
                    <a:pt x="154" y="600"/>
                    <a:pt x="156" y="601"/>
                  </a:cubicBezTo>
                  <a:lnTo>
                    <a:pt x="116" y="644"/>
                  </a:lnTo>
                  <a:close/>
                  <a:moveTo>
                    <a:pt x="638" y="639"/>
                  </a:moveTo>
                  <a:cubicBezTo>
                    <a:pt x="597" y="597"/>
                    <a:pt x="597" y="597"/>
                    <a:pt x="597" y="597"/>
                  </a:cubicBezTo>
                  <a:cubicBezTo>
                    <a:pt x="599" y="596"/>
                    <a:pt x="601" y="594"/>
                    <a:pt x="602" y="592"/>
                  </a:cubicBezTo>
                  <a:cubicBezTo>
                    <a:pt x="644" y="633"/>
                    <a:pt x="644" y="633"/>
                    <a:pt x="644" y="633"/>
                  </a:cubicBezTo>
                  <a:cubicBezTo>
                    <a:pt x="642" y="635"/>
                    <a:pt x="640" y="637"/>
                    <a:pt x="638" y="639"/>
                  </a:cubicBezTo>
                  <a:close/>
                  <a:moveTo>
                    <a:pt x="104" y="632"/>
                  </a:moveTo>
                  <a:cubicBezTo>
                    <a:pt x="102" y="630"/>
                    <a:pt x="100" y="628"/>
                    <a:pt x="98" y="626"/>
                  </a:cubicBezTo>
                  <a:cubicBezTo>
                    <a:pt x="142" y="587"/>
                    <a:pt x="142" y="587"/>
                    <a:pt x="142" y="587"/>
                  </a:cubicBezTo>
                  <a:cubicBezTo>
                    <a:pt x="143" y="588"/>
                    <a:pt x="145" y="590"/>
                    <a:pt x="147" y="592"/>
                  </a:cubicBezTo>
                  <a:lnTo>
                    <a:pt x="104" y="632"/>
                  </a:lnTo>
                  <a:close/>
                  <a:moveTo>
                    <a:pt x="649" y="627"/>
                  </a:moveTo>
                  <a:cubicBezTo>
                    <a:pt x="606" y="588"/>
                    <a:pt x="606" y="588"/>
                    <a:pt x="606" y="588"/>
                  </a:cubicBezTo>
                  <a:cubicBezTo>
                    <a:pt x="608" y="586"/>
                    <a:pt x="610" y="584"/>
                    <a:pt x="611" y="582"/>
                  </a:cubicBezTo>
                  <a:cubicBezTo>
                    <a:pt x="655" y="621"/>
                    <a:pt x="655" y="621"/>
                    <a:pt x="655" y="621"/>
                  </a:cubicBezTo>
                  <a:cubicBezTo>
                    <a:pt x="653" y="623"/>
                    <a:pt x="651" y="625"/>
                    <a:pt x="649" y="627"/>
                  </a:cubicBezTo>
                  <a:close/>
                  <a:moveTo>
                    <a:pt x="94" y="621"/>
                  </a:moveTo>
                  <a:cubicBezTo>
                    <a:pt x="92" y="619"/>
                    <a:pt x="90" y="616"/>
                    <a:pt x="88" y="614"/>
                  </a:cubicBezTo>
                  <a:cubicBezTo>
                    <a:pt x="133" y="577"/>
                    <a:pt x="133" y="577"/>
                    <a:pt x="133" y="577"/>
                  </a:cubicBezTo>
                  <a:cubicBezTo>
                    <a:pt x="134" y="578"/>
                    <a:pt x="136" y="580"/>
                    <a:pt x="138" y="582"/>
                  </a:cubicBezTo>
                  <a:lnTo>
                    <a:pt x="94" y="621"/>
                  </a:lnTo>
                  <a:close/>
                  <a:moveTo>
                    <a:pt x="660" y="616"/>
                  </a:moveTo>
                  <a:cubicBezTo>
                    <a:pt x="615" y="578"/>
                    <a:pt x="615" y="578"/>
                    <a:pt x="615" y="578"/>
                  </a:cubicBezTo>
                  <a:cubicBezTo>
                    <a:pt x="617" y="576"/>
                    <a:pt x="618" y="574"/>
                    <a:pt x="620" y="572"/>
                  </a:cubicBezTo>
                  <a:cubicBezTo>
                    <a:pt x="665" y="609"/>
                    <a:pt x="665" y="609"/>
                    <a:pt x="665" y="609"/>
                  </a:cubicBezTo>
                  <a:cubicBezTo>
                    <a:pt x="664" y="611"/>
                    <a:pt x="662" y="613"/>
                    <a:pt x="660" y="616"/>
                  </a:cubicBezTo>
                  <a:close/>
                  <a:moveTo>
                    <a:pt x="83" y="609"/>
                  </a:moveTo>
                  <a:cubicBezTo>
                    <a:pt x="82" y="606"/>
                    <a:pt x="80" y="604"/>
                    <a:pt x="78" y="602"/>
                  </a:cubicBezTo>
                  <a:cubicBezTo>
                    <a:pt x="124" y="566"/>
                    <a:pt x="124" y="566"/>
                    <a:pt x="124" y="566"/>
                  </a:cubicBezTo>
                  <a:cubicBezTo>
                    <a:pt x="126" y="568"/>
                    <a:pt x="127" y="570"/>
                    <a:pt x="129" y="572"/>
                  </a:cubicBezTo>
                  <a:lnTo>
                    <a:pt x="83" y="609"/>
                  </a:lnTo>
                  <a:close/>
                  <a:moveTo>
                    <a:pt x="670" y="603"/>
                  </a:moveTo>
                  <a:cubicBezTo>
                    <a:pt x="624" y="567"/>
                    <a:pt x="624" y="567"/>
                    <a:pt x="624" y="567"/>
                  </a:cubicBezTo>
                  <a:cubicBezTo>
                    <a:pt x="625" y="565"/>
                    <a:pt x="627" y="563"/>
                    <a:pt x="628" y="561"/>
                  </a:cubicBezTo>
                  <a:cubicBezTo>
                    <a:pt x="675" y="596"/>
                    <a:pt x="675" y="596"/>
                    <a:pt x="675" y="596"/>
                  </a:cubicBezTo>
                  <a:cubicBezTo>
                    <a:pt x="673" y="599"/>
                    <a:pt x="672" y="601"/>
                    <a:pt x="670" y="603"/>
                  </a:cubicBezTo>
                  <a:close/>
                  <a:moveTo>
                    <a:pt x="74" y="596"/>
                  </a:moveTo>
                  <a:cubicBezTo>
                    <a:pt x="72" y="594"/>
                    <a:pt x="70" y="591"/>
                    <a:pt x="69" y="589"/>
                  </a:cubicBezTo>
                  <a:cubicBezTo>
                    <a:pt x="116" y="555"/>
                    <a:pt x="116" y="555"/>
                    <a:pt x="116" y="555"/>
                  </a:cubicBezTo>
                  <a:cubicBezTo>
                    <a:pt x="118" y="557"/>
                    <a:pt x="119" y="559"/>
                    <a:pt x="121" y="561"/>
                  </a:cubicBezTo>
                  <a:lnTo>
                    <a:pt x="74" y="596"/>
                  </a:lnTo>
                  <a:close/>
                  <a:moveTo>
                    <a:pt x="679" y="590"/>
                  </a:moveTo>
                  <a:cubicBezTo>
                    <a:pt x="632" y="557"/>
                    <a:pt x="632" y="557"/>
                    <a:pt x="632" y="557"/>
                  </a:cubicBezTo>
                  <a:cubicBezTo>
                    <a:pt x="633" y="555"/>
                    <a:pt x="635" y="553"/>
                    <a:pt x="636" y="551"/>
                  </a:cubicBezTo>
                  <a:cubicBezTo>
                    <a:pt x="684" y="583"/>
                    <a:pt x="684" y="583"/>
                    <a:pt x="684" y="583"/>
                  </a:cubicBezTo>
                  <a:cubicBezTo>
                    <a:pt x="683" y="586"/>
                    <a:pt x="681" y="588"/>
                    <a:pt x="679" y="590"/>
                  </a:cubicBezTo>
                  <a:close/>
                  <a:moveTo>
                    <a:pt x="65" y="583"/>
                  </a:moveTo>
                  <a:cubicBezTo>
                    <a:pt x="63" y="581"/>
                    <a:pt x="61" y="578"/>
                    <a:pt x="60" y="576"/>
                  </a:cubicBezTo>
                  <a:cubicBezTo>
                    <a:pt x="109" y="544"/>
                    <a:pt x="109" y="544"/>
                    <a:pt x="109" y="544"/>
                  </a:cubicBezTo>
                  <a:cubicBezTo>
                    <a:pt x="110" y="546"/>
                    <a:pt x="112" y="548"/>
                    <a:pt x="113" y="550"/>
                  </a:cubicBezTo>
                  <a:lnTo>
                    <a:pt x="65" y="583"/>
                  </a:lnTo>
                  <a:close/>
                  <a:moveTo>
                    <a:pt x="688" y="577"/>
                  </a:moveTo>
                  <a:cubicBezTo>
                    <a:pt x="639" y="545"/>
                    <a:pt x="639" y="545"/>
                    <a:pt x="639" y="545"/>
                  </a:cubicBezTo>
                  <a:cubicBezTo>
                    <a:pt x="641" y="543"/>
                    <a:pt x="642" y="541"/>
                    <a:pt x="643" y="539"/>
                  </a:cubicBezTo>
                  <a:cubicBezTo>
                    <a:pt x="693" y="570"/>
                    <a:pt x="693" y="570"/>
                    <a:pt x="693" y="570"/>
                  </a:cubicBezTo>
                  <a:cubicBezTo>
                    <a:pt x="691" y="572"/>
                    <a:pt x="690" y="575"/>
                    <a:pt x="688" y="577"/>
                  </a:cubicBezTo>
                  <a:close/>
                  <a:moveTo>
                    <a:pt x="56" y="570"/>
                  </a:moveTo>
                  <a:cubicBezTo>
                    <a:pt x="54" y="567"/>
                    <a:pt x="53" y="565"/>
                    <a:pt x="52" y="562"/>
                  </a:cubicBezTo>
                  <a:cubicBezTo>
                    <a:pt x="102" y="533"/>
                    <a:pt x="102" y="533"/>
                    <a:pt x="102" y="533"/>
                  </a:cubicBezTo>
                  <a:cubicBezTo>
                    <a:pt x="103" y="535"/>
                    <a:pt x="104" y="537"/>
                    <a:pt x="106" y="539"/>
                  </a:cubicBezTo>
                  <a:lnTo>
                    <a:pt x="56" y="570"/>
                  </a:lnTo>
                  <a:close/>
                  <a:moveTo>
                    <a:pt x="697" y="564"/>
                  </a:moveTo>
                  <a:cubicBezTo>
                    <a:pt x="646" y="534"/>
                    <a:pt x="646" y="534"/>
                    <a:pt x="646" y="534"/>
                  </a:cubicBezTo>
                  <a:cubicBezTo>
                    <a:pt x="648" y="532"/>
                    <a:pt x="649" y="530"/>
                    <a:pt x="650" y="528"/>
                  </a:cubicBezTo>
                  <a:cubicBezTo>
                    <a:pt x="701" y="556"/>
                    <a:pt x="701" y="556"/>
                    <a:pt x="701" y="556"/>
                  </a:cubicBezTo>
                  <a:cubicBezTo>
                    <a:pt x="700" y="559"/>
                    <a:pt x="698" y="561"/>
                    <a:pt x="697" y="564"/>
                  </a:cubicBezTo>
                  <a:close/>
                  <a:moveTo>
                    <a:pt x="48" y="556"/>
                  </a:moveTo>
                  <a:cubicBezTo>
                    <a:pt x="47" y="554"/>
                    <a:pt x="45" y="551"/>
                    <a:pt x="44" y="549"/>
                  </a:cubicBezTo>
                  <a:cubicBezTo>
                    <a:pt x="95" y="521"/>
                    <a:pt x="95" y="521"/>
                    <a:pt x="95" y="521"/>
                  </a:cubicBezTo>
                  <a:cubicBezTo>
                    <a:pt x="97" y="523"/>
                    <a:pt x="98" y="525"/>
                    <a:pt x="99" y="528"/>
                  </a:cubicBezTo>
                  <a:lnTo>
                    <a:pt x="48" y="556"/>
                  </a:lnTo>
                  <a:close/>
                  <a:moveTo>
                    <a:pt x="704" y="550"/>
                  </a:moveTo>
                  <a:cubicBezTo>
                    <a:pt x="653" y="522"/>
                    <a:pt x="653" y="522"/>
                    <a:pt x="653" y="522"/>
                  </a:cubicBezTo>
                  <a:cubicBezTo>
                    <a:pt x="654" y="520"/>
                    <a:pt x="655" y="518"/>
                    <a:pt x="656" y="516"/>
                  </a:cubicBezTo>
                  <a:cubicBezTo>
                    <a:pt x="708" y="542"/>
                    <a:pt x="708" y="542"/>
                    <a:pt x="708" y="542"/>
                  </a:cubicBezTo>
                  <a:cubicBezTo>
                    <a:pt x="707" y="545"/>
                    <a:pt x="706" y="547"/>
                    <a:pt x="704" y="550"/>
                  </a:cubicBezTo>
                  <a:close/>
                  <a:moveTo>
                    <a:pt x="40" y="542"/>
                  </a:moveTo>
                  <a:cubicBezTo>
                    <a:pt x="39" y="540"/>
                    <a:pt x="38" y="537"/>
                    <a:pt x="37" y="534"/>
                  </a:cubicBezTo>
                  <a:cubicBezTo>
                    <a:pt x="89" y="509"/>
                    <a:pt x="89" y="509"/>
                    <a:pt x="89" y="509"/>
                  </a:cubicBezTo>
                  <a:cubicBezTo>
                    <a:pt x="91" y="511"/>
                    <a:pt x="92" y="514"/>
                    <a:pt x="93" y="516"/>
                  </a:cubicBezTo>
                  <a:lnTo>
                    <a:pt x="40" y="542"/>
                  </a:lnTo>
                  <a:close/>
                  <a:moveTo>
                    <a:pt x="712" y="536"/>
                  </a:moveTo>
                  <a:cubicBezTo>
                    <a:pt x="659" y="510"/>
                    <a:pt x="659" y="510"/>
                    <a:pt x="659" y="510"/>
                  </a:cubicBezTo>
                  <a:cubicBezTo>
                    <a:pt x="660" y="508"/>
                    <a:pt x="661" y="506"/>
                    <a:pt x="662" y="504"/>
                  </a:cubicBezTo>
                  <a:cubicBezTo>
                    <a:pt x="715" y="528"/>
                    <a:pt x="715" y="528"/>
                    <a:pt x="715" y="528"/>
                  </a:cubicBezTo>
                  <a:cubicBezTo>
                    <a:pt x="714" y="531"/>
                    <a:pt x="713" y="533"/>
                    <a:pt x="712" y="536"/>
                  </a:cubicBezTo>
                  <a:close/>
                  <a:moveTo>
                    <a:pt x="34" y="528"/>
                  </a:moveTo>
                  <a:cubicBezTo>
                    <a:pt x="32" y="525"/>
                    <a:pt x="31" y="523"/>
                    <a:pt x="30" y="520"/>
                  </a:cubicBezTo>
                  <a:cubicBezTo>
                    <a:pt x="84" y="497"/>
                    <a:pt x="84" y="497"/>
                    <a:pt x="84" y="497"/>
                  </a:cubicBezTo>
                  <a:cubicBezTo>
                    <a:pt x="85" y="499"/>
                    <a:pt x="86" y="502"/>
                    <a:pt x="87" y="504"/>
                  </a:cubicBezTo>
                  <a:lnTo>
                    <a:pt x="34" y="528"/>
                  </a:lnTo>
                  <a:close/>
                  <a:moveTo>
                    <a:pt x="718" y="521"/>
                  </a:moveTo>
                  <a:cubicBezTo>
                    <a:pt x="665" y="498"/>
                    <a:pt x="665" y="498"/>
                    <a:pt x="665" y="498"/>
                  </a:cubicBezTo>
                  <a:cubicBezTo>
                    <a:pt x="666" y="496"/>
                    <a:pt x="666" y="494"/>
                    <a:pt x="667" y="491"/>
                  </a:cubicBezTo>
                  <a:cubicBezTo>
                    <a:pt x="722" y="513"/>
                    <a:pt x="722" y="513"/>
                    <a:pt x="722" y="513"/>
                  </a:cubicBezTo>
                  <a:cubicBezTo>
                    <a:pt x="721" y="516"/>
                    <a:pt x="719" y="519"/>
                    <a:pt x="718" y="521"/>
                  </a:cubicBezTo>
                  <a:close/>
                  <a:moveTo>
                    <a:pt x="27" y="513"/>
                  </a:moveTo>
                  <a:cubicBezTo>
                    <a:pt x="26" y="511"/>
                    <a:pt x="25" y="508"/>
                    <a:pt x="24" y="505"/>
                  </a:cubicBezTo>
                  <a:cubicBezTo>
                    <a:pt x="79" y="485"/>
                    <a:pt x="79" y="485"/>
                    <a:pt x="79" y="485"/>
                  </a:cubicBezTo>
                  <a:cubicBezTo>
                    <a:pt x="80" y="487"/>
                    <a:pt x="81" y="489"/>
                    <a:pt x="82" y="491"/>
                  </a:cubicBezTo>
                  <a:lnTo>
                    <a:pt x="27" y="513"/>
                  </a:lnTo>
                  <a:close/>
                  <a:moveTo>
                    <a:pt x="724" y="506"/>
                  </a:moveTo>
                  <a:cubicBezTo>
                    <a:pt x="670" y="486"/>
                    <a:pt x="670" y="486"/>
                    <a:pt x="670" y="486"/>
                  </a:cubicBezTo>
                  <a:cubicBezTo>
                    <a:pt x="670" y="483"/>
                    <a:pt x="671" y="481"/>
                    <a:pt x="672" y="479"/>
                  </a:cubicBezTo>
                  <a:cubicBezTo>
                    <a:pt x="727" y="498"/>
                    <a:pt x="727" y="498"/>
                    <a:pt x="727" y="498"/>
                  </a:cubicBezTo>
                  <a:cubicBezTo>
                    <a:pt x="726" y="501"/>
                    <a:pt x="725" y="504"/>
                    <a:pt x="724" y="506"/>
                  </a:cubicBezTo>
                  <a:close/>
                  <a:moveTo>
                    <a:pt x="22" y="498"/>
                  </a:moveTo>
                  <a:cubicBezTo>
                    <a:pt x="21" y="496"/>
                    <a:pt x="20" y="493"/>
                    <a:pt x="19" y="490"/>
                  </a:cubicBezTo>
                  <a:cubicBezTo>
                    <a:pt x="75" y="472"/>
                    <a:pt x="75" y="472"/>
                    <a:pt x="75" y="472"/>
                  </a:cubicBezTo>
                  <a:cubicBezTo>
                    <a:pt x="75" y="474"/>
                    <a:pt x="76" y="477"/>
                    <a:pt x="77" y="479"/>
                  </a:cubicBezTo>
                  <a:lnTo>
                    <a:pt x="22" y="498"/>
                  </a:lnTo>
                  <a:close/>
                  <a:moveTo>
                    <a:pt x="730" y="491"/>
                  </a:moveTo>
                  <a:cubicBezTo>
                    <a:pt x="674" y="473"/>
                    <a:pt x="674" y="473"/>
                    <a:pt x="674" y="473"/>
                  </a:cubicBezTo>
                  <a:cubicBezTo>
                    <a:pt x="675" y="471"/>
                    <a:pt x="676" y="468"/>
                    <a:pt x="676" y="466"/>
                  </a:cubicBezTo>
                  <a:cubicBezTo>
                    <a:pt x="732" y="483"/>
                    <a:pt x="732" y="483"/>
                    <a:pt x="732" y="483"/>
                  </a:cubicBezTo>
                  <a:cubicBezTo>
                    <a:pt x="731" y="486"/>
                    <a:pt x="731" y="489"/>
                    <a:pt x="730" y="491"/>
                  </a:cubicBezTo>
                  <a:close/>
                  <a:moveTo>
                    <a:pt x="17" y="483"/>
                  </a:moveTo>
                  <a:cubicBezTo>
                    <a:pt x="16" y="481"/>
                    <a:pt x="15" y="478"/>
                    <a:pt x="14" y="475"/>
                  </a:cubicBezTo>
                  <a:cubicBezTo>
                    <a:pt x="71" y="459"/>
                    <a:pt x="71" y="459"/>
                    <a:pt x="71" y="459"/>
                  </a:cubicBezTo>
                  <a:cubicBezTo>
                    <a:pt x="71" y="462"/>
                    <a:pt x="72" y="464"/>
                    <a:pt x="73" y="466"/>
                  </a:cubicBezTo>
                  <a:lnTo>
                    <a:pt x="17" y="483"/>
                  </a:lnTo>
                  <a:close/>
                  <a:moveTo>
                    <a:pt x="734" y="476"/>
                  </a:moveTo>
                  <a:cubicBezTo>
                    <a:pt x="678" y="460"/>
                    <a:pt x="678" y="460"/>
                    <a:pt x="678" y="460"/>
                  </a:cubicBezTo>
                  <a:cubicBezTo>
                    <a:pt x="679" y="458"/>
                    <a:pt x="679" y="456"/>
                    <a:pt x="680" y="453"/>
                  </a:cubicBezTo>
                  <a:cubicBezTo>
                    <a:pt x="737" y="468"/>
                    <a:pt x="737" y="468"/>
                    <a:pt x="737" y="468"/>
                  </a:cubicBezTo>
                  <a:cubicBezTo>
                    <a:pt x="736" y="471"/>
                    <a:pt x="735" y="473"/>
                    <a:pt x="734" y="476"/>
                  </a:cubicBezTo>
                  <a:close/>
                  <a:moveTo>
                    <a:pt x="12" y="468"/>
                  </a:moveTo>
                  <a:cubicBezTo>
                    <a:pt x="12" y="465"/>
                    <a:pt x="11" y="463"/>
                    <a:pt x="10" y="460"/>
                  </a:cubicBezTo>
                  <a:cubicBezTo>
                    <a:pt x="67" y="446"/>
                    <a:pt x="67" y="446"/>
                    <a:pt x="67" y="446"/>
                  </a:cubicBezTo>
                  <a:cubicBezTo>
                    <a:pt x="68" y="449"/>
                    <a:pt x="68" y="451"/>
                    <a:pt x="69" y="453"/>
                  </a:cubicBezTo>
                  <a:lnTo>
                    <a:pt x="12" y="468"/>
                  </a:lnTo>
                  <a:close/>
                  <a:moveTo>
                    <a:pt x="738" y="461"/>
                  </a:moveTo>
                  <a:cubicBezTo>
                    <a:pt x="681" y="447"/>
                    <a:pt x="681" y="447"/>
                    <a:pt x="681" y="447"/>
                  </a:cubicBezTo>
                  <a:cubicBezTo>
                    <a:pt x="682" y="445"/>
                    <a:pt x="683" y="443"/>
                    <a:pt x="683" y="440"/>
                  </a:cubicBezTo>
                  <a:cubicBezTo>
                    <a:pt x="740" y="452"/>
                    <a:pt x="740" y="452"/>
                    <a:pt x="740" y="452"/>
                  </a:cubicBezTo>
                  <a:cubicBezTo>
                    <a:pt x="740" y="455"/>
                    <a:pt x="739" y="458"/>
                    <a:pt x="738" y="461"/>
                  </a:cubicBezTo>
                  <a:close/>
                  <a:moveTo>
                    <a:pt x="9" y="453"/>
                  </a:moveTo>
                  <a:cubicBezTo>
                    <a:pt x="8" y="450"/>
                    <a:pt x="8" y="447"/>
                    <a:pt x="7" y="444"/>
                  </a:cubicBezTo>
                  <a:cubicBezTo>
                    <a:pt x="65" y="433"/>
                    <a:pt x="65" y="433"/>
                    <a:pt x="65" y="433"/>
                  </a:cubicBezTo>
                  <a:cubicBezTo>
                    <a:pt x="65" y="436"/>
                    <a:pt x="65" y="438"/>
                    <a:pt x="66" y="440"/>
                  </a:cubicBezTo>
                  <a:lnTo>
                    <a:pt x="9" y="453"/>
                  </a:lnTo>
                  <a:close/>
                  <a:moveTo>
                    <a:pt x="742" y="445"/>
                  </a:moveTo>
                  <a:cubicBezTo>
                    <a:pt x="684" y="434"/>
                    <a:pt x="684" y="434"/>
                    <a:pt x="684" y="434"/>
                  </a:cubicBezTo>
                  <a:cubicBezTo>
                    <a:pt x="685" y="432"/>
                    <a:pt x="685" y="429"/>
                    <a:pt x="686" y="427"/>
                  </a:cubicBezTo>
                  <a:cubicBezTo>
                    <a:pt x="743" y="437"/>
                    <a:pt x="743" y="437"/>
                    <a:pt x="743" y="437"/>
                  </a:cubicBezTo>
                  <a:cubicBezTo>
                    <a:pt x="743" y="440"/>
                    <a:pt x="742" y="443"/>
                    <a:pt x="742" y="445"/>
                  </a:cubicBezTo>
                  <a:close/>
                  <a:moveTo>
                    <a:pt x="6" y="437"/>
                  </a:moveTo>
                  <a:cubicBezTo>
                    <a:pt x="5" y="434"/>
                    <a:pt x="5" y="431"/>
                    <a:pt x="4" y="429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63" y="422"/>
                    <a:pt x="63" y="425"/>
                    <a:pt x="63" y="427"/>
                  </a:cubicBezTo>
                  <a:lnTo>
                    <a:pt x="6" y="437"/>
                  </a:lnTo>
                  <a:close/>
                  <a:moveTo>
                    <a:pt x="744" y="430"/>
                  </a:moveTo>
                  <a:cubicBezTo>
                    <a:pt x="687" y="421"/>
                    <a:pt x="687" y="421"/>
                    <a:pt x="687" y="421"/>
                  </a:cubicBezTo>
                  <a:cubicBezTo>
                    <a:pt x="687" y="419"/>
                    <a:pt x="687" y="416"/>
                    <a:pt x="688" y="414"/>
                  </a:cubicBezTo>
                  <a:cubicBezTo>
                    <a:pt x="746" y="421"/>
                    <a:pt x="746" y="421"/>
                    <a:pt x="746" y="421"/>
                  </a:cubicBezTo>
                  <a:cubicBezTo>
                    <a:pt x="745" y="424"/>
                    <a:pt x="745" y="427"/>
                    <a:pt x="744" y="430"/>
                  </a:cubicBezTo>
                  <a:close/>
                  <a:moveTo>
                    <a:pt x="3" y="421"/>
                  </a:moveTo>
                  <a:cubicBezTo>
                    <a:pt x="3" y="418"/>
                    <a:pt x="3" y="416"/>
                    <a:pt x="2" y="413"/>
                  </a:cubicBezTo>
                  <a:cubicBezTo>
                    <a:pt x="61" y="407"/>
                    <a:pt x="61" y="407"/>
                    <a:pt x="61" y="407"/>
                  </a:cubicBezTo>
                  <a:cubicBezTo>
                    <a:pt x="61" y="409"/>
                    <a:pt x="61" y="412"/>
                    <a:pt x="61" y="414"/>
                  </a:cubicBezTo>
                  <a:lnTo>
                    <a:pt x="3" y="421"/>
                  </a:lnTo>
                  <a:close/>
                  <a:moveTo>
                    <a:pt x="746" y="414"/>
                  </a:moveTo>
                  <a:cubicBezTo>
                    <a:pt x="688" y="408"/>
                    <a:pt x="688" y="408"/>
                    <a:pt x="688" y="408"/>
                  </a:cubicBezTo>
                  <a:cubicBezTo>
                    <a:pt x="689" y="405"/>
                    <a:pt x="689" y="403"/>
                    <a:pt x="689" y="400"/>
                  </a:cubicBezTo>
                  <a:cubicBezTo>
                    <a:pt x="747" y="405"/>
                    <a:pt x="747" y="405"/>
                    <a:pt x="747" y="405"/>
                  </a:cubicBezTo>
                  <a:cubicBezTo>
                    <a:pt x="747" y="408"/>
                    <a:pt x="747" y="411"/>
                    <a:pt x="746" y="414"/>
                  </a:cubicBezTo>
                  <a:close/>
                  <a:moveTo>
                    <a:pt x="2" y="406"/>
                  </a:moveTo>
                  <a:cubicBezTo>
                    <a:pt x="2" y="403"/>
                    <a:pt x="1" y="400"/>
                    <a:pt x="1" y="397"/>
                  </a:cubicBezTo>
                  <a:cubicBezTo>
                    <a:pt x="60" y="393"/>
                    <a:pt x="60" y="393"/>
                    <a:pt x="60" y="393"/>
                  </a:cubicBezTo>
                  <a:cubicBezTo>
                    <a:pt x="60" y="396"/>
                    <a:pt x="60" y="398"/>
                    <a:pt x="60" y="401"/>
                  </a:cubicBezTo>
                  <a:lnTo>
                    <a:pt x="2" y="406"/>
                  </a:lnTo>
                  <a:close/>
                  <a:moveTo>
                    <a:pt x="748" y="398"/>
                  </a:moveTo>
                  <a:cubicBezTo>
                    <a:pt x="689" y="394"/>
                    <a:pt x="689" y="394"/>
                    <a:pt x="689" y="394"/>
                  </a:cubicBezTo>
                  <a:cubicBezTo>
                    <a:pt x="690" y="392"/>
                    <a:pt x="690" y="390"/>
                    <a:pt x="690" y="387"/>
                  </a:cubicBezTo>
                  <a:cubicBezTo>
                    <a:pt x="748" y="390"/>
                    <a:pt x="748" y="390"/>
                    <a:pt x="748" y="390"/>
                  </a:cubicBezTo>
                  <a:cubicBezTo>
                    <a:pt x="748" y="392"/>
                    <a:pt x="748" y="395"/>
                    <a:pt x="748" y="398"/>
                  </a:cubicBezTo>
                  <a:close/>
                  <a:moveTo>
                    <a:pt x="1" y="390"/>
                  </a:moveTo>
                  <a:cubicBezTo>
                    <a:pt x="1" y="387"/>
                    <a:pt x="1" y="384"/>
                    <a:pt x="1" y="381"/>
                  </a:cubicBezTo>
                  <a:cubicBezTo>
                    <a:pt x="59" y="380"/>
                    <a:pt x="59" y="380"/>
                    <a:pt x="59" y="380"/>
                  </a:cubicBezTo>
                  <a:cubicBezTo>
                    <a:pt x="59" y="382"/>
                    <a:pt x="59" y="385"/>
                    <a:pt x="59" y="387"/>
                  </a:cubicBezTo>
                  <a:lnTo>
                    <a:pt x="1" y="390"/>
                  </a:lnTo>
                  <a:close/>
                  <a:moveTo>
                    <a:pt x="748" y="382"/>
                  </a:moveTo>
                  <a:cubicBezTo>
                    <a:pt x="690" y="381"/>
                    <a:pt x="690" y="381"/>
                    <a:pt x="690" y="381"/>
                  </a:cubicBezTo>
                  <a:cubicBezTo>
                    <a:pt x="690" y="379"/>
                    <a:pt x="690" y="376"/>
                    <a:pt x="690" y="374"/>
                  </a:cubicBezTo>
                  <a:cubicBezTo>
                    <a:pt x="690" y="373"/>
                    <a:pt x="690" y="373"/>
                    <a:pt x="690" y="373"/>
                  </a:cubicBezTo>
                  <a:cubicBezTo>
                    <a:pt x="749" y="373"/>
                    <a:pt x="749" y="373"/>
                    <a:pt x="749" y="373"/>
                  </a:cubicBezTo>
                  <a:cubicBezTo>
                    <a:pt x="749" y="374"/>
                    <a:pt x="749" y="374"/>
                    <a:pt x="749" y="374"/>
                  </a:cubicBezTo>
                  <a:cubicBezTo>
                    <a:pt x="749" y="377"/>
                    <a:pt x="749" y="379"/>
                    <a:pt x="748" y="382"/>
                  </a:cubicBezTo>
                  <a:close/>
                  <a:moveTo>
                    <a:pt x="59" y="374"/>
                  </a:moveTo>
                  <a:cubicBezTo>
                    <a:pt x="42" y="374"/>
                    <a:pt x="42" y="374"/>
                    <a:pt x="42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4"/>
                    <a:pt x="0" y="374"/>
                    <a:pt x="0" y="374"/>
                  </a:cubicBezTo>
                  <a:cubicBezTo>
                    <a:pt x="0" y="371"/>
                    <a:pt x="0" y="368"/>
                    <a:pt x="1" y="365"/>
                  </a:cubicBezTo>
                  <a:cubicBezTo>
                    <a:pt x="59" y="367"/>
                    <a:pt x="59" y="367"/>
                    <a:pt x="59" y="367"/>
                  </a:cubicBezTo>
                  <a:cubicBezTo>
                    <a:pt x="59" y="369"/>
                    <a:pt x="59" y="371"/>
                    <a:pt x="59" y="374"/>
                  </a:cubicBezTo>
                  <a:close/>
                  <a:moveTo>
                    <a:pt x="690" y="367"/>
                  </a:moveTo>
                  <a:cubicBezTo>
                    <a:pt x="690" y="365"/>
                    <a:pt x="690" y="362"/>
                    <a:pt x="690" y="360"/>
                  </a:cubicBezTo>
                  <a:cubicBezTo>
                    <a:pt x="748" y="357"/>
                    <a:pt x="748" y="357"/>
                    <a:pt x="748" y="357"/>
                  </a:cubicBezTo>
                  <a:cubicBezTo>
                    <a:pt x="748" y="360"/>
                    <a:pt x="748" y="363"/>
                    <a:pt x="748" y="366"/>
                  </a:cubicBezTo>
                  <a:lnTo>
                    <a:pt x="690" y="367"/>
                  </a:lnTo>
                  <a:close/>
                  <a:moveTo>
                    <a:pt x="59" y="360"/>
                  </a:moveTo>
                  <a:cubicBezTo>
                    <a:pt x="1" y="358"/>
                    <a:pt x="1" y="358"/>
                    <a:pt x="1" y="358"/>
                  </a:cubicBezTo>
                  <a:cubicBezTo>
                    <a:pt x="1" y="355"/>
                    <a:pt x="1" y="352"/>
                    <a:pt x="1" y="349"/>
                  </a:cubicBezTo>
                  <a:cubicBezTo>
                    <a:pt x="60" y="353"/>
                    <a:pt x="60" y="353"/>
                    <a:pt x="60" y="353"/>
                  </a:cubicBezTo>
                  <a:cubicBezTo>
                    <a:pt x="59" y="356"/>
                    <a:pt x="59" y="358"/>
                    <a:pt x="59" y="360"/>
                  </a:cubicBezTo>
                  <a:close/>
                  <a:moveTo>
                    <a:pt x="689" y="354"/>
                  </a:moveTo>
                  <a:cubicBezTo>
                    <a:pt x="689" y="351"/>
                    <a:pt x="689" y="349"/>
                    <a:pt x="689" y="346"/>
                  </a:cubicBezTo>
                  <a:cubicBezTo>
                    <a:pt x="747" y="342"/>
                    <a:pt x="747" y="342"/>
                    <a:pt x="747" y="342"/>
                  </a:cubicBezTo>
                  <a:cubicBezTo>
                    <a:pt x="747" y="344"/>
                    <a:pt x="748" y="347"/>
                    <a:pt x="748" y="350"/>
                  </a:cubicBezTo>
                  <a:lnTo>
                    <a:pt x="689" y="354"/>
                  </a:lnTo>
                  <a:close/>
                  <a:moveTo>
                    <a:pt x="60" y="347"/>
                  </a:moveTo>
                  <a:cubicBezTo>
                    <a:pt x="2" y="342"/>
                    <a:pt x="2" y="342"/>
                    <a:pt x="2" y="342"/>
                  </a:cubicBezTo>
                  <a:cubicBezTo>
                    <a:pt x="2" y="339"/>
                    <a:pt x="2" y="336"/>
                    <a:pt x="3" y="334"/>
                  </a:cubicBezTo>
                  <a:cubicBezTo>
                    <a:pt x="61" y="340"/>
                    <a:pt x="61" y="340"/>
                    <a:pt x="61" y="340"/>
                  </a:cubicBezTo>
                  <a:cubicBezTo>
                    <a:pt x="60" y="342"/>
                    <a:pt x="60" y="345"/>
                    <a:pt x="60" y="347"/>
                  </a:cubicBezTo>
                  <a:close/>
                  <a:moveTo>
                    <a:pt x="688" y="340"/>
                  </a:moveTo>
                  <a:cubicBezTo>
                    <a:pt x="688" y="338"/>
                    <a:pt x="688" y="336"/>
                    <a:pt x="688" y="333"/>
                  </a:cubicBezTo>
                  <a:cubicBezTo>
                    <a:pt x="746" y="326"/>
                    <a:pt x="746" y="326"/>
                    <a:pt x="746" y="326"/>
                  </a:cubicBezTo>
                  <a:cubicBezTo>
                    <a:pt x="746" y="329"/>
                    <a:pt x="746" y="331"/>
                    <a:pt x="747" y="334"/>
                  </a:cubicBezTo>
                  <a:lnTo>
                    <a:pt x="688" y="340"/>
                  </a:lnTo>
                  <a:close/>
                  <a:moveTo>
                    <a:pt x="61" y="334"/>
                  </a:moveTo>
                  <a:cubicBezTo>
                    <a:pt x="3" y="326"/>
                    <a:pt x="3" y="326"/>
                    <a:pt x="3" y="326"/>
                  </a:cubicBezTo>
                  <a:cubicBezTo>
                    <a:pt x="4" y="324"/>
                    <a:pt x="4" y="321"/>
                    <a:pt x="5" y="318"/>
                  </a:cubicBezTo>
                  <a:cubicBezTo>
                    <a:pt x="62" y="327"/>
                    <a:pt x="62" y="327"/>
                    <a:pt x="62" y="327"/>
                  </a:cubicBezTo>
                  <a:cubicBezTo>
                    <a:pt x="62" y="329"/>
                    <a:pt x="62" y="331"/>
                    <a:pt x="61" y="334"/>
                  </a:cubicBezTo>
                  <a:close/>
                  <a:moveTo>
                    <a:pt x="687" y="327"/>
                  </a:moveTo>
                  <a:cubicBezTo>
                    <a:pt x="686" y="325"/>
                    <a:pt x="686" y="322"/>
                    <a:pt x="686" y="320"/>
                  </a:cubicBezTo>
                  <a:cubicBezTo>
                    <a:pt x="743" y="310"/>
                    <a:pt x="743" y="310"/>
                    <a:pt x="743" y="310"/>
                  </a:cubicBezTo>
                  <a:cubicBezTo>
                    <a:pt x="744" y="313"/>
                    <a:pt x="744" y="316"/>
                    <a:pt x="745" y="319"/>
                  </a:cubicBezTo>
                  <a:lnTo>
                    <a:pt x="687" y="327"/>
                  </a:lnTo>
                  <a:close/>
                  <a:moveTo>
                    <a:pt x="63" y="320"/>
                  </a:moveTo>
                  <a:cubicBezTo>
                    <a:pt x="6" y="311"/>
                    <a:pt x="6" y="311"/>
                    <a:pt x="6" y="311"/>
                  </a:cubicBezTo>
                  <a:cubicBezTo>
                    <a:pt x="6" y="308"/>
                    <a:pt x="7" y="305"/>
                    <a:pt x="7" y="302"/>
                  </a:cubicBezTo>
                  <a:cubicBezTo>
                    <a:pt x="65" y="313"/>
                    <a:pt x="65" y="313"/>
                    <a:pt x="65" y="313"/>
                  </a:cubicBezTo>
                  <a:cubicBezTo>
                    <a:pt x="64" y="316"/>
                    <a:pt x="64" y="318"/>
                    <a:pt x="63" y="320"/>
                  </a:cubicBezTo>
                  <a:close/>
                  <a:moveTo>
                    <a:pt x="684" y="314"/>
                  </a:moveTo>
                  <a:cubicBezTo>
                    <a:pt x="684" y="312"/>
                    <a:pt x="683" y="309"/>
                    <a:pt x="683" y="307"/>
                  </a:cubicBezTo>
                  <a:cubicBezTo>
                    <a:pt x="740" y="294"/>
                    <a:pt x="740" y="294"/>
                    <a:pt x="740" y="294"/>
                  </a:cubicBezTo>
                  <a:cubicBezTo>
                    <a:pt x="741" y="297"/>
                    <a:pt x="741" y="300"/>
                    <a:pt x="742" y="303"/>
                  </a:cubicBezTo>
                  <a:lnTo>
                    <a:pt x="684" y="314"/>
                  </a:lnTo>
                  <a:close/>
                  <a:moveTo>
                    <a:pt x="66" y="307"/>
                  </a:moveTo>
                  <a:cubicBezTo>
                    <a:pt x="9" y="295"/>
                    <a:pt x="9" y="295"/>
                    <a:pt x="9" y="295"/>
                  </a:cubicBezTo>
                  <a:cubicBezTo>
                    <a:pt x="9" y="292"/>
                    <a:pt x="10" y="289"/>
                    <a:pt x="11" y="287"/>
                  </a:cubicBezTo>
                  <a:cubicBezTo>
                    <a:pt x="68" y="300"/>
                    <a:pt x="68" y="300"/>
                    <a:pt x="68" y="300"/>
                  </a:cubicBezTo>
                  <a:cubicBezTo>
                    <a:pt x="67" y="303"/>
                    <a:pt x="66" y="305"/>
                    <a:pt x="66" y="307"/>
                  </a:cubicBezTo>
                  <a:close/>
                  <a:moveTo>
                    <a:pt x="682" y="301"/>
                  </a:moveTo>
                  <a:cubicBezTo>
                    <a:pt x="681" y="298"/>
                    <a:pt x="680" y="296"/>
                    <a:pt x="680" y="294"/>
                  </a:cubicBezTo>
                  <a:cubicBezTo>
                    <a:pt x="736" y="279"/>
                    <a:pt x="736" y="279"/>
                    <a:pt x="736" y="279"/>
                  </a:cubicBezTo>
                  <a:cubicBezTo>
                    <a:pt x="737" y="282"/>
                    <a:pt x="738" y="285"/>
                    <a:pt x="739" y="287"/>
                  </a:cubicBezTo>
                  <a:lnTo>
                    <a:pt x="682" y="301"/>
                  </a:lnTo>
                  <a:close/>
                  <a:moveTo>
                    <a:pt x="69" y="294"/>
                  </a:moveTo>
                  <a:cubicBezTo>
                    <a:pt x="12" y="280"/>
                    <a:pt x="12" y="280"/>
                    <a:pt x="12" y="280"/>
                  </a:cubicBezTo>
                  <a:cubicBezTo>
                    <a:pt x="13" y="277"/>
                    <a:pt x="14" y="274"/>
                    <a:pt x="15" y="271"/>
                  </a:cubicBezTo>
                  <a:cubicBezTo>
                    <a:pt x="71" y="287"/>
                    <a:pt x="71" y="287"/>
                    <a:pt x="71" y="287"/>
                  </a:cubicBezTo>
                  <a:cubicBezTo>
                    <a:pt x="70" y="290"/>
                    <a:pt x="70" y="292"/>
                    <a:pt x="69" y="294"/>
                  </a:cubicBezTo>
                  <a:close/>
                  <a:moveTo>
                    <a:pt x="678" y="288"/>
                  </a:moveTo>
                  <a:cubicBezTo>
                    <a:pt x="678" y="286"/>
                    <a:pt x="677" y="283"/>
                    <a:pt x="676" y="281"/>
                  </a:cubicBezTo>
                  <a:cubicBezTo>
                    <a:pt x="732" y="264"/>
                    <a:pt x="732" y="264"/>
                    <a:pt x="732" y="264"/>
                  </a:cubicBezTo>
                  <a:cubicBezTo>
                    <a:pt x="733" y="266"/>
                    <a:pt x="734" y="269"/>
                    <a:pt x="735" y="272"/>
                  </a:cubicBezTo>
                  <a:lnTo>
                    <a:pt x="678" y="288"/>
                  </a:lnTo>
                  <a:close/>
                  <a:moveTo>
                    <a:pt x="73" y="281"/>
                  </a:moveTo>
                  <a:cubicBezTo>
                    <a:pt x="17" y="264"/>
                    <a:pt x="17" y="264"/>
                    <a:pt x="17" y="264"/>
                  </a:cubicBezTo>
                  <a:cubicBezTo>
                    <a:pt x="18" y="262"/>
                    <a:pt x="18" y="259"/>
                    <a:pt x="19" y="256"/>
                  </a:cubicBezTo>
                  <a:cubicBezTo>
                    <a:pt x="75" y="274"/>
                    <a:pt x="75" y="274"/>
                    <a:pt x="75" y="274"/>
                  </a:cubicBezTo>
                  <a:cubicBezTo>
                    <a:pt x="74" y="277"/>
                    <a:pt x="73" y="279"/>
                    <a:pt x="73" y="281"/>
                  </a:cubicBezTo>
                  <a:close/>
                  <a:moveTo>
                    <a:pt x="674" y="275"/>
                  </a:moveTo>
                  <a:cubicBezTo>
                    <a:pt x="674" y="273"/>
                    <a:pt x="673" y="270"/>
                    <a:pt x="672" y="268"/>
                  </a:cubicBezTo>
                  <a:cubicBezTo>
                    <a:pt x="727" y="249"/>
                    <a:pt x="727" y="249"/>
                    <a:pt x="727" y="249"/>
                  </a:cubicBezTo>
                  <a:cubicBezTo>
                    <a:pt x="728" y="251"/>
                    <a:pt x="729" y="254"/>
                    <a:pt x="730" y="257"/>
                  </a:cubicBezTo>
                  <a:lnTo>
                    <a:pt x="674" y="275"/>
                  </a:lnTo>
                  <a:close/>
                  <a:moveTo>
                    <a:pt x="77" y="269"/>
                  </a:moveTo>
                  <a:cubicBezTo>
                    <a:pt x="22" y="249"/>
                    <a:pt x="22" y="249"/>
                    <a:pt x="22" y="249"/>
                  </a:cubicBezTo>
                  <a:cubicBezTo>
                    <a:pt x="23" y="246"/>
                    <a:pt x="24" y="244"/>
                    <a:pt x="25" y="241"/>
                  </a:cubicBezTo>
                  <a:cubicBezTo>
                    <a:pt x="79" y="262"/>
                    <a:pt x="79" y="262"/>
                    <a:pt x="79" y="262"/>
                  </a:cubicBezTo>
                  <a:cubicBezTo>
                    <a:pt x="78" y="264"/>
                    <a:pt x="78" y="266"/>
                    <a:pt x="77" y="269"/>
                  </a:cubicBezTo>
                  <a:close/>
                  <a:moveTo>
                    <a:pt x="670" y="262"/>
                  </a:moveTo>
                  <a:cubicBezTo>
                    <a:pt x="669" y="260"/>
                    <a:pt x="668" y="258"/>
                    <a:pt x="667" y="256"/>
                  </a:cubicBezTo>
                  <a:cubicBezTo>
                    <a:pt x="722" y="234"/>
                    <a:pt x="722" y="234"/>
                    <a:pt x="722" y="234"/>
                  </a:cubicBezTo>
                  <a:cubicBezTo>
                    <a:pt x="723" y="236"/>
                    <a:pt x="724" y="239"/>
                    <a:pt x="725" y="242"/>
                  </a:cubicBezTo>
                  <a:lnTo>
                    <a:pt x="670" y="262"/>
                  </a:lnTo>
                  <a:close/>
                  <a:moveTo>
                    <a:pt x="82" y="256"/>
                  </a:moveTo>
                  <a:cubicBezTo>
                    <a:pt x="27" y="234"/>
                    <a:pt x="27" y="234"/>
                    <a:pt x="27" y="234"/>
                  </a:cubicBezTo>
                  <a:cubicBezTo>
                    <a:pt x="28" y="232"/>
                    <a:pt x="29" y="229"/>
                    <a:pt x="31" y="226"/>
                  </a:cubicBezTo>
                  <a:cubicBezTo>
                    <a:pt x="84" y="249"/>
                    <a:pt x="84" y="249"/>
                    <a:pt x="84" y="249"/>
                  </a:cubicBezTo>
                  <a:cubicBezTo>
                    <a:pt x="83" y="252"/>
                    <a:pt x="82" y="254"/>
                    <a:pt x="82" y="256"/>
                  </a:cubicBezTo>
                  <a:close/>
                  <a:moveTo>
                    <a:pt x="665" y="250"/>
                  </a:moveTo>
                  <a:cubicBezTo>
                    <a:pt x="664" y="248"/>
                    <a:pt x="663" y="246"/>
                    <a:pt x="662" y="243"/>
                  </a:cubicBezTo>
                  <a:cubicBezTo>
                    <a:pt x="715" y="219"/>
                    <a:pt x="715" y="219"/>
                    <a:pt x="715" y="219"/>
                  </a:cubicBezTo>
                  <a:cubicBezTo>
                    <a:pt x="716" y="222"/>
                    <a:pt x="718" y="224"/>
                    <a:pt x="719" y="227"/>
                  </a:cubicBezTo>
                  <a:lnTo>
                    <a:pt x="665" y="250"/>
                  </a:lnTo>
                  <a:close/>
                  <a:moveTo>
                    <a:pt x="87" y="244"/>
                  </a:moveTo>
                  <a:cubicBezTo>
                    <a:pt x="34" y="220"/>
                    <a:pt x="34" y="220"/>
                    <a:pt x="34" y="220"/>
                  </a:cubicBezTo>
                  <a:cubicBezTo>
                    <a:pt x="35" y="217"/>
                    <a:pt x="36" y="214"/>
                    <a:pt x="37" y="212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89" y="239"/>
                    <a:pt x="88" y="242"/>
                    <a:pt x="87" y="244"/>
                  </a:cubicBezTo>
                  <a:close/>
                  <a:moveTo>
                    <a:pt x="659" y="238"/>
                  </a:moveTo>
                  <a:cubicBezTo>
                    <a:pt x="658" y="236"/>
                    <a:pt x="657" y="234"/>
                    <a:pt x="656" y="231"/>
                  </a:cubicBezTo>
                  <a:cubicBezTo>
                    <a:pt x="708" y="205"/>
                    <a:pt x="708" y="205"/>
                    <a:pt x="708" y="205"/>
                  </a:cubicBezTo>
                  <a:cubicBezTo>
                    <a:pt x="710" y="208"/>
                    <a:pt x="711" y="210"/>
                    <a:pt x="712" y="213"/>
                  </a:cubicBezTo>
                  <a:lnTo>
                    <a:pt x="659" y="238"/>
                  </a:lnTo>
                  <a:close/>
                  <a:moveTo>
                    <a:pt x="93" y="232"/>
                  </a:moveTo>
                  <a:cubicBezTo>
                    <a:pt x="40" y="205"/>
                    <a:pt x="40" y="205"/>
                    <a:pt x="40" y="205"/>
                  </a:cubicBezTo>
                  <a:cubicBezTo>
                    <a:pt x="42" y="203"/>
                    <a:pt x="43" y="200"/>
                    <a:pt x="44" y="198"/>
                  </a:cubicBezTo>
                  <a:cubicBezTo>
                    <a:pt x="96" y="225"/>
                    <a:pt x="96" y="225"/>
                    <a:pt x="96" y="225"/>
                  </a:cubicBezTo>
                  <a:cubicBezTo>
                    <a:pt x="95" y="227"/>
                    <a:pt x="94" y="229"/>
                    <a:pt x="93" y="232"/>
                  </a:cubicBezTo>
                  <a:close/>
                  <a:moveTo>
                    <a:pt x="653" y="226"/>
                  </a:moveTo>
                  <a:cubicBezTo>
                    <a:pt x="652" y="224"/>
                    <a:pt x="651" y="222"/>
                    <a:pt x="650" y="220"/>
                  </a:cubicBezTo>
                  <a:cubicBezTo>
                    <a:pt x="701" y="191"/>
                    <a:pt x="701" y="191"/>
                    <a:pt x="701" y="191"/>
                  </a:cubicBezTo>
                  <a:cubicBezTo>
                    <a:pt x="702" y="193"/>
                    <a:pt x="704" y="196"/>
                    <a:pt x="705" y="199"/>
                  </a:cubicBezTo>
                  <a:lnTo>
                    <a:pt x="653" y="226"/>
                  </a:lnTo>
                  <a:close/>
                  <a:moveTo>
                    <a:pt x="99" y="220"/>
                  </a:moveTo>
                  <a:cubicBezTo>
                    <a:pt x="48" y="191"/>
                    <a:pt x="48" y="191"/>
                    <a:pt x="48" y="191"/>
                  </a:cubicBezTo>
                  <a:cubicBezTo>
                    <a:pt x="49" y="189"/>
                    <a:pt x="51" y="186"/>
                    <a:pt x="52" y="184"/>
                  </a:cubicBezTo>
                  <a:cubicBezTo>
                    <a:pt x="103" y="213"/>
                    <a:pt x="103" y="213"/>
                    <a:pt x="103" y="213"/>
                  </a:cubicBezTo>
                  <a:cubicBezTo>
                    <a:pt x="101" y="216"/>
                    <a:pt x="100" y="218"/>
                    <a:pt x="99" y="220"/>
                  </a:cubicBezTo>
                  <a:close/>
                  <a:moveTo>
                    <a:pt x="647" y="214"/>
                  </a:moveTo>
                  <a:cubicBezTo>
                    <a:pt x="646" y="212"/>
                    <a:pt x="644" y="210"/>
                    <a:pt x="643" y="208"/>
                  </a:cubicBezTo>
                  <a:cubicBezTo>
                    <a:pt x="693" y="177"/>
                    <a:pt x="693" y="177"/>
                    <a:pt x="693" y="177"/>
                  </a:cubicBezTo>
                  <a:cubicBezTo>
                    <a:pt x="694" y="180"/>
                    <a:pt x="696" y="182"/>
                    <a:pt x="697" y="185"/>
                  </a:cubicBezTo>
                  <a:lnTo>
                    <a:pt x="647" y="214"/>
                  </a:lnTo>
                  <a:close/>
                  <a:moveTo>
                    <a:pt x="106" y="208"/>
                  </a:moveTo>
                  <a:cubicBezTo>
                    <a:pt x="56" y="178"/>
                    <a:pt x="56" y="178"/>
                    <a:pt x="56" y="178"/>
                  </a:cubicBezTo>
                  <a:cubicBezTo>
                    <a:pt x="57" y="175"/>
                    <a:pt x="59" y="173"/>
                    <a:pt x="61" y="170"/>
                  </a:cubicBezTo>
                  <a:cubicBezTo>
                    <a:pt x="110" y="202"/>
                    <a:pt x="110" y="202"/>
                    <a:pt x="110" y="202"/>
                  </a:cubicBezTo>
                  <a:cubicBezTo>
                    <a:pt x="108" y="204"/>
                    <a:pt x="107" y="206"/>
                    <a:pt x="106" y="208"/>
                  </a:cubicBezTo>
                  <a:close/>
                  <a:moveTo>
                    <a:pt x="640" y="203"/>
                  </a:moveTo>
                  <a:cubicBezTo>
                    <a:pt x="639" y="201"/>
                    <a:pt x="637" y="199"/>
                    <a:pt x="636" y="197"/>
                  </a:cubicBezTo>
                  <a:cubicBezTo>
                    <a:pt x="684" y="164"/>
                    <a:pt x="684" y="164"/>
                    <a:pt x="684" y="164"/>
                  </a:cubicBezTo>
                  <a:cubicBezTo>
                    <a:pt x="686" y="166"/>
                    <a:pt x="688" y="169"/>
                    <a:pt x="689" y="171"/>
                  </a:cubicBezTo>
                  <a:lnTo>
                    <a:pt x="640" y="203"/>
                  </a:lnTo>
                  <a:close/>
                  <a:moveTo>
                    <a:pt x="113" y="197"/>
                  </a:moveTo>
                  <a:cubicBezTo>
                    <a:pt x="65" y="164"/>
                    <a:pt x="65" y="164"/>
                    <a:pt x="65" y="164"/>
                  </a:cubicBezTo>
                  <a:cubicBezTo>
                    <a:pt x="66" y="162"/>
                    <a:pt x="68" y="159"/>
                    <a:pt x="70" y="157"/>
                  </a:cubicBezTo>
                  <a:cubicBezTo>
                    <a:pt x="117" y="191"/>
                    <a:pt x="117" y="191"/>
                    <a:pt x="117" y="191"/>
                  </a:cubicBezTo>
                  <a:cubicBezTo>
                    <a:pt x="116" y="193"/>
                    <a:pt x="114" y="195"/>
                    <a:pt x="113" y="197"/>
                  </a:cubicBezTo>
                  <a:close/>
                  <a:moveTo>
                    <a:pt x="632" y="192"/>
                  </a:moveTo>
                  <a:cubicBezTo>
                    <a:pt x="631" y="190"/>
                    <a:pt x="630" y="188"/>
                    <a:pt x="628" y="186"/>
                  </a:cubicBezTo>
                  <a:cubicBezTo>
                    <a:pt x="675" y="151"/>
                    <a:pt x="675" y="151"/>
                    <a:pt x="675" y="151"/>
                  </a:cubicBezTo>
                  <a:cubicBezTo>
                    <a:pt x="677" y="153"/>
                    <a:pt x="679" y="156"/>
                    <a:pt x="680" y="158"/>
                  </a:cubicBezTo>
                  <a:lnTo>
                    <a:pt x="632" y="192"/>
                  </a:lnTo>
                  <a:close/>
                  <a:moveTo>
                    <a:pt x="121" y="186"/>
                  </a:moveTo>
                  <a:cubicBezTo>
                    <a:pt x="74" y="151"/>
                    <a:pt x="74" y="151"/>
                    <a:pt x="74" y="151"/>
                  </a:cubicBezTo>
                  <a:cubicBezTo>
                    <a:pt x="75" y="149"/>
                    <a:pt x="77" y="147"/>
                    <a:pt x="79" y="144"/>
                  </a:cubicBezTo>
                  <a:cubicBezTo>
                    <a:pt x="125" y="180"/>
                    <a:pt x="125" y="180"/>
                    <a:pt x="125" y="180"/>
                  </a:cubicBezTo>
                  <a:cubicBezTo>
                    <a:pt x="124" y="182"/>
                    <a:pt x="122" y="184"/>
                    <a:pt x="121" y="186"/>
                  </a:cubicBezTo>
                  <a:close/>
                  <a:moveTo>
                    <a:pt x="624" y="181"/>
                  </a:moveTo>
                  <a:cubicBezTo>
                    <a:pt x="623" y="179"/>
                    <a:pt x="622" y="177"/>
                    <a:pt x="620" y="175"/>
                  </a:cubicBezTo>
                  <a:cubicBezTo>
                    <a:pt x="665" y="139"/>
                    <a:pt x="665" y="139"/>
                    <a:pt x="665" y="139"/>
                  </a:cubicBezTo>
                  <a:cubicBezTo>
                    <a:pt x="667" y="141"/>
                    <a:pt x="669" y="143"/>
                    <a:pt x="671" y="145"/>
                  </a:cubicBezTo>
                  <a:lnTo>
                    <a:pt x="624" y="181"/>
                  </a:lnTo>
                  <a:close/>
                  <a:moveTo>
                    <a:pt x="129" y="175"/>
                  </a:moveTo>
                  <a:cubicBezTo>
                    <a:pt x="83" y="139"/>
                    <a:pt x="83" y="139"/>
                    <a:pt x="83" y="139"/>
                  </a:cubicBezTo>
                  <a:cubicBezTo>
                    <a:pt x="85" y="136"/>
                    <a:pt x="87" y="134"/>
                    <a:pt x="89" y="132"/>
                  </a:cubicBezTo>
                  <a:cubicBezTo>
                    <a:pt x="134" y="170"/>
                    <a:pt x="134" y="170"/>
                    <a:pt x="134" y="170"/>
                  </a:cubicBezTo>
                  <a:cubicBezTo>
                    <a:pt x="132" y="172"/>
                    <a:pt x="130" y="174"/>
                    <a:pt x="129" y="175"/>
                  </a:cubicBezTo>
                  <a:close/>
                  <a:moveTo>
                    <a:pt x="616" y="171"/>
                  </a:moveTo>
                  <a:cubicBezTo>
                    <a:pt x="615" y="169"/>
                    <a:pt x="613" y="167"/>
                    <a:pt x="611" y="165"/>
                  </a:cubicBezTo>
                  <a:cubicBezTo>
                    <a:pt x="655" y="126"/>
                    <a:pt x="655" y="126"/>
                    <a:pt x="655" y="126"/>
                  </a:cubicBezTo>
                  <a:cubicBezTo>
                    <a:pt x="657" y="129"/>
                    <a:pt x="659" y="131"/>
                    <a:pt x="661" y="133"/>
                  </a:cubicBezTo>
                  <a:lnTo>
                    <a:pt x="616" y="171"/>
                  </a:lnTo>
                  <a:close/>
                  <a:moveTo>
                    <a:pt x="138" y="165"/>
                  </a:moveTo>
                  <a:cubicBezTo>
                    <a:pt x="94" y="127"/>
                    <a:pt x="94" y="127"/>
                    <a:pt x="94" y="127"/>
                  </a:cubicBezTo>
                  <a:cubicBezTo>
                    <a:pt x="96" y="124"/>
                    <a:pt x="98" y="122"/>
                    <a:pt x="100" y="120"/>
                  </a:cubicBezTo>
                  <a:cubicBezTo>
                    <a:pt x="142" y="160"/>
                    <a:pt x="142" y="160"/>
                    <a:pt x="142" y="160"/>
                  </a:cubicBezTo>
                  <a:cubicBezTo>
                    <a:pt x="141" y="162"/>
                    <a:pt x="139" y="163"/>
                    <a:pt x="138" y="165"/>
                  </a:cubicBezTo>
                  <a:close/>
                  <a:moveTo>
                    <a:pt x="607" y="161"/>
                  </a:moveTo>
                  <a:cubicBezTo>
                    <a:pt x="606" y="159"/>
                    <a:pt x="604" y="157"/>
                    <a:pt x="602" y="155"/>
                  </a:cubicBezTo>
                  <a:cubicBezTo>
                    <a:pt x="644" y="115"/>
                    <a:pt x="644" y="115"/>
                    <a:pt x="644" y="115"/>
                  </a:cubicBezTo>
                  <a:cubicBezTo>
                    <a:pt x="646" y="117"/>
                    <a:pt x="648" y="119"/>
                    <a:pt x="650" y="121"/>
                  </a:cubicBezTo>
                  <a:lnTo>
                    <a:pt x="607" y="161"/>
                  </a:lnTo>
                  <a:close/>
                  <a:moveTo>
                    <a:pt x="147" y="155"/>
                  </a:moveTo>
                  <a:cubicBezTo>
                    <a:pt x="104" y="115"/>
                    <a:pt x="104" y="115"/>
                    <a:pt x="104" y="115"/>
                  </a:cubicBezTo>
                  <a:cubicBezTo>
                    <a:pt x="106" y="113"/>
                    <a:pt x="108" y="111"/>
                    <a:pt x="111" y="109"/>
                  </a:cubicBezTo>
                  <a:cubicBezTo>
                    <a:pt x="152" y="150"/>
                    <a:pt x="152" y="150"/>
                    <a:pt x="152" y="150"/>
                  </a:cubicBezTo>
                  <a:cubicBezTo>
                    <a:pt x="150" y="152"/>
                    <a:pt x="148" y="154"/>
                    <a:pt x="147" y="155"/>
                  </a:cubicBezTo>
                  <a:close/>
                  <a:moveTo>
                    <a:pt x="598" y="151"/>
                  </a:moveTo>
                  <a:cubicBezTo>
                    <a:pt x="596" y="149"/>
                    <a:pt x="595" y="147"/>
                    <a:pt x="593" y="146"/>
                  </a:cubicBezTo>
                  <a:cubicBezTo>
                    <a:pt x="633" y="104"/>
                    <a:pt x="633" y="104"/>
                    <a:pt x="633" y="104"/>
                  </a:cubicBezTo>
                  <a:cubicBezTo>
                    <a:pt x="635" y="106"/>
                    <a:pt x="637" y="108"/>
                    <a:pt x="639" y="110"/>
                  </a:cubicBezTo>
                  <a:lnTo>
                    <a:pt x="598" y="151"/>
                  </a:lnTo>
                  <a:close/>
                  <a:moveTo>
                    <a:pt x="156" y="146"/>
                  </a:moveTo>
                  <a:cubicBezTo>
                    <a:pt x="116" y="104"/>
                    <a:pt x="116" y="104"/>
                    <a:pt x="116" y="104"/>
                  </a:cubicBezTo>
                  <a:cubicBezTo>
                    <a:pt x="118" y="102"/>
                    <a:pt x="120" y="100"/>
                    <a:pt x="122" y="98"/>
                  </a:cubicBezTo>
                  <a:cubicBezTo>
                    <a:pt x="161" y="141"/>
                    <a:pt x="161" y="141"/>
                    <a:pt x="161" y="141"/>
                  </a:cubicBezTo>
                  <a:cubicBezTo>
                    <a:pt x="160" y="142"/>
                    <a:pt x="158" y="144"/>
                    <a:pt x="156" y="146"/>
                  </a:cubicBezTo>
                  <a:close/>
                  <a:moveTo>
                    <a:pt x="588" y="142"/>
                  </a:moveTo>
                  <a:cubicBezTo>
                    <a:pt x="587" y="140"/>
                    <a:pt x="585" y="138"/>
                    <a:pt x="583" y="137"/>
                  </a:cubicBezTo>
                  <a:cubicBezTo>
                    <a:pt x="622" y="93"/>
                    <a:pt x="622" y="93"/>
                    <a:pt x="622" y="93"/>
                  </a:cubicBezTo>
                  <a:cubicBezTo>
                    <a:pt x="624" y="95"/>
                    <a:pt x="626" y="97"/>
                    <a:pt x="628" y="99"/>
                  </a:cubicBezTo>
                  <a:lnTo>
                    <a:pt x="588" y="142"/>
                  </a:lnTo>
                  <a:close/>
                  <a:moveTo>
                    <a:pt x="166" y="137"/>
                  </a:moveTo>
                  <a:cubicBezTo>
                    <a:pt x="127" y="93"/>
                    <a:pt x="127" y="93"/>
                    <a:pt x="127" y="93"/>
                  </a:cubicBezTo>
                  <a:cubicBezTo>
                    <a:pt x="130" y="91"/>
                    <a:pt x="132" y="89"/>
                    <a:pt x="134" y="87"/>
                  </a:cubicBezTo>
                  <a:cubicBezTo>
                    <a:pt x="172" y="132"/>
                    <a:pt x="172" y="132"/>
                    <a:pt x="172" y="132"/>
                  </a:cubicBezTo>
                  <a:cubicBezTo>
                    <a:pt x="170" y="134"/>
                    <a:pt x="168" y="135"/>
                    <a:pt x="166" y="137"/>
                  </a:cubicBezTo>
                  <a:close/>
                  <a:moveTo>
                    <a:pt x="578" y="133"/>
                  </a:moveTo>
                  <a:cubicBezTo>
                    <a:pt x="576" y="131"/>
                    <a:pt x="575" y="130"/>
                    <a:pt x="573" y="128"/>
                  </a:cubicBezTo>
                  <a:cubicBezTo>
                    <a:pt x="609" y="83"/>
                    <a:pt x="609" y="83"/>
                    <a:pt x="609" y="83"/>
                  </a:cubicBezTo>
                  <a:cubicBezTo>
                    <a:pt x="612" y="84"/>
                    <a:pt x="614" y="86"/>
                    <a:pt x="616" y="88"/>
                  </a:cubicBezTo>
                  <a:lnTo>
                    <a:pt x="578" y="133"/>
                  </a:lnTo>
                  <a:close/>
                  <a:moveTo>
                    <a:pt x="176" y="128"/>
                  </a:moveTo>
                  <a:cubicBezTo>
                    <a:pt x="139" y="83"/>
                    <a:pt x="139" y="83"/>
                    <a:pt x="139" y="83"/>
                  </a:cubicBezTo>
                  <a:cubicBezTo>
                    <a:pt x="142" y="81"/>
                    <a:pt x="144" y="79"/>
                    <a:pt x="146" y="77"/>
                  </a:cubicBezTo>
                  <a:cubicBezTo>
                    <a:pt x="182" y="124"/>
                    <a:pt x="182" y="124"/>
                    <a:pt x="182" y="124"/>
                  </a:cubicBezTo>
                  <a:cubicBezTo>
                    <a:pt x="180" y="125"/>
                    <a:pt x="178" y="127"/>
                    <a:pt x="176" y="128"/>
                  </a:cubicBezTo>
                  <a:close/>
                  <a:moveTo>
                    <a:pt x="568" y="124"/>
                  </a:moveTo>
                  <a:cubicBezTo>
                    <a:pt x="566" y="123"/>
                    <a:pt x="564" y="121"/>
                    <a:pt x="562" y="120"/>
                  </a:cubicBezTo>
                  <a:cubicBezTo>
                    <a:pt x="597" y="73"/>
                    <a:pt x="597" y="73"/>
                    <a:pt x="597" y="73"/>
                  </a:cubicBezTo>
                  <a:cubicBezTo>
                    <a:pt x="599" y="75"/>
                    <a:pt x="601" y="76"/>
                    <a:pt x="604" y="78"/>
                  </a:cubicBezTo>
                  <a:lnTo>
                    <a:pt x="568" y="124"/>
                  </a:lnTo>
                  <a:close/>
                  <a:moveTo>
                    <a:pt x="187" y="120"/>
                  </a:moveTo>
                  <a:cubicBezTo>
                    <a:pt x="152" y="73"/>
                    <a:pt x="152" y="73"/>
                    <a:pt x="152" y="73"/>
                  </a:cubicBezTo>
                  <a:cubicBezTo>
                    <a:pt x="154" y="71"/>
                    <a:pt x="157" y="70"/>
                    <a:pt x="159" y="68"/>
                  </a:cubicBezTo>
                  <a:cubicBezTo>
                    <a:pt x="193" y="116"/>
                    <a:pt x="193" y="116"/>
                    <a:pt x="193" y="116"/>
                  </a:cubicBezTo>
                  <a:cubicBezTo>
                    <a:pt x="191" y="117"/>
                    <a:pt x="189" y="118"/>
                    <a:pt x="187" y="120"/>
                  </a:cubicBezTo>
                  <a:close/>
                  <a:moveTo>
                    <a:pt x="557" y="116"/>
                  </a:moveTo>
                  <a:cubicBezTo>
                    <a:pt x="555" y="115"/>
                    <a:pt x="553" y="113"/>
                    <a:pt x="551" y="112"/>
                  </a:cubicBezTo>
                  <a:cubicBezTo>
                    <a:pt x="584" y="64"/>
                    <a:pt x="584" y="64"/>
                    <a:pt x="584" y="64"/>
                  </a:cubicBezTo>
                  <a:cubicBezTo>
                    <a:pt x="586" y="65"/>
                    <a:pt x="589" y="67"/>
                    <a:pt x="591" y="69"/>
                  </a:cubicBezTo>
                  <a:lnTo>
                    <a:pt x="557" y="116"/>
                  </a:lnTo>
                  <a:close/>
                  <a:moveTo>
                    <a:pt x="198" y="112"/>
                  </a:moveTo>
                  <a:cubicBezTo>
                    <a:pt x="165" y="64"/>
                    <a:pt x="165" y="64"/>
                    <a:pt x="165" y="64"/>
                  </a:cubicBezTo>
                  <a:cubicBezTo>
                    <a:pt x="167" y="62"/>
                    <a:pt x="170" y="61"/>
                    <a:pt x="172" y="59"/>
                  </a:cubicBezTo>
                  <a:cubicBezTo>
                    <a:pt x="204" y="108"/>
                    <a:pt x="204" y="108"/>
                    <a:pt x="204" y="108"/>
                  </a:cubicBezTo>
                  <a:cubicBezTo>
                    <a:pt x="202" y="109"/>
                    <a:pt x="200" y="111"/>
                    <a:pt x="198" y="112"/>
                  </a:cubicBezTo>
                  <a:close/>
                  <a:moveTo>
                    <a:pt x="546" y="109"/>
                  </a:moveTo>
                  <a:cubicBezTo>
                    <a:pt x="544" y="107"/>
                    <a:pt x="542" y="106"/>
                    <a:pt x="540" y="105"/>
                  </a:cubicBezTo>
                  <a:cubicBezTo>
                    <a:pt x="571" y="55"/>
                    <a:pt x="571" y="55"/>
                    <a:pt x="571" y="55"/>
                  </a:cubicBezTo>
                  <a:cubicBezTo>
                    <a:pt x="573" y="57"/>
                    <a:pt x="575" y="58"/>
                    <a:pt x="578" y="60"/>
                  </a:cubicBezTo>
                  <a:lnTo>
                    <a:pt x="546" y="109"/>
                  </a:lnTo>
                  <a:close/>
                  <a:moveTo>
                    <a:pt x="209" y="105"/>
                  </a:moveTo>
                  <a:cubicBezTo>
                    <a:pt x="178" y="55"/>
                    <a:pt x="178" y="55"/>
                    <a:pt x="178" y="55"/>
                  </a:cubicBezTo>
                  <a:cubicBezTo>
                    <a:pt x="181" y="54"/>
                    <a:pt x="183" y="52"/>
                    <a:pt x="186" y="51"/>
                  </a:cubicBezTo>
                  <a:cubicBezTo>
                    <a:pt x="215" y="101"/>
                    <a:pt x="215" y="101"/>
                    <a:pt x="215" y="101"/>
                  </a:cubicBezTo>
                  <a:cubicBezTo>
                    <a:pt x="213" y="102"/>
                    <a:pt x="211" y="104"/>
                    <a:pt x="209" y="105"/>
                  </a:cubicBezTo>
                  <a:close/>
                  <a:moveTo>
                    <a:pt x="535" y="102"/>
                  </a:moveTo>
                  <a:cubicBezTo>
                    <a:pt x="533" y="100"/>
                    <a:pt x="530" y="99"/>
                    <a:pt x="528" y="98"/>
                  </a:cubicBezTo>
                  <a:cubicBezTo>
                    <a:pt x="557" y="47"/>
                    <a:pt x="557" y="47"/>
                    <a:pt x="557" y="47"/>
                  </a:cubicBezTo>
                  <a:cubicBezTo>
                    <a:pt x="559" y="48"/>
                    <a:pt x="562" y="50"/>
                    <a:pt x="564" y="51"/>
                  </a:cubicBezTo>
                  <a:lnTo>
                    <a:pt x="535" y="102"/>
                  </a:lnTo>
                  <a:close/>
                  <a:moveTo>
                    <a:pt x="220" y="98"/>
                  </a:moveTo>
                  <a:cubicBezTo>
                    <a:pt x="192" y="47"/>
                    <a:pt x="192" y="47"/>
                    <a:pt x="192" y="47"/>
                  </a:cubicBezTo>
                  <a:cubicBezTo>
                    <a:pt x="194" y="46"/>
                    <a:pt x="197" y="44"/>
                    <a:pt x="199" y="43"/>
                  </a:cubicBezTo>
                  <a:cubicBezTo>
                    <a:pt x="227" y="95"/>
                    <a:pt x="227" y="95"/>
                    <a:pt x="227" y="95"/>
                  </a:cubicBezTo>
                  <a:cubicBezTo>
                    <a:pt x="225" y="96"/>
                    <a:pt x="223" y="97"/>
                    <a:pt x="220" y="98"/>
                  </a:cubicBezTo>
                  <a:close/>
                  <a:moveTo>
                    <a:pt x="523" y="95"/>
                  </a:moveTo>
                  <a:cubicBezTo>
                    <a:pt x="521" y="94"/>
                    <a:pt x="519" y="93"/>
                    <a:pt x="516" y="92"/>
                  </a:cubicBezTo>
                  <a:cubicBezTo>
                    <a:pt x="543" y="40"/>
                    <a:pt x="543" y="40"/>
                    <a:pt x="543" y="40"/>
                  </a:cubicBezTo>
                  <a:cubicBezTo>
                    <a:pt x="545" y="41"/>
                    <a:pt x="548" y="42"/>
                    <a:pt x="550" y="44"/>
                  </a:cubicBezTo>
                  <a:lnTo>
                    <a:pt x="523" y="95"/>
                  </a:lnTo>
                  <a:close/>
                  <a:moveTo>
                    <a:pt x="232" y="92"/>
                  </a:moveTo>
                  <a:cubicBezTo>
                    <a:pt x="206" y="40"/>
                    <a:pt x="206" y="40"/>
                    <a:pt x="206" y="40"/>
                  </a:cubicBezTo>
                  <a:cubicBezTo>
                    <a:pt x="208" y="38"/>
                    <a:pt x="211" y="37"/>
                    <a:pt x="214" y="36"/>
                  </a:cubicBezTo>
                  <a:cubicBezTo>
                    <a:pt x="239" y="89"/>
                    <a:pt x="239" y="89"/>
                    <a:pt x="239" y="89"/>
                  </a:cubicBezTo>
                  <a:cubicBezTo>
                    <a:pt x="237" y="90"/>
                    <a:pt x="234" y="91"/>
                    <a:pt x="232" y="92"/>
                  </a:cubicBezTo>
                  <a:close/>
                  <a:moveTo>
                    <a:pt x="511" y="89"/>
                  </a:moveTo>
                  <a:cubicBezTo>
                    <a:pt x="509" y="88"/>
                    <a:pt x="507" y="87"/>
                    <a:pt x="504" y="86"/>
                  </a:cubicBezTo>
                  <a:cubicBezTo>
                    <a:pt x="528" y="33"/>
                    <a:pt x="528" y="33"/>
                    <a:pt x="528" y="33"/>
                  </a:cubicBezTo>
                  <a:cubicBezTo>
                    <a:pt x="531" y="34"/>
                    <a:pt x="534" y="35"/>
                    <a:pt x="536" y="36"/>
                  </a:cubicBezTo>
                  <a:lnTo>
                    <a:pt x="511" y="89"/>
                  </a:lnTo>
                  <a:close/>
                  <a:moveTo>
                    <a:pt x="244" y="86"/>
                  </a:moveTo>
                  <a:cubicBezTo>
                    <a:pt x="220" y="33"/>
                    <a:pt x="220" y="33"/>
                    <a:pt x="220" y="33"/>
                  </a:cubicBezTo>
                  <a:cubicBezTo>
                    <a:pt x="223" y="32"/>
                    <a:pt x="225" y="31"/>
                    <a:pt x="228" y="29"/>
                  </a:cubicBezTo>
                  <a:cubicBezTo>
                    <a:pt x="251" y="83"/>
                    <a:pt x="251" y="83"/>
                    <a:pt x="251" y="83"/>
                  </a:cubicBezTo>
                  <a:cubicBezTo>
                    <a:pt x="249" y="84"/>
                    <a:pt x="247" y="85"/>
                    <a:pt x="244" y="86"/>
                  </a:cubicBezTo>
                  <a:close/>
                  <a:moveTo>
                    <a:pt x="499" y="83"/>
                  </a:moveTo>
                  <a:cubicBezTo>
                    <a:pt x="496" y="83"/>
                    <a:pt x="494" y="82"/>
                    <a:pt x="492" y="81"/>
                  </a:cubicBezTo>
                  <a:cubicBezTo>
                    <a:pt x="514" y="26"/>
                    <a:pt x="514" y="26"/>
                    <a:pt x="514" y="26"/>
                  </a:cubicBezTo>
                  <a:cubicBezTo>
                    <a:pt x="516" y="27"/>
                    <a:pt x="519" y="29"/>
                    <a:pt x="522" y="30"/>
                  </a:cubicBezTo>
                  <a:lnTo>
                    <a:pt x="499" y="83"/>
                  </a:lnTo>
                  <a:close/>
                  <a:moveTo>
                    <a:pt x="257" y="81"/>
                  </a:moveTo>
                  <a:cubicBezTo>
                    <a:pt x="235" y="27"/>
                    <a:pt x="235" y="27"/>
                    <a:pt x="235" y="27"/>
                  </a:cubicBezTo>
                  <a:cubicBezTo>
                    <a:pt x="237" y="26"/>
                    <a:pt x="240" y="24"/>
                    <a:pt x="243" y="23"/>
                  </a:cubicBezTo>
                  <a:cubicBezTo>
                    <a:pt x="263" y="78"/>
                    <a:pt x="263" y="78"/>
                    <a:pt x="263" y="78"/>
                  </a:cubicBezTo>
                  <a:cubicBezTo>
                    <a:pt x="261" y="79"/>
                    <a:pt x="259" y="80"/>
                    <a:pt x="257" y="81"/>
                  </a:cubicBezTo>
                  <a:close/>
                  <a:moveTo>
                    <a:pt x="486" y="78"/>
                  </a:moveTo>
                  <a:cubicBezTo>
                    <a:pt x="484" y="78"/>
                    <a:pt x="482" y="77"/>
                    <a:pt x="479" y="76"/>
                  </a:cubicBezTo>
                  <a:cubicBezTo>
                    <a:pt x="499" y="21"/>
                    <a:pt x="499" y="21"/>
                    <a:pt x="499" y="21"/>
                  </a:cubicBezTo>
                  <a:cubicBezTo>
                    <a:pt x="502" y="22"/>
                    <a:pt x="504" y="23"/>
                    <a:pt x="507" y="24"/>
                  </a:cubicBezTo>
                  <a:lnTo>
                    <a:pt x="486" y="78"/>
                  </a:lnTo>
                  <a:close/>
                  <a:moveTo>
                    <a:pt x="269" y="76"/>
                  </a:moveTo>
                  <a:cubicBezTo>
                    <a:pt x="250" y="21"/>
                    <a:pt x="250" y="21"/>
                    <a:pt x="250" y="21"/>
                  </a:cubicBezTo>
                  <a:cubicBezTo>
                    <a:pt x="252" y="20"/>
                    <a:pt x="255" y="19"/>
                    <a:pt x="258" y="18"/>
                  </a:cubicBezTo>
                  <a:cubicBezTo>
                    <a:pt x="276" y="74"/>
                    <a:pt x="276" y="74"/>
                    <a:pt x="276" y="74"/>
                  </a:cubicBezTo>
                  <a:cubicBezTo>
                    <a:pt x="274" y="75"/>
                    <a:pt x="271" y="75"/>
                    <a:pt x="269" y="76"/>
                  </a:cubicBezTo>
                  <a:close/>
                  <a:moveTo>
                    <a:pt x="474" y="74"/>
                  </a:moveTo>
                  <a:cubicBezTo>
                    <a:pt x="471" y="73"/>
                    <a:pt x="469" y="72"/>
                    <a:pt x="467" y="72"/>
                  </a:cubicBezTo>
                  <a:cubicBezTo>
                    <a:pt x="484" y="16"/>
                    <a:pt x="484" y="16"/>
                    <a:pt x="484" y="16"/>
                  </a:cubicBezTo>
                  <a:cubicBezTo>
                    <a:pt x="486" y="17"/>
                    <a:pt x="489" y="18"/>
                    <a:pt x="492" y="18"/>
                  </a:cubicBezTo>
                  <a:lnTo>
                    <a:pt x="474" y="74"/>
                  </a:lnTo>
                  <a:close/>
                  <a:moveTo>
                    <a:pt x="282" y="72"/>
                  </a:moveTo>
                  <a:cubicBezTo>
                    <a:pt x="265" y="16"/>
                    <a:pt x="265" y="16"/>
                    <a:pt x="265" y="16"/>
                  </a:cubicBezTo>
                  <a:cubicBezTo>
                    <a:pt x="267" y="15"/>
                    <a:pt x="270" y="14"/>
                    <a:pt x="273" y="14"/>
                  </a:cubicBezTo>
                  <a:cubicBezTo>
                    <a:pt x="289" y="70"/>
                    <a:pt x="289" y="70"/>
                    <a:pt x="289" y="70"/>
                  </a:cubicBezTo>
                  <a:cubicBezTo>
                    <a:pt x="286" y="71"/>
                    <a:pt x="284" y="71"/>
                    <a:pt x="282" y="72"/>
                  </a:cubicBezTo>
                  <a:close/>
                  <a:moveTo>
                    <a:pt x="461" y="70"/>
                  </a:moveTo>
                  <a:cubicBezTo>
                    <a:pt x="458" y="69"/>
                    <a:pt x="456" y="69"/>
                    <a:pt x="454" y="68"/>
                  </a:cubicBezTo>
                  <a:cubicBezTo>
                    <a:pt x="468" y="12"/>
                    <a:pt x="468" y="12"/>
                    <a:pt x="468" y="12"/>
                  </a:cubicBezTo>
                  <a:cubicBezTo>
                    <a:pt x="471" y="12"/>
                    <a:pt x="474" y="13"/>
                    <a:pt x="477" y="14"/>
                  </a:cubicBezTo>
                  <a:lnTo>
                    <a:pt x="461" y="70"/>
                  </a:lnTo>
                  <a:close/>
                  <a:moveTo>
                    <a:pt x="295" y="68"/>
                  </a:moveTo>
                  <a:cubicBezTo>
                    <a:pt x="280" y="12"/>
                    <a:pt x="280" y="12"/>
                    <a:pt x="280" y="12"/>
                  </a:cubicBezTo>
                  <a:cubicBezTo>
                    <a:pt x="283" y="11"/>
                    <a:pt x="286" y="10"/>
                    <a:pt x="288" y="10"/>
                  </a:cubicBezTo>
                  <a:cubicBezTo>
                    <a:pt x="302" y="67"/>
                    <a:pt x="302" y="67"/>
                    <a:pt x="302" y="67"/>
                  </a:cubicBezTo>
                  <a:cubicBezTo>
                    <a:pt x="299" y="67"/>
                    <a:pt x="297" y="68"/>
                    <a:pt x="295" y="68"/>
                  </a:cubicBezTo>
                  <a:close/>
                  <a:moveTo>
                    <a:pt x="448" y="67"/>
                  </a:moveTo>
                  <a:cubicBezTo>
                    <a:pt x="445" y="66"/>
                    <a:pt x="443" y="66"/>
                    <a:pt x="441" y="65"/>
                  </a:cubicBezTo>
                  <a:cubicBezTo>
                    <a:pt x="453" y="8"/>
                    <a:pt x="453" y="8"/>
                    <a:pt x="453" y="8"/>
                  </a:cubicBezTo>
                  <a:cubicBezTo>
                    <a:pt x="456" y="8"/>
                    <a:pt x="459" y="9"/>
                    <a:pt x="461" y="10"/>
                  </a:cubicBezTo>
                  <a:lnTo>
                    <a:pt x="448" y="67"/>
                  </a:lnTo>
                  <a:close/>
                  <a:moveTo>
                    <a:pt x="308" y="65"/>
                  </a:moveTo>
                  <a:cubicBezTo>
                    <a:pt x="295" y="8"/>
                    <a:pt x="295" y="8"/>
                    <a:pt x="295" y="8"/>
                  </a:cubicBezTo>
                  <a:cubicBezTo>
                    <a:pt x="298" y="7"/>
                    <a:pt x="301" y="7"/>
                    <a:pt x="304" y="6"/>
                  </a:cubicBezTo>
                  <a:cubicBezTo>
                    <a:pt x="315" y="64"/>
                    <a:pt x="315" y="64"/>
                    <a:pt x="315" y="64"/>
                  </a:cubicBezTo>
                  <a:cubicBezTo>
                    <a:pt x="312" y="64"/>
                    <a:pt x="310" y="65"/>
                    <a:pt x="308" y="65"/>
                  </a:cubicBezTo>
                  <a:close/>
                  <a:moveTo>
                    <a:pt x="435" y="64"/>
                  </a:moveTo>
                  <a:cubicBezTo>
                    <a:pt x="432" y="63"/>
                    <a:pt x="430" y="63"/>
                    <a:pt x="428" y="63"/>
                  </a:cubicBezTo>
                  <a:cubicBezTo>
                    <a:pt x="437" y="5"/>
                    <a:pt x="437" y="5"/>
                    <a:pt x="437" y="5"/>
                  </a:cubicBezTo>
                  <a:cubicBezTo>
                    <a:pt x="440" y="5"/>
                    <a:pt x="443" y="6"/>
                    <a:pt x="446" y="6"/>
                  </a:cubicBezTo>
                  <a:lnTo>
                    <a:pt x="435" y="64"/>
                  </a:lnTo>
                  <a:close/>
                  <a:moveTo>
                    <a:pt x="321" y="63"/>
                  </a:moveTo>
                  <a:cubicBezTo>
                    <a:pt x="311" y="5"/>
                    <a:pt x="311" y="5"/>
                    <a:pt x="311" y="5"/>
                  </a:cubicBezTo>
                  <a:cubicBezTo>
                    <a:pt x="314" y="5"/>
                    <a:pt x="317" y="4"/>
                    <a:pt x="320" y="4"/>
                  </a:cubicBezTo>
                  <a:cubicBezTo>
                    <a:pt x="328" y="61"/>
                    <a:pt x="328" y="61"/>
                    <a:pt x="328" y="61"/>
                  </a:cubicBezTo>
                  <a:cubicBezTo>
                    <a:pt x="326" y="62"/>
                    <a:pt x="323" y="62"/>
                    <a:pt x="321" y="63"/>
                  </a:cubicBezTo>
                  <a:close/>
                  <a:moveTo>
                    <a:pt x="422" y="62"/>
                  </a:moveTo>
                  <a:cubicBezTo>
                    <a:pt x="419" y="61"/>
                    <a:pt x="417" y="61"/>
                    <a:pt x="414" y="61"/>
                  </a:cubicBezTo>
                  <a:cubicBezTo>
                    <a:pt x="422" y="3"/>
                    <a:pt x="422" y="3"/>
                    <a:pt x="422" y="3"/>
                  </a:cubicBezTo>
                  <a:cubicBezTo>
                    <a:pt x="424" y="3"/>
                    <a:pt x="427" y="3"/>
                    <a:pt x="430" y="4"/>
                  </a:cubicBezTo>
                  <a:lnTo>
                    <a:pt x="422" y="62"/>
                  </a:lnTo>
                  <a:close/>
                  <a:moveTo>
                    <a:pt x="334" y="61"/>
                  </a:moveTo>
                  <a:cubicBezTo>
                    <a:pt x="327" y="3"/>
                    <a:pt x="327" y="3"/>
                    <a:pt x="327" y="3"/>
                  </a:cubicBezTo>
                  <a:cubicBezTo>
                    <a:pt x="330" y="2"/>
                    <a:pt x="332" y="2"/>
                    <a:pt x="335" y="2"/>
                  </a:cubicBezTo>
                  <a:cubicBezTo>
                    <a:pt x="341" y="60"/>
                    <a:pt x="341" y="60"/>
                    <a:pt x="341" y="60"/>
                  </a:cubicBezTo>
                  <a:cubicBezTo>
                    <a:pt x="339" y="60"/>
                    <a:pt x="337" y="60"/>
                    <a:pt x="334" y="61"/>
                  </a:cubicBezTo>
                  <a:close/>
                  <a:moveTo>
                    <a:pt x="408" y="60"/>
                  </a:moveTo>
                  <a:cubicBezTo>
                    <a:pt x="406" y="60"/>
                    <a:pt x="403" y="59"/>
                    <a:pt x="401" y="59"/>
                  </a:cubicBezTo>
                  <a:cubicBezTo>
                    <a:pt x="406" y="1"/>
                    <a:pt x="406" y="1"/>
                    <a:pt x="406" y="1"/>
                  </a:cubicBezTo>
                  <a:cubicBezTo>
                    <a:pt x="409" y="1"/>
                    <a:pt x="412" y="1"/>
                    <a:pt x="414" y="2"/>
                  </a:cubicBezTo>
                  <a:lnTo>
                    <a:pt x="408" y="60"/>
                  </a:lnTo>
                  <a:close/>
                  <a:moveTo>
                    <a:pt x="347" y="59"/>
                  </a:moveTo>
                  <a:cubicBezTo>
                    <a:pt x="342" y="1"/>
                    <a:pt x="342" y="1"/>
                    <a:pt x="342" y="1"/>
                  </a:cubicBezTo>
                  <a:cubicBezTo>
                    <a:pt x="345" y="1"/>
                    <a:pt x="348" y="1"/>
                    <a:pt x="351" y="0"/>
                  </a:cubicBezTo>
                  <a:cubicBezTo>
                    <a:pt x="355" y="59"/>
                    <a:pt x="355" y="59"/>
                    <a:pt x="355" y="59"/>
                  </a:cubicBezTo>
                  <a:cubicBezTo>
                    <a:pt x="352" y="59"/>
                    <a:pt x="350" y="59"/>
                    <a:pt x="347" y="59"/>
                  </a:cubicBezTo>
                  <a:close/>
                  <a:moveTo>
                    <a:pt x="395" y="59"/>
                  </a:moveTo>
                  <a:cubicBezTo>
                    <a:pt x="392" y="59"/>
                    <a:pt x="390" y="58"/>
                    <a:pt x="388" y="58"/>
                  </a:cubicBezTo>
                  <a:cubicBezTo>
                    <a:pt x="390" y="0"/>
                    <a:pt x="390" y="0"/>
                    <a:pt x="390" y="0"/>
                  </a:cubicBezTo>
                  <a:cubicBezTo>
                    <a:pt x="393" y="0"/>
                    <a:pt x="396" y="0"/>
                    <a:pt x="399" y="0"/>
                  </a:cubicBezTo>
                  <a:lnTo>
                    <a:pt x="395" y="59"/>
                  </a:lnTo>
                  <a:close/>
                  <a:moveTo>
                    <a:pt x="361" y="58"/>
                  </a:moveTo>
                  <a:cubicBezTo>
                    <a:pt x="358" y="0"/>
                    <a:pt x="358" y="0"/>
                    <a:pt x="358" y="0"/>
                  </a:cubicBezTo>
                  <a:cubicBezTo>
                    <a:pt x="361" y="0"/>
                    <a:pt x="364" y="0"/>
                    <a:pt x="367" y="0"/>
                  </a:cubicBezTo>
                  <a:cubicBezTo>
                    <a:pt x="368" y="58"/>
                    <a:pt x="368" y="58"/>
                    <a:pt x="368" y="58"/>
                  </a:cubicBezTo>
                  <a:cubicBezTo>
                    <a:pt x="366" y="58"/>
                    <a:pt x="363" y="58"/>
                    <a:pt x="361" y="58"/>
                  </a:cubicBezTo>
                  <a:close/>
                  <a:moveTo>
                    <a:pt x="382" y="58"/>
                  </a:moveTo>
                  <a:cubicBezTo>
                    <a:pt x="379" y="58"/>
                    <a:pt x="377" y="58"/>
                    <a:pt x="375" y="58"/>
                  </a:cubicBezTo>
                  <a:cubicBezTo>
                    <a:pt x="374" y="58"/>
                    <a:pt x="374" y="58"/>
                    <a:pt x="374" y="58"/>
                  </a:cubicBezTo>
                  <a:cubicBezTo>
                    <a:pt x="374" y="23"/>
                    <a:pt x="374" y="23"/>
                    <a:pt x="374" y="23"/>
                  </a:cubicBezTo>
                  <a:cubicBezTo>
                    <a:pt x="374" y="0"/>
                    <a:pt x="374" y="0"/>
                    <a:pt x="374" y="0"/>
                  </a:cubicBezTo>
                  <a:cubicBezTo>
                    <a:pt x="375" y="0"/>
                    <a:pt x="375" y="0"/>
                    <a:pt x="375" y="0"/>
                  </a:cubicBezTo>
                  <a:cubicBezTo>
                    <a:pt x="377" y="0"/>
                    <a:pt x="380" y="0"/>
                    <a:pt x="383" y="0"/>
                  </a:cubicBezTo>
                  <a:lnTo>
                    <a:pt x="382" y="58"/>
                  </a:lnTo>
                  <a:close/>
                  <a:moveTo>
                    <a:pt x="374" y="23"/>
                  </a:moveTo>
                  <a:cubicBezTo>
                    <a:pt x="374" y="29"/>
                    <a:pt x="374" y="29"/>
                    <a:pt x="374" y="29"/>
                  </a:cubicBezTo>
                  <a:cubicBezTo>
                    <a:pt x="374" y="24"/>
                    <a:pt x="374" y="24"/>
                    <a:pt x="374" y="24"/>
                  </a:cubicBezTo>
                  <a:lnTo>
                    <a:pt x="374" y="2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28"/>
            <p:cNvSpPr/>
            <p:nvPr/>
          </p:nvSpPr>
          <p:spPr>
            <a:xfrm>
              <a:off x="5734050" y="4329113"/>
              <a:ext cx="985838" cy="987424"/>
            </a:xfrm>
            <a:custGeom>
              <a:avLst/>
              <a:gdLst/>
              <a:ahLst/>
              <a:cxnLst/>
              <a:rect l="l" t="t" r="r" b="b"/>
              <a:pathLst>
                <a:path w="585" h="585" extrusionOk="0">
                  <a:moveTo>
                    <a:pt x="293" y="585"/>
                  </a:moveTo>
                  <a:cubicBezTo>
                    <a:pt x="131" y="585"/>
                    <a:pt x="0" y="454"/>
                    <a:pt x="0" y="293"/>
                  </a:cubicBezTo>
                  <a:cubicBezTo>
                    <a:pt x="0" y="131"/>
                    <a:pt x="131" y="0"/>
                    <a:pt x="293" y="0"/>
                  </a:cubicBezTo>
                  <a:cubicBezTo>
                    <a:pt x="454" y="0"/>
                    <a:pt x="585" y="131"/>
                    <a:pt x="585" y="293"/>
                  </a:cubicBezTo>
                  <a:cubicBezTo>
                    <a:pt x="585" y="454"/>
                    <a:pt x="454" y="585"/>
                    <a:pt x="293" y="585"/>
                  </a:cubicBezTo>
                  <a:close/>
                  <a:moveTo>
                    <a:pt x="293" y="5"/>
                  </a:moveTo>
                  <a:cubicBezTo>
                    <a:pt x="134" y="5"/>
                    <a:pt x="5" y="134"/>
                    <a:pt x="5" y="293"/>
                  </a:cubicBezTo>
                  <a:cubicBezTo>
                    <a:pt x="5" y="451"/>
                    <a:pt x="134" y="580"/>
                    <a:pt x="293" y="580"/>
                  </a:cubicBezTo>
                  <a:cubicBezTo>
                    <a:pt x="451" y="580"/>
                    <a:pt x="580" y="451"/>
                    <a:pt x="580" y="293"/>
                  </a:cubicBezTo>
                  <a:cubicBezTo>
                    <a:pt x="580" y="134"/>
                    <a:pt x="451" y="5"/>
                    <a:pt x="293" y="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28"/>
            <p:cNvSpPr/>
            <p:nvPr/>
          </p:nvSpPr>
          <p:spPr>
            <a:xfrm>
              <a:off x="5738813" y="4333875"/>
              <a:ext cx="974725" cy="976313"/>
            </a:xfrm>
            <a:custGeom>
              <a:avLst/>
              <a:gdLst/>
              <a:ahLst/>
              <a:cxnLst/>
              <a:rect l="l" t="t" r="r" b="b"/>
              <a:pathLst>
                <a:path w="578" h="579" extrusionOk="0">
                  <a:moveTo>
                    <a:pt x="290" y="0"/>
                  </a:move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8" y="0"/>
                    <a:pt x="287" y="0"/>
                    <a:pt x="287" y="0"/>
                  </a:cubicBezTo>
                  <a:cubicBezTo>
                    <a:pt x="287" y="49"/>
                    <a:pt x="287" y="49"/>
                    <a:pt x="287" y="49"/>
                  </a:cubicBezTo>
                  <a:cubicBezTo>
                    <a:pt x="288" y="49"/>
                    <a:pt x="289" y="49"/>
                    <a:pt x="290" y="49"/>
                  </a:cubicBezTo>
                  <a:lnTo>
                    <a:pt x="290" y="0"/>
                  </a:lnTo>
                  <a:close/>
                  <a:moveTo>
                    <a:pt x="234" y="5"/>
                  </a:moveTo>
                  <a:cubicBezTo>
                    <a:pt x="233" y="6"/>
                    <a:pt x="233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2" y="6"/>
                    <a:pt x="232" y="6"/>
                    <a:pt x="232" y="6"/>
                  </a:cubicBezTo>
                  <a:cubicBezTo>
                    <a:pt x="231" y="6"/>
                    <a:pt x="231" y="6"/>
                    <a:pt x="231" y="6"/>
                  </a:cubicBezTo>
                  <a:cubicBezTo>
                    <a:pt x="241" y="54"/>
                    <a:pt x="241" y="54"/>
                    <a:pt x="241" y="54"/>
                  </a:cubicBezTo>
                  <a:cubicBezTo>
                    <a:pt x="242" y="54"/>
                    <a:pt x="243" y="54"/>
                    <a:pt x="243" y="54"/>
                  </a:cubicBezTo>
                  <a:lnTo>
                    <a:pt x="234" y="5"/>
                  </a:lnTo>
                  <a:close/>
                  <a:moveTo>
                    <a:pt x="181" y="21"/>
                  </a:moveTo>
                  <a:cubicBezTo>
                    <a:pt x="180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9" y="22"/>
                    <a:pt x="179" y="22"/>
                    <a:pt x="179" y="22"/>
                  </a:cubicBezTo>
                  <a:cubicBezTo>
                    <a:pt x="178" y="22"/>
                    <a:pt x="178" y="22"/>
                    <a:pt x="178" y="22"/>
                  </a:cubicBezTo>
                  <a:cubicBezTo>
                    <a:pt x="197" y="68"/>
                    <a:pt x="197" y="68"/>
                    <a:pt x="197" y="68"/>
                  </a:cubicBezTo>
                  <a:cubicBezTo>
                    <a:pt x="198" y="67"/>
                    <a:pt x="198" y="67"/>
                    <a:pt x="199" y="67"/>
                  </a:cubicBezTo>
                  <a:lnTo>
                    <a:pt x="181" y="21"/>
                  </a:lnTo>
                  <a:close/>
                  <a:moveTo>
                    <a:pt x="131" y="47"/>
                  </a:moveTo>
                  <a:cubicBezTo>
                    <a:pt x="131" y="47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30" y="48"/>
                    <a:pt x="130" y="48"/>
                    <a:pt x="130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8"/>
                    <a:pt x="129" y="48"/>
                    <a:pt x="129" y="48"/>
                  </a:cubicBezTo>
                  <a:cubicBezTo>
                    <a:pt x="129" y="49"/>
                    <a:pt x="129" y="49"/>
                    <a:pt x="129" y="49"/>
                  </a:cubicBezTo>
                  <a:cubicBezTo>
                    <a:pt x="156" y="90"/>
                    <a:pt x="156" y="90"/>
                    <a:pt x="156" y="90"/>
                  </a:cubicBezTo>
                  <a:cubicBezTo>
                    <a:pt x="157" y="89"/>
                    <a:pt x="157" y="89"/>
                    <a:pt x="158" y="88"/>
                  </a:cubicBezTo>
                  <a:lnTo>
                    <a:pt x="131" y="47"/>
                  </a:lnTo>
                  <a:close/>
                  <a:moveTo>
                    <a:pt x="88" y="82"/>
                  </a:moveTo>
                  <a:cubicBezTo>
                    <a:pt x="87" y="82"/>
                    <a:pt x="87" y="83"/>
                    <a:pt x="87" y="83"/>
                  </a:cubicBezTo>
                  <a:cubicBezTo>
                    <a:pt x="87" y="83"/>
                    <a:pt x="87" y="83"/>
                    <a:pt x="87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3"/>
                    <a:pt x="86" y="83"/>
                    <a:pt x="86" y="83"/>
                  </a:cubicBezTo>
                  <a:cubicBezTo>
                    <a:pt x="86" y="84"/>
                    <a:pt x="86" y="84"/>
                    <a:pt x="86" y="84"/>
                  </a:cubicBezTo>
                  <a:cubicBezTo>
                    <a:pt x="120" y="119"/>
                    <a:pt x="120" y="119"/>
                    <a:pt x="120" y="119"/>
                  </a:cubicBezTo>
                  <a:cubicBezTo>
                    <a:pt x="121" y="118"/>
                    <a:pt x="121" y="118"/>
                    <a:pt x="122" y="117"/>
                  </a:cubicBezTo>
                  <a:lnTo>
                    <a:pt x="88" y="82"/>
                  </a:lnTo>
                  <a:close/>
                  <a:moveTo>
                    <a:pt x="52" y="125"/>
                  </a:move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5"/>
                    <a:pt x="51" y="125"/>
                    <a:pt x="51" y="125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1" y="126"/>
                    <a:pt x="51" y="126"/>
                    <a:pt x="51" y="126"/>
                  </a:cubicBezTo>
                  <a:cubicBezTo>
                    <a:pt x="50" y="127"/>
                    <a:pt x="50" y="127"/>
                    <a:pt x="50" y="127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4"/>
                    <a:pt x="92" y="153"/>
                    <a:pt x="92" y="153"/>
                  </a:cubicBezTo>
                  <a:lnTo>
                    <a:pt x="52" y="125"/>
                  </a:lnTo>
                  <a:close/>
                  <a:moveTo>
                    <a:pt x="24" y="173"/>
                  </a:move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4" y="174"/>
                    <a:pt x="24" y="175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23" y="176"/>
                    <a:pt x="23" y="176"/>
                    <a:pt x="23" y="176"/>
                  </a:cubicBezTo>
                  <a:cubicBezTo>
                    <a:pt x="68" y="195"/>
                    <a:pt x="68" y="195"/>
                    <a:pt x="68" y="195"/>
                  </a:cubicBezTo>
                  <a:cubicBezTo>
                    <a:pt x="69" y="194"/>
                    <a:pt x="69" y="194"/>
                    <a:pt x="69" y="193"/>
                  </a:cubicBezTo>
                  <a:lnTo>
                    <a:pt x="24" y="173"/>
                  </a:lnTo>
                  <a:close/>
                  <a:moveTo>
                    <a:pt x="7" y="226"/>
                  </a:moveTo>
                  <a:cubicBezTo>
                    <a:pt x="7" y="227"/>
                    <a:pt x="7" y="227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7" y="228"/>
                    <a:pt x="7" y="228"/>
                    <a:pt x="7" y="228"/>
                  </a:cubicBezTo>
                  <a:cubicBezTo>
                    <a:pt x="6" y="229"/>
                    <a:pt x="6" y="229"/>
                    <a:pt x="6" y="229"/>
                  </a:cubicBezTo>
                  <a:cubicBezTo>
                    <a:pt x="54" y="239"/>
                    <a:pt x="54" y="239"/>
                    <a:pt x="54" y="239"/>
                  </a:cubicBezTo>
                  <a:cubicBezTo>
                    <a:pt x="55" y="238"/>
                    <a:pt x="55" y="238"/>
                    <a:pt x="55" y="237"/>
                  </a:cubicBezTo>
                  <a:cubicBezTo>
                    <a:pt x="7" y="226"/>
                    <a:pt x="7" y="226"/>
                    <a:pt x="7" y="226"/>
                  </a:cubicBezTo>
                  <a:close/>
                  <a:moveTo>
                    <a:pt x="0" y="281"/>
                  </a:moveTo>
                  <a:cubicBezTo>
                    <a:pt x="0" y="281"/>
                    <a:pt x="0" y="281"/>
                    <a:pt x="0" y="281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2"/>
                    <a:pt x="0" y="282"/>
                    <a:pt x="0" y="282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49" y="285"/>
                    <a:pt x="49" y="285"/>
                    <a:pt x="49" y="285"/>
                  </a:cubicBezTo>
                  <a:cubicBezTo>
                    <a:pt x="49" y="284"/>
                    <a:pt x="49" y="284"/>
                    <a:pt x="49" y="283"/>
                  </a:cubicBezTo>
                  <a:lnTo>
                    <a:pt x="0" y="281"/>
                  </a:lnTo>
                  <a:close/>
                  <a:moveTo>
                    <a:pt x="52" y="329"/>
                  </a:moveTo>
                  <a:cubicBezTo>
                    <a:pt x="4" y="337"/>
                    <a:pt x="4" y="337"/>
                    <a:pt x="4" y="337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8"/>
                    <a:pt x="4" y="338"/>
                    <a:pt x="4" y="338"/>
                  </a:cubicBezTo>
                  <a:cubicBezTo>
                    <a:pt x="4" y="339"/>
                    <a:pt x="4" y="339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4" y="340"/>
                    <a:pt x="4" y="340"/>
                    <a:pt x="4" y="340"/>
                  </a:cubicBezTo>
                  <a:cubicBezTo>
                    <a:pt x="53" y="331"/>
                    <a:pt x="53" y="331"/>
                    <a:pt x="53" y="331"/>
                  </a:cubicBezTo>
                  <a:cubicBezTo>
                    <a:pt x="53" y="331"/>
                    <a:pt x="52" y="330"/>
                    <a:pt x="52" y="329"/>
                  </a:cubicBezTo>
                  <a:close/>
                  <a:moveTo>
                    <a:pt x="64" y="374"/>
                  </a:moveTo>
                  <a:cubicBezTo>
                    <a:pt x="18" y="391"/>
                    <a:pt x="18" y="391"/>
                    <a:pt x="18" y="391"/>
                  </a:cubicBezTo>
                  <a:cubicBezTo>
                    <a:pt x="19" y="392"/>
                    <a:pt x="19" y="393"/>
                    <a:pt x="19" y="394"/>
                  </a:cubicBezTo>
                  <a:cubicBezTo>
                    <a:pt x="65" y="376"/>
                    <a:pt x="65" y="376"/>
                    <a:pt x="65" y="376"/>
                  </a:cubicBezTo>
                  <a:cubicBezTo>
                    <a:pt x="65" y="375"/>
                    <a:pt x="64" y="374"/>
                    <a:pt x="64" y="374"/>
                  </a:cubicBezTo>
                  <a:close/>
                  <a:moveTo>
                    <a:pt x="84" y="415"/>
                  </a:moveTo>
                  <a:cubicBezTo>
                    <a:pt x="43" y="441"/>
                    <a:pt x="43" y="441"/>
                    <a:pt x="43" y="441"/>
                  </a:cubicBezTo>
                  <a:cubicBezTo>
                    <a:pt x="43" y="441"/>
                    <a:pt x="43" y="442"/>
                    <a:pt x="44" y="442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44" y="443"/>
                    <a:pt x="44" y="443"/>
                    <a:pt x="44" y="443"/>
                  </a:cubicBezTo>
                  <a:cubicBezTo>
                    <a:pt x="86" y="417"/>
                    <a:pt x="86" y="417"/>
                    <a:pt x="86" y="417"/>
                  </a:cubicBezTo>
                  <a:cubicBezTo>
                    <a:pt x="85" y="417"/>
                    <a:pt x="85" y="416"/>
                    <a:pt x="84" y="415"/>
                  </a:cubicBezTo>
                  <a:close/>
                  <a:moveTo>
                    <a:pt x="112" y="452"/>
                  </a:moveTo>
                  <a:cubicBezTo>
                    <a:pt x="76" y="485"/>
                    <a:pt x="76" y="485"/>
                    <a:pt x="76" y="485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6"/>
                    <a:pt x="77" y="486"/>
                    <a:pt x="77" y="486"/>
                  </a:cubicBezTo>
                  <a:cubicBezTo>
                    <a:pt x="77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7"/>
                    <a:pt x="78" y="487"/>
                    <a:pt x="78" y="487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78" y="488"/>
                    <a:pt x="78" y="488"/>
                    <a:pt x="78" y="488"/>
                  </a:cubicBezTo>
                  <a:cubicBezTo>
                    <a:pt x="114" y="454"/>
                    <a:pt x="114" y="454"/>
                    <a:pt x="114" y="454"/>
                  </a:cubicBezTo>
                  <a:cubicBezTo>
                    <a:pt x="113" y="453"/>
                    <a:pt x="113" y="453"/>
                    <a:pt x="112" y="452"/>
                  </a:cubicBezTo>
                  <a:close/>
                  <a:moveTo>
                    <a:pt x="147" y="483"/>
                  </a:moveTo>
                  <a:cubicBezTo>
                    <a:pt x="118" y="523"/>
                    <a:pt x="118" y="523"/>
                    <a:pt x="118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3"/>
                    <a:pt x="119" y="523"/>
                    <a:pt x="119" y="523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19" y="524"/>
                    <a:pt x="119" y="524"/>
                    <a:pt x="119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20" y="524"/>
                    <a:pt x="120" y="524"/>
                    <a:pt x="120" y="524"/>
                  </a:cubicBezTo>
                  <a:cubicBezTo>
                    <a:pt x="149" y="485"/>
                    <a:pt x="149" y="485"/>
                    <a:pt x="149" y="485"/>
                  </a:cubicBezTo>
                  <a:cubicBezTo>
                    <a:pt x="148" y="484"/>
                    <a:pt x="147" y="484"/>
                    <a:pt x="147" y="483"/>
                  </a:cubicBezTo>
                  <a:close/>
                  <a:moveTo>
                    <a:pt x="187" y="507"/>
                  </a:moveTo>
                  <a:cubicBezTo>
                    <a:pt x="165" y="551"/>
                    <a:pt x="165" y="551"/>
                    <a:pt x="165" y="551"/>
                  </a:cubicBezTo>
                  <a:cubicBezTo>
                    <a:pt x="166" y="552"/>
                    <a:pt x="167" y="552"/>
                    <a:pt x="167" y="552"/>
                  </a:cubicBezTo>
                  <a:cubicBezTo>
                    <a:pt x="167" y="552"/>
                    <a:pt x="167" y="552"/>
                    <a:pt x="167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2"/>
                    <a:pt x="168" y="552"/>
                    <a:pt x="168" y="552"/>
                  </a:cubicBezTo>
                  <a:cubicBezTo>
                    <a:pt x="168" y="553"/>
                    <a:pt x="168" y="553"/>
                    <a:pt x="168" y="553"/>
                  </a:cubicBezTo>
                  <a:cubicBezTo>
                    <a:pt x="189" y="508"/>
                    <a:pt x="189" y="508"/>
                    <a:pt x="189" y="508"/>
                  </a:cubicBezTo>
                  <a:cubicBezTo>
                    <a:pt x="188" y="508"/>
                    <a:pt x="187" y="507"/>
                    <a:pt x="187" y="507"/>
                  </a:cubicBezTo>
                  <a:close/>
                  <a:moveTo>
                    <a:pt x="230" y="523"/>
                  </a:move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8" y="570"/>
                    <a:pt x="218" y="570"/>
                    <a:pt x="218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0"/>
                    <a:pt x="219" y="570"/>
                    <a:pt x="219" y="570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19" y="571"/>
                    <a:pt x="219" y="571"/>
                    <a:pt x="219" y="571"/>
                  </a:cubicBezTo>
                  <a:cubicBezTo>
                    <a:pt x="220" y="571"/>
                    <a:pt x="220" y="571"/>
                    <a:pt x="221" y="571"/>
                  </a:cubicBezTo>
                  <a:cubicBezTo>
                    <a:pt x="232" y="523"/>
                    <a:pt x="232" y="523"/>
                    <a:pt x="232" y="523"/>
                  </a:cubicBezTo>
                  <a:cubicBezTo>
                    <a:pt x="232" y="523"/>
                    <a:pt x="231" y="523"/>
                    <a:pt x="230" y="523"/>
                  </a:cubicBezTo>
                  <a:close/>
                  <a:moveTo>
                    <a:pt x="276" y="530"/>
                  </a:move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3" y="579"/>
                    <a:pt x="273" y="579"/>
                    <a:pt x="273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4" y="579"/>
                    <a:pt x="274" y="579"/>
                  </a:cubicBezTo>
                  <a:cubicBezTo>
                    <a:pt x="274" y="579"/>
                    <a:pt x="275" y="579"/>
                    <a:pt x="276" y="579"/>
                  </a:cubicBezTo>
                  <a:cubicBezTo>
                    <a:pt x="278" y="530"/>
                    <a:pt x="278" y="530"/>
                    <a:pt x="278" y="530"/>
                  </a:cubicBezTo>
                  <a:cubicBezTo>
                    <a:pt x="277" y="530"/>
                    <a:pt x="277" y="530"/>
                    <a:pt x="276" y="530"/>
                  </a:cubicBezTo>
                  <a:close/>
                  <a:moveTo>
                    <a:pt x="325" y="528"/>
                  </a:moveTo>
                  <a:cubicBezTo>
                    <a:pt x="324" y="528"/>
                    <a:pt x="323" y="528"/>
                    <a:pt x="322" y="528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0" y="576"/>
                    <a:pt x="331" y="576"/>
                    <a:pt x="332" y="576"/>
                  </a:cubicBezTo>
                  <a:lnTo>
                    <a:pt x="325" y="528"/>
                  </a:lnTo>
                  <a:close/>
                  <a:moveTo>
                    <a:pt x="369" y="516"/>
                  </a:moveTo>
                  <a:cubicBezTo>
                    <a:pt x="369" y="517"/>
                    <a:pt x="368" y="517"/>
                    <a:pt x="367" y="517"/>
                  </a:cubicBezTo>
                  <a:cubicBezTo>
                    <a:pt x="383" y="564"/>
                    <a:pt x="383" y="564"/>
                    <a:pt x="383" y="564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4" y="563"/>
                    <a:pt x="384" y="563"/>
                    <a:pt x="384" y="563"/>
                  </a:cubicBezTo>
                  <a:cubicBezTo>
                    <a:pt x="385" y="563"/>
                    <a:pt x="385" y="563"/>
                    <a:pt x="386" y="563"/>
                  </a:cubicBezTo>
                  <a:lnTo>
                    <a:pt x="369" y="516"/>
                  </a:lnTo>
                  <a:close/>
                  <a:moveTo>
                    <a:pt x="411" y="497"/>
                  </a:moveTo>
                  <a:cubicBezTo>
                    <a:pt x="411" y="497"/>
                    <a:pt x="410" y="498"/>
                    <a:pt x="409" y="498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4" y="541"/>
                    <a:pt x="434" y="541"/>
                    <a:pt x="434" y="541"/>
                  </a:cubicBezTo>
                  <a:cubicBezTo>
                    <a:pt x="435" y="540"/>
                    <a:pt x="436" y="540"/>
                    <a:pt x="436" y="539"/>
                  </a:cubicBezTo>
                  <a:lnTo>
                    <a:pt x="411" y="497"/>
                  </a:lnTo>
                  <a:close/>
                  <a:moveTo>
                    <a:pt x="449" y="470"/>
                  </a:moveTo>
                  <a:cubicBezTo>
                    <a:pt x="448" y="470"/>
                    <a:pt x="448" y="471"/>
                    <a:pt x="447" y="471"/>
                  </a:cubicBezTo>
                  <a:cubicBezTo>
                    <a:pt x="479" y="508"/>
                    <a:pt x="479" y="508"/>
                    <a:pt x="479" y="508"/>
                  </a:cubicBezTo>
                  <a:cubicBezTo>
                    <a:pt x="480" y="508"/>
                    <a:pt x="480" y="508"/>
                    <a:pt x="480" y="508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0" y="507"/>
                    <a:pt x="480" y="507"/>
                    <a:pt x="480" y="507"/>
                  </a:cubicBezTo>
                  <a:cubicBezTo>
                    <a:pt x="481" y="507"/>
                    <a:pt x="481" y="507"/>
                    <a:pt x="481" y="507"/>
                  </a:cubicBezTo>
                  <a:lnTo>
                    <a:pt x="449" y="470"/>
                  </a:lnTo>
                  <a:close/>
                  <a:moveTo>
                    <a:pt x="480" y="436"/>
                  </a:moveTo>
                  <a:cubicBezTo>
                    <a:pt x="480" y="437"/>
                    <a:pt x="479" y="437"/>
                    <a:pt x="479" y="438"/>
                  </a:cubicBezTo>
                  <a:cubicBezTo>
                    <a:pt x="518" y="468"/>
                    <a:pt x="518" y="468"/>
                    <a:pt x="518" y="468"/>
                  </a:cubicBezTo>
                  <a:cubicBezTo>
                    <a:pt x="518" y="467"/>
                    <a:pt x="519" y="467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cubicBezTo>
                    <a:pt x="519" y="466"/>
                    <a:pt x="519" y="466"/>
                    <a:pt x="519" y="466"/>
                  </a:cubicBezTo>
                  <a:lnTo>
                    <a:pt x="480" y="436"/>
                  </a:lnTo>
                  <a:close/>
                  <a:moveTo>
                    <a:pt x="505" y="397"/>
                  </a:moveTo>
                  <a:cubicBezTo>
                    <a:pt x="505" y="397"/>
                    <a:pt x="504" y="398"/>
                    <a:pt x="504" y="399"/>
                  </a:cubicBezTo>
                  <a:cubicBezTo>
                    <a:pt x="548" y="421"/>
                    <a:pt x="548" y="421"/>
                    <a:pt x="548" y="421"/>
                  </a:cubicBezTo>
                  <a:cubicBezTo>
                    <a:pt x="548" y="421"/>
                    <a:pt x="548" y="420"/>
                    <a:pt x="548" y="420"/>
                  </a:cubicBezTo>
                  <a:cubicBezTo>
                    <a:pt x="548" y="420"/>
                    <a:pt x="548" y="420"/>
                    <a:pt x="548" y="420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8" y="419"/>
                    <a:pt x="548" y="419"/>
                    <a:pt x="548" y="419"/>
                  </a:cubicBezTo>
                  <a:cubicBezTo>
                    <a:pt x="549" y="418"/>
                    <a:pt x="549" y="418"/>
                    <a:pt x="549" y="418"/>
                  </a:cubicBezTo>
                  <a:lnTo>
                    <a:pt x="505" y="397"/>
                  </a:lnTo>
                  <a:close/>
                  <a:moveTo>
                    <a:pt x="521" y="353"/>
                  </a:moveTo>
                  <a:cubicBezTo>
                    <a:pt x="521" y="354"/>
                    <a:pt x="521" y="355"/>
                    <a:pt x="521" y="356"/>
                  </a:cubicBezTo>
                  <a:cubicBezTo>
                    <a:pt x="568" y="369"/>
                    <a:pt x="568" y="369"/>
                    <a:pt x="568" y="369"/>
                  </a:cubicBezTo>
                  <a:cubicBezTo>
                    <a:pt x="568" y="368"/>
                    <a:pt x="568" y="367"/>
                    <a:pt x="569" y="366"/>
                  </a:cubicBezTo>
                  <a:lnTo>
                    <a:pt x="521" y="353"/>
                  </a:lnTo>
                  <a:close/>
                  <a:moveTo>
                    <a:pt x="529" y="308"/>
                  </a:moveTo>
                  <a:cubicBezTo>
                    <a:pt x="529" y="309"/>
                    <a:pt x="529" y="309"/>
                    <a:pt x="529" y="310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4"/>
                    <a:pt x="578" y="314"/>
                    <a:pt x="578" y="314"/>
                  </a:cubicBezTo>
                  <a:cubicBezTo>
                    <a:pt x="578" y="313"/>
                    <a:pt x="578" y="312"/>
                    <a:pt x="578" y="311"/>
                  </a:cubicBezTo>
                  <a:lnTo>
                    <a:pt x="529" y="308"/>
                  </a:lnTo>
                  <a:close/>
                  <a:moveTo>
                    <a:pt x="577" y="256"/>
                  </a:moveTo>
                  <a:cubicBezTo>
                    <a:pt x="528" y="261"/>
                    <a:pt x="528" y="261"/>
                    <a:pt x="528" y="261"/>
                  </a:cubicBezTo>
                  <a:cubicBezTo>
                    <a:pt x="528" y="262"/>
                    <a:pt x="528" y="263"/>
                    <a:pt x="529" y="264"/>
                  </a:cubicBezTo>
                  <a:cubicBezTo>
                    <a:pt x="577" y="259"/>
                    <a:pt x="577" y="259"/>
                    <a:pt x="577" y="259"/>
                  </a:cubicBezTo>
                  <a:cubicBezTo>
                    <a:pt x="577" y="258"/>
                    <a:pt x="577" y="257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ubicBezTo>
                    <a:pt x="577" y="256"/>
                    <a:pt x="577" y="256"/>
                    <a:pt x="577" y="256"/>
                  </a:cubicBezTo>
                  <a:close/>
                  <a:moveTo>
                    <a:pt x="565" y="201"/>
                  </a:moveTo>
                  <a:cubicBezTo>
                    <a:pt x="519" y="216"/>
                    <a:pt x="519" y="216"/>
                    <a:pt x="519" y="216"/>
                  </a:cubicBezTo>
                  <a:cubicBezTo>
                    <a:pt x="519" y="217"/>
                    <a:pt x="519" y="218"/>
                    <a:pt x="519" y="219"/>
                  </a:cubicBezTo>
                  <a:cubicBezTo>
                    <a:pt x="566" y="204"/>
                    <a:pt x="566" y="204"/>
                    <a:pt x="566" y="204"/>
                  </a:cubicBezTo>
                  <a:cubicBezTo>
                    <a:pt x="566" y="203"/>
                    <a:pt x="566" y="202"/>
                    <a:pt x="565" y="201"/>
                  </a:cubicBezTo>
                  <a:close/>
                  <a:moveTo>
                    <a:pt x="543" y="150"/>
                  </a:moveTo>
                  <a:cubicBezTo>
                    <a:pt x="500" y="174"/>
                    <a:pt x="500" y="174"/>
                    <a:pt x="500" y="174"/>
                  </a:cubicBezTo>
                  <a:cubicBezTo>
                    <a:pt x="501" y="175"/>
                    <a:pt x="501" y="175"/>
                    <a:pt x="501" y="176"/>
                  </a:cubicBezTo>
                  <a:cubicBezTo>
                    <a:pt x="545" y="153"/>
                    <a:pt x="545" y="153"/>
                    <a:pt x="545" y="153"/>
                  </a:cubicBezTo>
                  <a:cubicBezTo>
                    <a:pt x="544" y="152"/>
                    <a:pt x="544" y="151"/>
                    <a:pt x="543" y="150"/>
                  </a:cubicBezTo>
                  <a:close/>
                  <a:moveTo>
                    <a:pt x="512" y="104"/>
                  </a:moveTo>
                  <a:cubicBezTo>
                    <a:pt x="474" y="136"/>
                    <a:pt x="474" y="136"/>
                    <a:pt x="474" y="136"/>
                  </a:cubicBezTo>
                  <a:cubicBezTo>
                    <a:pt x="475" y="136"/>
                    <a:pt x="475" y="137"/>
                    <a:pt x="476" y="137"/>
                  </a:cubicBezTo>
                  <a:cubicBezTo>
                    <a:pt x="514" y="106"/>
                    <a:pt x="514" y="106"/>
                    <a:pt x="514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6"/>
                    <a:pt x="513" y="106"/>
                    <a:pt x="513" y="106"/>
                  </a:cubicBezTo>
                  <a:cubicBezTo>
                    <a:pt x="513" y="105"/>
                    <a:pt x="512" y="105"/>
                    <a:pt x="512" y="104"/>
                  </a:cubicBezTo>
                  <a:close/>
                  <a:moveTo>
                    <a:pt x="472" y="65"/>
                  </a:moveTo>
                  <a:cubicBezTo>
                    <a:pt x="441" y="103"/>
                    <a:pt x="441" y="103"/>
                    <a:pt x="441" y="103"/>
                  </a:cubicBezTo>
                  <a:cubicBezTo>
                    <a:pt x="442" y="104"/>
                    <a:pt x="442" y="104"/>
                    <a:pt x="443" y="105"/>
                  </a:cubicBezTo>
                  <a:cubicBezTo>
                    <a:pt x="474" y="67"/>
                    <a:pt x="474" y="67"/>
                    <a:pt x="474" y="67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6"/>
                    <a:pt x="473" y="66"/>
                    <a:pt x="473" y="66"/>
                  </a:cubicBezTo>
                  <a:cubicBezTo>
                    <a:pt x="473" y="65"/>
                    <a:pt x="473" y="65"/>
                    <a:pt x="473" y="65"/>
                  </a:cubicBezTo>
                  <a:cubicBezTo>
                    <a:pt x="473" y="65"/>
                    <a:pt x="473" y="65"/>
                    <a:pt x="473" y="65"/>
                  </a:cubicBezTo>
                  <a:lnTo>
                    <a:pt x="472" y="65"/>
                  </a:lnTo>
                  <a:close/>
                  <a:moveTo>
                    <a:pt x="426" y="34"/>
                  </a:moveTo>
                  <a:cubicBezTo>
                    <a:pt x="403" y="77"/>
                    <a:pt x="403" y="77"/>
                    <a:pt x="403" y="77"/>
                  </a:cubicBezTo>
                  <a:cubicBezTo>
                    <a:pt x="403" y="78"/>
                    <a:pt x="404" y="78"/>
                    <a:pt x="405" y="79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8" y="35"/>
                    <a:pt x="428" y="35"/>
                    <a:pt x="428" y="35"/>
                  </a:cubicBezTo>
                  <a:cubicBezTo>
                    <a:pt x="427" y="35"/>
                    <a:pt x="426" y="35"/>
                    <a:pt x="426" y="34"/>
                  </a:cubicBezTo>
                  <a:close/>
                  <a:moveTo>
                    <a:pt x="374" y="13"/>
                  </a:moveTo>
                  <a:cubicBezTo>
                    <a:pt x="360" y="60"/>
                    <a:pt x="360" y="60"/>
                    <a:pt x="360" y="60"/>
                  </a:cubicBezTo>
                  <a:cubicBezTo>
                    <a:pt x="361" y="60"/>
                    <a:pt x="361" y="60"/>
                    <a:pt x="362" y="60"/>
                  </a:cubicBezTo>
                  <a:cubicBezTo>
                    <a:pt x="377" y="14"/>
                    <a:pt x="377" y="14"/>
                    <a:pt x="377" y="14"/>
                  </a:cubicBezTo>
                  <a:cubicBezTo>
                    <a:pt x="376" y="13"/>
                    <a:pt x="376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cubicBezTo>
                    <a:pt x="375" y="13"/>
                    <a:pt x="375" y="13"/>
                    <a:pt x="375" y="13"/>
                  </a:cubicBezTo>
                  <a:lnTo>
                    <a:pt x="374" y="13"/>
                  </a:lnTo>
                  <a:close/>
                  <a:moveTo>
                    <a:pt x="320" y="2"/>
                  </a:moveTo>
                  <a:cubicBezTo>
                    <a:pt x="315" y="51"/>
                    <a:pt x="315" y="51"/>
                    <a:pt x="315" y="51"/>
                  </a:cubicBezTo>
                  <a:cubicBezTo>
                    <a:pt x="315" y="51"/>
                    <a:pt x="316" y="51"/>
                    <a:pt x="317" y="51"/>
                  </a:cubicBezTo>
                  <a:cubicBezTo>
                    <a:pt x="322" y="2"/>
                    <a:pt x="322" y="2"/>
                    <a:pt x="322" y="2"/>
                  </a:cubicBezTo>
                  <a:cubicBezTo>
                    <a:pt x="322" y="2"/>
                    <a:pt x="321" y="2"/>
                    <a:pt x="320" y="2"/>
                  </a:cubicBezTo>
                  <a:cubicBezTo>
                    <a:pt x="320" y="2"/>
                    <a:pt x="320" y="2"/>
                    <a:pt x="320" y="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28"/>
            <p:cNvSpPr/>
            <p:nvPr/>
          </p:nvSpPr>
          <p:spPr>
            <a:xfrm>
              <a:off x="5867400" y="4462463"/>
              <a:ext cx="720725" cy="722312"/>
            </a:xfrm>
            <a:custGeom>
              <a:avLst/>
              <a:gdLst/>
              <a:ahLst/>
              <a:cxnLst/>
              <a:rect l="l" t="t" r="r" b="b"/>
              <a:pathLst>
                <a:path w="428" h="428" extrusionOk="0">
                  <a:moveTo>
                    <a:pt x="214" y="422"/>
                  </a:moveTo>
                  <a:cubicBezTo>
                    <a:pt x="214" y="419"/>
                    <a:pt x="217" y="416"/>
                    <a:pt x="220" y="416"/>
                  </a:cubicBezTo>
                  <a:cubicBezTo>
                    <a:pt x="223" y="416"/>
                    <a:pt x="226" y="418"/>
                    <a:pt x="226" y="422"/>
                  </a:cubicBezTo>
                  <a:cubicBezTo>
                    <a:pt x="226" y="425"/>
                    <a:pt x="223" y="428"/>
                    <a:pt x="220" y="428"/>
                  </a:cubicBezTo>
                  <a:cubicBezTo>
                    <a:pt x="220" y="428"/>
                    <a:pt x="220" y="428"/>
                    <a:pt x="220" y="428"/>
                  </a:cubicBezTo>
                  <a:cubicBezTo>
                    <a:pt x="217" y="428"/>
                    <a:pt x="214" y="425"/>
                    <a:pt x="214" y="422"/>
                  </a:cubicBezTo>
                  <a:close/>
                  <a:moveTo>
                    <a:pt x="187" y="426"/>
                  </a:moveTo>
                  <a:cubicBezTo>
                    <a:pt x="187" y="426"/>
                    <a:pt x="187" y="426"/>
                    <a:pt x="187" y="426"/>
                  </a:cubicBezTo>
                  <a:cubicBezTo>
                    <a:pt x="184" y="426"/>
                    <a:pt x="182" y="423"/>
                    <a:pt x="182" y="420"/>
                  </a:cubicBezTo>
                  <a:cubicBezTo>
                    <a:pt x="182" y="416"/>
                    <a:pt x="185" y="414"/>
                    <a:pt x="189" y="415"/>
                  </a:cubicBezTo>
                  <a:cubicBezTo>
                    <a:pt x="189" y="415"/>
                    <a:pt x="189" y="415"/>
                    <a:pt x="189" y="415"/>
                  </a:cubicBezTo>
                  <a:cubicBezTo>
                    <a:pt x="192" y="415"/>
                    <a:pt x="194" y="418"/>
                    <a:pt x="194" y="421"/>
                  </a:cubicBezTo>
                  <a:cubicBezTo>
                    <a:pt x="193" y="424"/>
                    <a:pt x="191" y="426"/>
                    <a:pt x="188" y="426"/>
                  </a:cubicBezTo>
                  <a:lnTo>
                    <a:pt x="187" y="426"/>
                  </a:lnTo>
                  <a:close/>
                  <a:moveTo>
                    <a:pt x="246" y="419"/>
                  </a:moveTo>
                  <a:cubicBezTo>
                    <a:pt x="245" y="416"/>
                    <a:pt x="248" y="413"/>
                    <a:pt x="251" y="413"/>
                  </a:cubicBezTo>
                  <a:cubicBezTo>
                    <a:pt x="254" y="412"/>
                    <a:pt x="257" y="414"/>
                    <a:pt x="257" y="417"/>
                  </a:cubicBezTo>
                  <a:cubicBezTo>
                    <a:pt x="258" y="420"/>
                    <a:pt x="256" y="424"/>
                    <a:pt x="253" y="424"/>
                  </a:cubicBezTo>
                  <a:cubicBezTo>
                    <a:pt x="252" y="424"/>
                    <a:pt x="252" y="424"/>
                    <a:pt x="252" y="424"/>
                  </a:cubicBezTo>
                  <a:cubicBezTo>
                    <a:pt x="249" y="424"/>
                    <a:pt x="247" y="422"/>
                    <a:pt x="246" y="419"/>
                  </a:cubicBezTo>
                  <a:close/>
                  <a:moveTo>
                    <a:pt x="155" y="420"/>
                  </a:moveTo>
                  <a:cubicBezTo>
                    <a:pt x="152" y="419"/>
                    <a:pt x="150" y="415"/>
                    <a:pt x="151" y="412"/>
                  </a:cubicBezTo>
                  <a:cubicBezTo>
                    <a:pt x="152" y="409"/>
                    <a:pt x="155" y="407"/>
                    <a:pt x="158" y="408"/>
                  </a:cubicBezTo>
                  <a:cubicBezTo>
                    <a:pt x="158" y="408"/>
                    <a:pt x="158" y="408"/>
                    <a:pt x="158" y="408"/>
                  </a:cubicBezTo>
                  <a:cubicBezTo>
                    <a:pt x="161" y="409"/>
                    <a:pt x="163" y="412"/>
                    <a:pt x="162" y="416"/>
                  </a:cubicBezTo>
                  <a:cubicBezTo>
                    <a:pt x="161" y="418"/>
                    <a:pt x="159" y="420"/>
                    <a:pt x="157" y="420"/>
                  </a:cubicBezTo>
                  <a:cubicBezTo>
                    <a:pt x="156" y="420"/>
                    <a:pt x="155" y="420"/>
                    <a:pt x="155" y="420"/>
                  </a:cubicBezTo>
                  <a:close/>
                  <a:moveTo>
                    <a:pt x="277" y="412"/>
                  </a:moveTo>
                  <a:cubicBezTo>
                    <a:pt x="276" y="409"/>
                    <a:pt x="278" y="406"/>
                    <a:pt x="281" y="405"/>
                  </a:cubicBezTo>
                  <a:cubicBezTo>
                    <a:pt x="284" y="404"/>
                    <a:pt x="287" y="405"/>
                    <a:pt x="288" y="408"/>
                  </a:cubicBezTo>
                  <a:cubicBezTo>
                    <a:pt x="289" y="411"/>
                    <a:pt x="288" y="415"/>
                    <a:pt x="285" y="416"/>
                  </a:cubicBezTo>
                  <a:cubicBezTo>
                    <a:pt x="284" y="416"/>
                    <a:pt x="283" y="416"/>
                    <a:pt x="283" y="416"/>
                  </a:cubicBezTo>
                  <a:cubicBezTo>
                    <a:pt x="280" y="416"/>
                    <a:pt x="278" y="414"/>
                    <a:pt x="277" y="412"/>
                  </a:cubicBezTo>
                  <a:close/>
                  <a:moveTo>
                    <a:pt x="124" y="408"/>
                  </a:moveTo>
                  <a:cubicBezTo>
                    <a:pt x="121" y="407"/>
                    <a:pt x="120" y="403"/>
                    <a:pt x="121" y="400"/>
                  </a:cubicBezTo>
                  <a:cubicBezTo>
                    <a:pt x="122" y="397"/>
                    <a:pt x="126" y="396"/>
                    <a:pt x="129" y="398"/>
                  </a:cubicBezTo>
                  <a:cubicBezTo>
                    <a:pt x="132" y="399"/>
                    <a:pt x="133" y="402"/>
                    <a:pt x="132" y="405"/>
                  </a:cubicBezTo>
                  <a:cubicBezTo>
                    <a:pt x="131" y="407"/>
                    <a:pt x="129" y="409"/>
                    <a:pt x="126" y="409"/>
                  </a:cubicBezTo>
                  <a:cubicBezTo>
                    <a:pt x="126" y="409"/>
                    <a:pt x="125" y="409"/>
                    <a:pt x="124" y="408"/>
                  </a:cubicBezTo>
                  <a:close/>
                  <a:moveTo>
                    <a:pt x="307" y="400"/>
                  </a:moveTo>
                  <a:cubicBezTo>
                    <a:pt x="305" y="397"/>
                    <a:pt x="306" y="394"/>
                    <a:pt x="309" y="392"/>
                  </a:cubicBezTo>
                  <a:cubicBezTo>
                    <a:pt x="312" y="391"/>
                    <a:pt x="316" y="392"/>
                    <a:pt x="317" y="394"/>
                  </a:cubicBezTo>
                  <a:cubicBezTo>
                    <a:pt x="319" y="397"/>
                    <a:pt x="318" y="401"/>
                    <a:pt x="315" y="402"/>
                  </a:cubicBezTo>
                  <a:cubicBezTo>
                    <a:pt x="314" y="403"/>
                    <a:pt x="313" y="403"/>
                    <a:pt x="312" y="403"/>
                  </a:cubicBezTo>
                  <a:cubicBezTo>
                    <a:pt x="310" y="403"/>
                    <a:pt x="308" y="402"/>
                    <a:pt x="307" y="400"/>
                  </a:cubicBezTo>
                  <a:close/>
                  <a:moveTo>
                    <a:pt x="95" y="392"/>
                  </a:moveTo>
                  <a:cubicBezTo>
                    <a:pt x="93" y="390"/>
                    <a:pt x="92" y="387"/>
                    <a:pt x="94" y="384"/>
                  </a:cubicBezTo>
                  <a:cubicBezTo>
                    <a:pt x="95" y="381"/>
                    <a:pt x="99" y="381"/>
                    <a:pt x="102" y="382"/>
                  </a:cubicBezTo>
                  <a:cubicBezTo>
                    <a:pt x="104" y="384"/>
                    <a:pt x="105" y="388"/>
                    <a:pt x="103" y="390"/>
                  </a:cubicBezTo>
                  <a:cubicBezTo>
                    <a:pt x="102" y="392"/>
                    <a:pt x="100" y="393"/>
                    <a:pt x="98" y="393"/>
                  </a:cubicBezTo>
                  <a:cubicBezTo>
                    <a:pt x="97" y="393"/>
                    <a:pt x="96" y="393"/>
                    <a:pt x="95" y="392"/>
                  </a:cubicBezTo>
                  <a:close/>
                  <a:moveTo>
                    <a:pt x="334" y="383"/>
                  </a:moveTo>
                  <a:cubicBezTo>
                    <a:pt x="332" y="381"/>
                    <a:pt x="333" y="377"/>
                    <a:pt x="335" y="375"/>
                  </a:cubicBezTo>
                  <a:cubicBezTo>
                    <a:pt x="338" y="373"/>
                    <a:pt x="342" y="374"/>
                    <a:pt x="344" y="376"/>
                  </a:cubicBezTo>
                  <a:cubicBezTo>
                    <a:pt x="346" y="379"/>
                    <a:pt x="345" y="383"/>
                    <a:pt x="342" y="385"/>
                  </a:cubicBezTo>
                  <a:cubicBezTo>
                    <a:pt x="341" y="385"/>
                    <a:pt x="340" y="386"/>
                    <a:pt x="339" y="386"/>
                  </a:cubicBezTo>
                  <a:cubicBezTo>
                    <a:pt x="337" y="386"/>
                    <a:pt x="335" y="385"/>
                    <a:pt x="334" y="383"/>
                  </a:cubicBezTo>
                  <a:close/>
                  <a:moveTo>
                    <a:pt x="69" y="372"/>
                  </a:moveTo>
                  <a:cubicBezTo>
                    <a:pt x="69" y="372"/>
                    <a:pt x="69" y="372"/>
                    <a:pt x="69" y="372"/>
                  </a:cubicBezTo>
                  <a:cubicBezTo>
                    <a:pt x="67" y="370"/>
                    <a:pt x="67" y="366"/>
                    <a:pt x="69" y="364"/>
                  </a:cubicBezTo>
                  <a:cubicBezTo>
                    <a:pt x="71" y="361"/>
                    <a:pt x="75" y="361"/>
                    <a:pt x="77" y="363"/>
                  </a:cubicBezTo>
                  <a:cubicBezTo>
                    <a:pt x="79" y="365"/>
                    <a:pt x="80" y="369"/>
                    <a:pt x="77" y="371"/>
                  </a:cubicBezTo>
                  <a:cubicBezTo>
                    <a:pt x="76" y="373"/>
                    <a:pt x="75" y="373"/>
                    <a:pt x="73" y="373"/>
                  </a:cubicBezTo>
                  <a:cubicBezTo>
                    <a:pt x="72" y="373"/>
                    <a:pt x="70" y="373"/>
                    <a:pt x="69" y="372"/>
                  </a:cubicBezTo>
                  <a:close/>
                  <a:moveTo>
                    <a:pt x="359" y="363"/>
                  </a:moveTo>
                  <a:cubicBezTo>
                    <a:pt x="357" y="361"/>
                    <a:pt x="357" y="357"/>
                    <a:pt x="359" y="355"/>
                  </a:cubicBezTo>
                  <a:cubicBezTo>
                    <a:pt x="359" y="355"/>
                    <a:pt x="359" y="355"/>
                    <a:pt x="359" y="355"/>
                  </a:cubicBezTo>
                  <a:cubicBezTo>
                    <a:pt x="361" y="352"/>
                    <a:pt x="365" y="352"/>
                    <a:pt x="367" y="354"/>
                  </a:cubicBezTo>
                  <a:cubicBezTo>
                    <a:pt x="369" y="357"/>
                    <a:pt x="369" y="360"/>
                    <a:pt x="367" y="363"/>
                  </a:cubicBezTo>
                  <a:cubicBezTo>
                    <a:pt x="366" y="364"/>
                    <a:pt x="364" y="364"/>
                    <a:pt x="363" y="364"/>
                  </a:cubicBezTo>
                  <a:cubicBezTo>
                    <a:pt x="361" y="364"/>
                    <a:pt x="360" y="364"/>
                    <a:pt x="359" y="363"/>
                  </a:cubicBezTo>
                  <a:close/>
                  <a:moveTo>
                    <a:pt x="47" y="348"/>
                  </a:moveTo>
                  <a:cubicBezTo>
                    <a:pt x="45" y="345"/>
                    <a:pt x="45" y="342"/>
                    <a:pt x="48" y="340"/>
                  </a:cubicBezTo>
                  <a:cubicBezTo>
                    <a:pt x="50" y="338"/>
                    <a:pt x="54" y="338"/>
                    <a:pt x="56" y="340"/>
                  </a:cubicBezTo>
                  <a:cubicBezTo>
                    <a:pt x="58" y="343"/>
                    <a:pt x="57" y="347"/>
                    <a:pt x="55" y="349"/>
                  </a:cubicBezTo>
                  <a:cubicBezTo>
                    <a:pt x="54" y="350"/>
                    <a:pt x="53" y="350"/>
                    <a:pt x="51" y="350"/>
                  </a:cubicBezTo>
                  <a:cubicBezTo>
                    <a:pt x="50" y="350"/>
                    <a:pt x="48" y="349"/>
                    <a:pt x="47" y="348"/>
                  </a:cubicBezTo>
                  <a:close/>
                  <a:moveTo>
                    <a:pt x="380" y="339"/>
                  </a:moveTo>
                  <a:cubicBezTo>
                    <a:pt x="377" y="337"/>
                    <a:pt x="377" y="333"/>
                    <a:pt x="379" y="331"/>
                  </a:cubicBezTo>
                  <a:cubicBezTo>
                    <a:pt x="381" y="328"/>
                    <a:pt x="384" y="327"/>
                    <a:pt x="387" y="329"/>
                  </a:cubicBezTo>
                  <a:cubicBezTo>
                    <a:pt x="389" y="331"/>
                    <a:pt x="390" y="335"/>
                    <a:pt x="388" y="337"/>
                  </a:cubicBezTo>
                  <a:cubicBezTo>
                    <a:pt x="387" y="339"/>
                    <a:pt x="385" y="340"/>
                    <a:pt x="383" y="340"/>
                  </a:cubicBezTo>
                  <a:cubicBezTo>
                    <a:pt x="382" y="340"/>
                    <a:pt x="381" y="339"/>
                    <a:pt x="380" y="339"/>
                  </a:cubicBezTo>
                  <a:close/>
                  <a:moveTo>
                    <a:pt x="28" y="321"/>
                  </a:moveTo>
                  <a:cubicBezTo>
                    <a:pt x="26" y="318"/>
                    <a:pt x="27" y="314"/>
                    <a:pt x="30" y="313"/>
                  </a:cubicBezTo>
                  <a:cubicBezTo>
                    <a:pt x="33" y="311"/>
                    <a:pt x="37" y="312"/>
                    <a:pt x="38" y="315"/>
                  </a:cubicBezTo>
                  <a:cubicBezTo>
                    <a:pt x="40" y="318"/>
                    <a:pt x="39" y="321"/>
                    <a:pt x="36" y="323"/>
                  </a:cubicBezTo>
                  <a:cubicBezTo>
                    <a:pt x="35" y="323"/>
                    <a:pt x="34" y="324"/>
                    <a:pt x="33" y="324"/>
                  </a:cubicBezTo>
                  <a:cubicBezTo>
                    <a:pt x="31" y="324"/>
                    <a:pt x="29" y="323"/>
                    <a:pt x="28" y="321"/>
                  </a:cubicBezTo>
                  <a:close/>
                  <a:moveTo>
                    <a:pt x="397" y="312"/>
                  </a:moveTo>
                  <a:cubicBezTo>
                    <a:pt x="394" y="310"/>
                    <a:pt x="393" y="307"/>
                    <a:pt x="395" y="304"/>
                  </a:cubicBezTo>
                  <a:cubicBezTo>
                    <a:pt x="396" y="301"/>
                    <a:pt x="400" y="300"/>
                    <a:pt x="403" y="301"/>
                  </a:cubicBezTo>
                  <a:cubicBezTo>
                    <a:pt x="405" y="303"/>
                    <a:pt x="407" y="306"/>
                    <a:pt x="405" y="309"/>
                  </a:cubicBezTo>
                  <a:cubicBezTo>
                    <a:pt x="404" y="311"/>
                    <a:pt x="402" y="312"/>
                    <a:pt x="400" y="312"/>
                  </a:cubicBezTo>
                  <a:cubicBezTo>
                    <a:pt x="399" y="312"/>
                    <a:pt x="398" y="312"/>
                    <a:pt x="397" y="312"/>
                  </a:cubicBezTo>
                  <a:close/>
                  <a:moveTo>
                    <a:pt x="14" y="291"/>
                  </a:moveTo>
                  <a:cubicBezTo>
                    <a:pt x="13" y="288"/>
                    <a:pt x="14" y="285"/>
                    <a:pt x="17" y="283"/>
                  </a:cubicBezTo>
                  <a:cubicBezTo>
                    <a:pt x="20" y="282"/>
                    <a:pt x="24" y="284"/>
                    <a:pt x="25" y="287"/>
                  </a:cubicBezTo>
                  <a:cubicBezTo>
                    <a:pt x="26" y="290"/>
                    <a:pt x="24" y="293"/>
                    <a:pt x="21" y="294"/>
                  </a:cubicBezTo>
                  <a:cubicBezTo>
                    <a:pt x="21" y="295"/>
                    <a:pt x="20" y="295"/>
                    <a:pt x="19" y="295"/>
                  </a:cubicBezTo>
                  <a:cubicBezTo>
                    <a:pt x="17" y="295"/>
                    <a:pt x="15" y="293"/>
                    <a:pt x="14" y="291"/>
                  </a:cubicBezTo>
                  <a:close/>
                  <a:moveTo>
                    <a:pt x="410" y="282"/>
                  </a:moveTo>
                  <a:cubicBezTo>
                    <a:pt x="407" y="281"/>
                    <a:pt x="405" y="278"/>
                    <a:pt x="406" y="275"/>
                  </a:cubicBezTo>
                  <a:cubicBezTo>
                    <a:pt x="407" y="272"/>
                    <a:pt x="411" y="270"/>
                    <a:pt x="414" y="271"/>
                  </a:cubicBezTo>
                  <a:cubicBezTo>
                    <a:pt x="417" y="272"/>
                    <a:pt x="419" y="275"/>
                    <a:pt x="418" y="279"/>
                  </a:cubicBezTo>
                  <a:cubicBezTo>
                    <a:pt x="417" y="281"/>
                    <a:pt x="414" y="283"/>
                    <a:pt x="412" y="283"/>
                  </a:cubicBezTo>
                  <a:cubicBezTo>
                    <a:pt x="411" y="283"/>
                    <a:pt x="411" y="283"/>
                    <a:pt x="410" y="282"/>
                  </a:cubicBezTo>
                  <a:close/>
                  <a:moveTo>
                    <a:pt x="4" y="259"/>
                  </a:moveTo>
                  <a:cubicBezTo>
                    <a:pt x="4" y="256"/>
                    <a:pt x="6" y="253"/>
                    <a:pt x="9" y="252"/>
                  </a:cubicBezTo>
                  <a:cubicBezTo>
                    <a:pt x="12" y="252"/>
                    <a:pt x="15" y="254"/>
                    <a:pt x="16" y="257"/>
                  </a:cubicBezTo>
                  <a:cubicBezTo>
                    <a:pt x="16" y="260"/>
                    <a:pt x="14" y="263"/>
                    <a:pt x="11" y="264"/>
                  </a:cubicBezTo>
                  <a:cubicBezTo>
                    <a:pt x="11" y="264"/>
                    <a:pt x="10" y="264"/>
                    <a:pt x="10" y="264"/>
                  </a:cubicBezTo>
                  <a:cubicBezTo>
                    <a:pt x="7" y="264"/>
                    <a:pt x="5" y="262"/>
                    <a:pt x="4" y="259"/>
                  </a:cubicBezTo>
                  <a:close/>
                  <a:moveTo>
                    <a:pt x="418" y="251"/>
                  </a:moveTo>
                  <a:cubicBezTo>
                    <a:pt x="415" y="251"/>
                    <a:pt x="413" y="248"/>
                    <a:pt x="414" y="245"/>
                  </a:cubicBezTo>
                  <a:cubicBezTo>
                    <a:pt x="414" y="242"/>
                    <a:pt x="417" y="239"/>
                    <a:pt x="420" y="240"/>
                  </a:cubicBezTo>
                  <a:cubicBezTo>
                    <a:pt x="423" y="240"/>
                    <a:pt x="426" y="243"/>
                    <a:pt x="425" y="246"/>
                  </a:cubicBezTo>
                  <a:cubicBezTo>
                    <a:pt x="425" y="249"/>
                    <a:pt x="422" y="251"/>
                    <a:pt x="419" y="251"/>
                  </a:cubicBezTo>
                  <a:lnTo>
                    <a:pt x="418" y="251"/>
                  </a:lnTo>
                  <a:close/>
                  <a:moveTo>
                    <a:pt x="0" y="227"/>
                  </a:moveTo>
                  <a:cubicBezTo>
                    <a:pt x="0" y="227"/>
                    <a:pt x="0" y="227"/>
                    <a:pt x="0" y="227"/>
                  </a:cubicBezTo>
                  <a:cubicBezTo>
                    <a:pt x="0" y="224"/>
                    <a:pt x="2" y="221"/>
                    <a:pt x="5" y="221"/>
                  </a:cubicBezTo>
                  <a:cubicBezTo>
                    <a:pt x="9" y="220"/>
                    <a:pt x="11" y="223"/>
                    <a:pt x="11" y="226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12" y="229"/>
                    <a:pt x="9" y="232"/>
                    <a:pt x="6" y="232"/>
                  </a:cubicBezTo>
                  <a:cubicBezTo>
                    <a:pt x="6" y="232"/>
                    <a:pt x="6" y="232"/>
                    <a:pt x="6" y="232"/>
                  </a:cubicBezTo>
                  <a:cubicBezTo>
                    <a:pt x="3" y="232"/>
                    <a:pt x="0" y="230"/>
                    <a:pt x="0" y="227"/>
                  </a:cubicBezTo>
                  <a:close/>
                  <a:moveTo>
                    <a:pt x="416" y="214"/>
                  </a:moveTo>
                  <a:cubicBezTo>
                    <a:pt x="416" y="210"/>
                    <a:pt x="419" y="208"/>
                    <a:pt x="422" y="208"/>
                  </a:cubicBezTo>
                  <a:cubicBezTo>
                    <a:pt x="425" y="208"/>
                    <a:pt x="428" y="210"/>
                    <a:pt x="428" y="214"/>
                  </a:cubicBezTo>
                  <a:cubicBezTo>
                    <a:pt x="428" y="217"/>
                    <a:pt x="425" y="219"/>
                    <a:pt x="422" y="219"/>
                  </a:cubicBezTo>
                  <a:cubicBezTo>
                    <a:pt x="419" y="219"/>
                    <a:pt x="416" y="217"/>
                    <a:pt x="416" y="214"/>
                  </a:cubicBezTo>
                  <a:close/>
                  <a:moveTo>
                    <a:pt x="6" y="200"/>
                  </a:moveTo>
                  <a:cubicBezTo>
                    <a:pt x="2" y="200"/>
                    <a:pt x="0" y="197"/>
                    <a:pt x="0" y="194"/>
                  </a:cubicBezTo>
                  <a:cubicBezTo>
                    <a:pt x="1" y="191"/>
                    <a:pt x="3" y="188"/>
                    <a:pt x="7" y="189"/>
                  </a:cubicBezTo>
                  <a:cubicBezTo>
                    <a:pt x="10" y="189"/>
                    <a:pt x="12" y="192"/>
                    <a:pt x="12" y="195"/>
                  </a:cubicBezTo>
                  <a:cubicBezTo>
                    <a:pt x="12" y="198"/>
                    <a:pt x="9" y="200"/>
                    <a:pt x="6" y="200"/>
                  </a:cubicBezTo>
                  <a:close/>
                  <a:moveTo>
                    <a:pt x="414" y="189"/>
                  </a:moveTo>
                  <a:cubicBezTo>
                    <a:pt x="414" y="189"/>
                    <a:pt x="414" y="189"/>
                    <a:pt x="414" y="189"/>
                  </a:cubicBezTo>
                  <a:cubicBezTo>
                    <a:pt x="414" y="186"/>
                    <a:pt x="416" y="183"/>
                    <a:pt x="419" y="182"/>
                  </a:cubicBezTo>
                  <a:cubicBezTo>
                    <a:pt x="423" y="182"/>
                    <a:pt x="426" y="184"/>
                    <a:pt x="426" y="187"/>
                  </a:cubicBezTo>
                  <a:cubicBezTo>
                    <a:pt x="426" y="191"/>
                    <a:pt x="424" y="194"/>
                    <a:pt x="421" y="194"/>
                  </a:cubicBezTo>
                  <a:cubicBezTo>
                    <a:pt x="420" y="194"/>
                    <a:pt x="420" y="194"/>
                    <a:pt x="420" y="194"/>
                  </a:cubicBezTo>
                  <a:cubicBezTo>
                    <a:pt x="417" y="194"/>
                    <a:pt x="415" y="192"/>
                    <a:pt x="414" y="189"/>
                  </a:cubicBezTo>
                  <a:close/>
                  <a:moveTo>
                    <a:pt x="10" y="168"/>
                  </a:moveTo>
                  <a:cubicBezTo>
                    <a:pt x="7" y="168"/>
                    <a:pt x="5" y="165"/>
                    <a:pt x="6" y="161"/>
                  </a:cubicBezTo>
                  <a:cubicBezTo>
                    <a:pt x="7" y="158"/>
                    <a:pt x="10" y="156"/>
                    <a:pt x="13" y="157"/>
                  </a:cubicBezTo>
                  <a:cubicBezTo>
                    <a:pt x="16" y="158"/>
                    <a:pt x="18" y="161"/>
                    <a:pt x="17" y="164"/>
                  </a:cubicBezTo>
                  <a:cubicBezTo>
                    <a:pt x="17" y="167"/>
                    <a:pt x="14" y="169"/>
                    <a:pt x="12" y="169"/>
                  </a:cubicBezTo>
                  <a:cubicBezTo>
                    <a:pt x="11" y="169"/>
                    <a:pt x="11" y="169"/>
                    <a:pt x="10" y="168"/>
                  </a:cubicBezTo>
                  <a:close/>
                  <a:moveTo>
                    <a:pt x="408" y="158"/>
                  </a:moveTo>
                  <a:cubicBezTo>
                    <a:pt x="408" y="158"/>
                    <a:pt x="408" y="158"/>
                    <a:pt x="408" y="158"/>
                  </a:cubicBezTo>
                  <a:cubicBezTo>
                    <a:pt x="407" y="155"/>
                    <a:pt x="409" y="152"/>
                    <a:pt x="412" y="151"/>
                  </a:cubicBezTo>
                  <a:cubicBezTo>
                    <a:pt x="415" y="150"/>
                    <a:pt x="419" y="152"/>
                    <a:pt x="419" y="155"/>
                  </a:cubicBezTo>
                  <a:cubicBezTo>
                    <a:pt x="420" y="158"/>
                    <a:pt x="419" y="162"/>
                    <a:pt x="415" y="162"/>
                  </a:cubicBezTo>
                  <a:cubicBezTo>
                    <a:pt x="415" y="163"/>
                    <a:pt x="414" y="163"/>
                    <a:pt x="414" y="163"/>
                  </a:cubicBezTo>
                  <a:cubicBezTo>
                    <a:pt x="411" y="163"/>
                    <a:pt x="409" y="161"/>
                    <a:pt x="408" y="158"/>
                  </a:cubicBezTo>
                  <a:close/>
                  <a:moveTo>
                    <a:pt x="19" y="138"/>
                  </a:moveTo>
                  <a:cubicBezTo>
                    <a:pt x="16" y="137"/>
                    <a:pt x="15" y="133"/>
                    <a:pt x="16" y="130"/>
                  </a:cubicBezTo>
                  <a:cubicBezTo>
                    <a:pt x="18" y="127"/>
                    <a:pt x="21" y="126"/>
                    <a:pt x="24" y="127"/>
                  </a:cubicBezTo>
                  <a:cubicBezTo>
                    <a:pt x="27" y="128"/>
                    <a:pt x="28" y="132"/>
                    <a:pt x="27" y="135"/>
                  </a:cubicBezTo>
                  <a:cubicBezTo>
                    <a:pt x="26" y="137"/>
                    <a:pt x="24" y="138"/>
                    <a:pt x="22" y="138"/>
                  </a:cubicBezTo>
                  <a:cubicBezTo>
                    <a:pt x="21" y="138"/>
                    <a:pt x="20" y="138"/>
                    <a:pt x="19" y="138"/>
                  </a:cubicBezTo>
                  <a:close/>
                  <a:moveTo>
                    <a:pt x="397" y="129"/>
                  </a:moveTo>
                  <a:cubicBezTo>
                    <a:pt x="396" y="126"/>
                    <a:pt x="397" y="123"/>
                    <a:pt x="400" y="121"/>
                  </a:cubicBezTo>
                  <a:cubicBezTo>
                    <a:pt x="403" y="120"/>
                    <a:pt x="407" y="121"/>
                    <a:pt x="408" y="124"/>
                  </a:cubicBezTo>
                  <a:cubicBezTo>
                    <a:pt x="408" y="124"/>
                    <a:pt x="408" y="124"/>
                    <a:pt x="408" y="124"/>
                  </a:cubicBezTo>
                  <a:cubicBezTo>
                    <a:pt x="409" y="127"/>
                    <a:pt x="408" y="131"/>
                    <a:pt x="405" y="132"/>
                  </a:cubicBezTo>
                  <a:cubicBezTo>
                    <a:pt x="404" y="132"/>
                    <a:pt x="404" y="133"/>
                    <a:pt x="403" y="133"/>
                  </a:cubicBezTo>
                  <a:cubicBezTo>
                    <a:pt x="401" y="133"/>
                    <a:pt x="398" y="131"/>
                    <a:pt x="397" y="129"/>
                  </a:cubicBezTo>
                  <a:close/>
                  <a:moveTo>
                    <a:pt x="33" y="109"/>
                  </a:moveTo>
                  <a:cubicBezTo>
                    <a:pt x="31" y="107"/>
                    <a:pt x="30" y="104"/>
                    <a:pt x="32" y="101"/>
                  </a:cubicBezTo>
                  <a:cubicBezTo>
                    <a:pt x="33" y="98"/>
                    <a:pt x="37" y="97"/>
                    <a:pt x="40" y="99"/>
                  </a:cubicBezTo>
                  <a:cubicBezTo>
                    <a:pt x="42" y="101"/>
                    <a:pt x="43" y="104"/>
                    <a:pt x="41" y="107"/>
                  </a:cubicBezTo>
                  <a:cubicBezTo>
                    <a:pt x="40" y="109"/>
                    <a:pt x="38" y="110"/>
                    <a:pt x="36" y="110"/>
                  </a:cubicBezTo>
                  <a:cubicBezTo>
                    <a:pt x="35" y="110"/>
                    <a:pt x="34" y="110"/>
                    <a:pt x="33" y="109"/>
                  </a:cubicBezTo>
                  <a:close/>
                  <a:moveTo>
                    <a:pt x="382" y="102"/>
                  </a:moveTo>
                  <a:cubicBezTo>
                    <a:pt x="381" y="99"/>
                    <a:pt x="381" y="96"/>
                    <a:pt x="384" y="94"/>
                  </a:cubicBezTo>
                  <a:cubicBezTo>
                    <a:pt x="387" y="92"/>
                    <a:pt x="390" y="93"/>
                    <a:pt x="392" y="96"/>
                  </a:cubicBezTo>
                  <a:cubicBezTo>
                    <a:pt x="394" y="98"/>
                    <a:pt x="393" y="102"/>
                    <a:pt x="390" y="104"/>
                  </a:cubicBezTo>
                  <a:cubicBezTo>
                    <a:pt x="389" y="104"/>
                    <a:pt x="388" y="105"/>
                    <a:pt x="387" y="105"/>
                  </a:cubicBezTo>
                  <a:cubicBezTo>
                    <a:pt x="385" y="105"/>
                    <a:pt x="383" y="104"/>
                    <a:pt x="382" y="102"/>
                  </a:cubicBezTo>
                  <a:close/>
                  <a:moveTo>
                    <a:pt x="52" y="83"/>
                  </a:moveTo>
                  <a:cubicBezTo>
                    <a:pt x="49" y="80"/>
                    <a:pt x="49" y="77"/>
                    <a:pt x="51" y="74"/>
                  </a:cubicBezTo>
                  <a:cubicBezTo>
                    <a:pt x="53" y="72"/>
                    <a:pt x="57" y="72"/>
                    <a:pt x="59" y="74"/>
                  </a:cubicBezTo>
                  <a:cubicBezTo>
                    <a:pt x="62" y="76"/>
                    <a:pt x="62" y="79"/>
                    <a:pt x="60" y="82"/>
                  </a:cubicBezTo>
                  <a:cubicBezTo>
                    <a:pt x="59" y="83"/>
                    <a:pt x="57" y="84"/>
                    <a:pt x="55" y="84"/>
                  </a:cubicBezTo>
                  <a:cubicBezTo>
                    <a:pt x="54" y="84"/>
                    <a:pt x="53" y="83"/>
                    <a:pt x="52" y="83"/>
                  </a:cubicBezTo>
                  <a:close/>
                  <a:moveTo>
                    <a:pt x="363" y="77"/>
                  </a:moveTo>
                  <a:cubicBezTo>
                    <a:pt x="363" y="77"/>
                    <a:pt x="363" y="77"/>
                    <a:pt x="363" y="77"/>
                  </a:cubicBezTo>
                  <a:cubicBezTo>
                    <a:pt x="361" y="75"/>
                    <a:pt x="361" y="71"/>
                    <a:pt x="364" y="69"/>
                  </a:cubicBezTo>
                  <a:cubicBezTo>
                    <a:pt x="366" y="67"/>
                    <a:pt x="370" y="67"/>
                    <a:pt x="372" y="70"/>
                  </a:cubicBezTo>
                  <a:cubicBezTo>
                    <a:pt x="374" y="72"/>
                    <a:pt x="374" y="76"/>
                    <a:pt x="371" y="78"/>
                  </a:cubicBezTo>
                  <a:cubicBezTo>
                    <a:pt x="370" y="79"/>
                    <a:pt x="369" y="79"/>
                    <a:pt x="367" y="79"/>
                  </a:cubicBezTo>
                  <a:cubicBezTo>
                    <a:pt x="366" y="79"/>
                    <a:pt x="364" y="79"/>
                    <a:pt x="363" y="77"/>
                  </a:cubicBezTo>
                  <a:close/>
                  <a:moveTo>
                    <a:pt x="74" y="59"/>
                  </a:moveTo>
                  <a:cubicBezTo>
                    <a:pt x="72" y="57"/>
                    <a:pt x="72" y="53"/>
                    <a:pt x="74" y="51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7" y="49"/>
                    <a:pt x="80" y="49"/>
                    <a:pt x="83" y="52"/>
                  </a:cubicBezTo>
                  <a:cubicBezTo>
                    <a:pt x="85" y="54"/>
                    <a:pt x="84" y="58"/>
                    <a:pt x="82" y="60"/>
                  </a:cubicBezTo>
                  <a:cubicBezTo>
                    <a:pt x="81" y="61"/>
                    <a:pt x="79" y="61"/>
                    <a:pt x="78" y="61"/>
                  </a:cubicBezTo>
                  <a:cubicBezTo>
                    <a:pt x="76" y="61"/>
                    <a:pt x="75" y="61"/>
                    <a:pt x="74" y="59"/>
                  </a:cubicBezTo>
                  <a:close/>
                  <a:moveTo>
                    <a:pt x="340" y="56"/>
                  </a:moveTo>
                  <a:cubicBezTo>
                    <a:pt x="338" y="54"/>
                    <a:pt x="338" y="50"/>
                    <a:pt x="340" y="48"/>
                  </a:cubicBezTo>
                  <a:cubicBezTo>
                    <a:pt x="342" y="45"/>
                    <a:pt x="345" y="45"/>
                    <a:pt x="348" y="47"/>
                  </a:cubicBezTo>
                  <a:cubicBezTo>
                    <a:pt x="350" y="49"/>
                    <a:pt x="351" y="53"/>
                    <a:pt x="349" y="55"/>
                  </a:cubicBezTo>
                  <a:cubicBezTo>
                    <a:pt x="348" y="57"/>
                    <a:pt x="346" y="57"/>
                    <a:pt x="344" y="57"/>
                  </a:cubicBezTo>
                  <a:cubicBezTo>
                    <a:pt x="343" y="57"/>
                    <a:pt x="342" y="57"/>
                    <a:pt x="340" y="56"/>
                  </a:cubicBezTo>
                  <a:close/>
                  <a:moveTo>
                    <a:pt x="99" y="40"/>
                  </a:moveTo>
                  <a:cubicBezTo>
                    <a:pt x="97" y="37"/>
                    <a:pt x="98" y="33"/>
                    <a:pt x="101" y="32"/>
                  </a:cubicBezTo>
                  <a:cubicBezTo>
                    <a:pt x="104" y="30"/>
                    <a:pt x="107" y="31"/>
                    <a:pt x="109" y="33"/>
                  </a:cubicBezTo>
                  <a:cubicBezTo>
                    <a:pt x="111" y="36"/>
                    <a:pt x="110" y="40"/>
                    <a:pt x="107" y="42"/>
                  </a:cubicBezTo>
                  <a:cubicBezTo>
                    <a:pt x="106" y="42"/>
                    <a:pt x="105" y="42"/>
                    <a:pt x="104" y="42"/>
                  </a:cubicBezTo>
                  <a:cubicBezTo>
                    <a:pt x="102" y="42"/>
                    <a:pt x="100" y="41"/>
                    <a:pt x="99" y="40"/>
                  </a:cubicBezTo>
                  <a:close/>
                  <a:moveTo>
                    <a:pt x="315" y="38"/>
                  </a:moveTo>
                  <a:cubicBezTo>
                    <a:pt x="312" y="37"/>
                    <a:pt x="311" y="33"/>
                    <a:pt x="313" y="30"/>
                  </a:cubicBezTo>
                  <a:cubicBezTo>
                    <a:pt x="314" y="28"/>
                    <a:pt x="318" y="27"/>
                    <a:pt x="321" y="28"/>
                  </a:cubicBezTo>
                  <a:cubicBezTo>
                    <a:pt x="323" y="30"/>
                    <a:pt x="324" y="33"/>
                    <a:pt x="323" y="36"/>
                  </a:cubicBezTo>
                  <a:cubicBezTo>
                    <a:pt x="322" y="38"/>
                    <a:pt x="320" y="39"/>
                    <a:pt x="318" y="39"/>
                  </a:cubicBezTo>
                  <a:cubicBezTo>
                    <a:pt x="317" y="39"/>
                    <a:pt x="316" y="39"/>
                    <a:pt x="315" y="38"/>
                  </a:cubicBezTo>
                  <a:close/>
                  <a:moveTo>
                    <a:pt x="127" y="24"/>
                  </a:moveTo>
                  <a:cubicBezTo>
                    <a:pt x="126" y="21"/>
                    <a:pt x="127" y="18"/>
                    <a:pt x="130" y="16"/>
                  </a:cubicBezTo>
                  <a:cubicBezTo>
                    <a:pt x="133" y="15"/>
                    <a:pt x="136" y="17"/>
                    <a:pt x="138" y="20"/>
                  </a:cubicBezTo>
                  <a:cubicBezTo>
                    <a:pt x="139" y="23"/>
                    <a:pt x="138" y="26"/>
                    <a:pt x="135" y="27"/>
                  </a:cubicBezTo>
                  <a:cubicBezTo>
                    <a:pt x="134" y="28"/>
                    <a:pt x="133" y="28"/>
                    <a:pt x="132" y="28"/>
                  </a:cubicBezTo>
                  <a:cubicBezTo>
                    <a:pt x="130" y="28"/>
                    <a:pt x="128" y="26"/>
                    <a:pt x="127" y="24"/>
                  </a:cubicBezTo>
                  <a:close/>
                  <a:moveTo>
                    <a:pt x="287" y="25"/>
                  </a:moveTo>
                  <a:cubicBezTo>
                    <a:pt x="284" y="24"/>
                    <a:pt x="282" y="20"/>
                    <a:pt x="283" y="17"/>
                  </a:cubicBezTo>
                  <a:cubicBezTo>
                    <a:pt x="285" y="14"/>
                    <a:pt x="288" y="13"/>
                    <a:pt x="291" y="14"/>
                  </a:cubicBezTo>
                  <a:cubicBezTo>
                    <a:pt x="294" y="15"/>
                    <a:pt x="295" y="19"/>
                    <a:pt x="294" y="22"/>
                  </a:cubicBezTo>
                  <a:cubicBezTo>
                    <a:pt x="293" y="24"/>
                    <a:pt x="291" y="25"/>
                    <a:pt x="289" y="25"/>
                  </a:cubicBezTo>
                  <a:cubicBezTo>
                    <a:pt x="288" y="25"/>
                    <a:pt x="287" y="25"/>
                    <a:pt x="287" y="25"/>
                  </a:cubicBezTo>
                  <a:close/>
                  <a:moveTo>
                    <a:pt x="157" y="13"/>
                  </a:moveTo>
                  <a:cubicBezTo>
                    <a:pt x="156" y="10"/>
                    <a:pt x="158" y="7"/>
                    <a:pt x="161" y="6"/>
                  </a:cubicBezTo>
                  <a:cubicBezTo>
                    <a:pt x="164" y="5"/>
                    <a:pt x="168" y="7"/>
                    <a:pt x="168" y="10"/>
                  </a:cubicBezTo>
                  <a:cubicBezTo>
                    <a:pt x="169" y="13"/>
                    <a:pt x="167" y="17"/>
                    <a:pt x="164" y="17"/>
                  </a:cubicBezTo>
                  <a:cubicBezTo>
                    <a:pt x="164" y="17"/>
                    <a:pt x="163" y="17"/>
                    <a:pt x="163" y="17"/>
                  </a:cubicBezTo>
                  <a:cubicBezTo>
                    <a:pt x="160" y="17"/>
                    <a:pt x="158" y="16"/>
                    <a:pt x="157" y="13"/>
                  </a:cubicBezTo>
                  <a:close/>
                  <a:moveTo>
                    <a:pt x="257" y="16"/>
                  </a:moveTo>
                  <a:cubicBezTo>
                    <a:pt x="254" y="15"/>
                    <a:pt x="252" y="12"/>
                    <a:pt x="252" y="9"/>
                  </a:cubicBezTo>
                  <a:cubicBezTo>
                    <a:pt x="253" y="6"/>
                    <a:pt x="256" y="4"/>
                    <a:pt x="259" y="5"/>
                  </a:cubicBezTo>
                  <a:cubicBezTo>
                    <a:pt x="263" y="5"/>
                    <a:pt x="265" y="8"/>
                    <a:pt x="264" y="11"/>
                  </a:cubicBezTo>
                  <a:cubicBezTo>
                    <a:pt x="263" y="14"/>
                    <a:pt x="261" y="16"/>
                    <a:pt x="258" y="16"/>
                  </a:cubicBezTo>
                  <a:cubicBezTo>
                    <a:pt x="258" y="16"/>
                    <a:pt x="257" y="16"/>
                    <a:pt x="257" y="16"/>
                  </a:cubicBezTo>
                  <a:close/>
                  <a:moveTo>
                    <a:pt x="189" y="7"/>
                  </a:moveTo>
                  <a:cubicBezTo>
                    <a:pt x="188" y="4"/>
                    <a:pt x="191" y="1"/>
                    <a:pt x="194" y="0"/>
                  </a:cubicBezTo>
                  <a:cubicBezTo>
                    <a:pt x="197" y="0"/>
                    <a:pt x="200" y="3"/>
                    <a:pt x="200" y="6"/>
                  </a:cubicBezTo>
                  <a:cubicBezTo>
                    <a:pt x="200" y="9"/>
                    <a:pt x="198" y="12"/>
                    <a:pt x="195" y="12"/>
                  </a:cubicBezTo>
                  <a:cubicBezTo>
                    <a:pt x="194" y="12"/>
                    <a:pt x="194" y="12"/>
                    <a:pt x="194" y="12"/>
                  </a:cubicBezTo>
                  <a:cubicBezTo>
                    <a:pt x="191" y="12"/>
                    <a:pt x="189" y="10"/>
                    <a:pt x="189" y="7"/>
                  </a:cubicBezTo>
                  <a:close/>
                  <a:moveTo>
                    <a:pt x="226" y="12"/>
                  </a:moveTo>
                  <a:cubicBezTo>
                    <a:pt x="223" y="11"/>
                    <a:pt x="220" y="9"/>
                    <a:pt x="221" y="5"/>
                  </a:cubicBezTo>
                  <a:cubicBezTo>
                    <a:pt x="221" y="2"/>
                    <a:pt x="224" y="0"/>
                    <a:pt x="227" y="0"/>
                  </a:cubicBezTo>
                  <a:cubicBezTo>
                    <a:pt x="230" y="0"/>
                    <a:pt x="232" y="3"/>
                    <a:pt x="232" y="6"/>
                  </a:cubicBezTo>
                  <a:cubicBezTo>
                    <a:pt x="232" y="9"/>
                    <a:pt x="229" y="12"/>
                    <a:pt x="226" y="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28"/>
            <p:cNvSpPr/>
            <p:nvPr/>
          </p:nvSpPr>
          <p:spPr>
            <a:xfrm>
              <a:off x="5913438" y="4510088"/>
              <a:ext cx="625475" cy="625475"/>
            </a:xfrm>
            <a:custGeom>
              <a:avLst/>
              <a:gdLst/>
              <a:ahLst/>
              <a:cxnLst/>
              <a:rect l="l" t="t" r="r" b="b"/>
              <a:pathLst>
                <a:path w="371" h="371" extrusionOk="0">
                  <a:moveTo>
                    <a:pt x="186" y="371"/>
                  </a:moveTo>
                  <a:cubicBezTo>
                    <a:pt x="83" y="371"/>
                    <a:pt x="0" y="288"/>
                    <a:pt x="0" y="186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6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"/>
                  </a:moveTo>
                  <a:cubicBezTo>
                    <a:pt x="88" y="8"/>
                    <a:pt x="8" y="88"/>
                    <a:pt x="8" y="186"/>
                  </a:cubicBezTo>
                  <a:cubicBezTo>
                    <a:pt x="8" y="283"/>
                    <a:pt x="88" y="363"/>
                    <a:pt x="186" y="363"/>
                  </a:cubicBezTo>
                  <a:cubicBezTo>
                    <a:pt x="283" y="363"/>
                    <a:pt x="363" y="283"/>
                    <a:pt x="363" y="186"/>
                  </a:cubicBezTo>
                  <a:cubicBezTo>
                    <a:pt x="363" y="88"/>
                    <a:pt x="283" y="8"/>
                    <a:pt x="186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28"/>
            <p:cNvSpPr/>
            <p:nvPr/>
          </p:nvSpPr>
          <p:spPr>
            <a:xfrm>
              <a:off x="5978525" y="4573588"/>
              <a:ext cx="496888" cy="498475"/>
            </a:xfrm>
            <a:custGeom>
              <a:avLst/>
              <a:gdLst/>
              <a:ahLst/>
              <a:cxnLst/>
              <a:rect l="l" t="t" r="r" b="b"/>
              <a:pathLst>
                <a:path w="295" h="295" extrusionOk="0">
                  <a:moveTo>
                    <a:pt x="148" y="295"/>
                  </a:moveTo>
                  <a:cubicBezTo>
                    <a:pt x="66" y="295"/>
                    <a:pt x="0" y="229"/>
                    <a:pt x="0" y="148"/>
                  </a:cubicBezTo>
                  <a:cubicBezTo>
                    <a:pt x="0" y="66"/>
                    <a:pt x="66" y="0"/>
                    <a:pt x="148" y="0"/>
                  </a:cubicBezTo>
                  <a:cubicBezTo>
                    <a:pt x="229" y="0"/>
                    <a:pt x="295" y="66"/>
                    <a:pt x="295" y="148"/>
                  </a:cubicBezTo>
                  <a:cubicBezTo>
                    <a:pt x="295" y="229"/>
                    <a:pt x="229" y="295"/>
                    <a:pt x="148" y="295"/>
                  </a:cubicBezTo>
                  <a:close/>
                  <a:moveTo>
                    <a:pt x="148" y="31"/>
                  </a:moveTo>
                  <a:cubicBezTo>
                    <a:pt x="83" y="31"/>
                    <a:pt x="31" y="83"/>
                    <a:pt x="31" y="148"/>
                  </a:cubicBezTo>
                  <a:cubicBezTo>
                    <a:pt x="31" y="212"/>
                    <a:pt x="83" y="264"/>
                    <a:pt x="148" y="264"/>
                  </a:cubicBezTo>
                  <a:cubicBezTo>
                    <a:pt x="212" y="264"/>
                    <a:pt x="264" y="212"/>
                    <a:pt x="264" y="148"/>
                  </a:cubicBezTo>
                  <a:cubicBezTo>
                    <a:pt x="264" y="83"/>
                    <a:pt x="212" y="31"/>
                    <a:pt x="148" y="3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1126;p28">
            <a:extLst>
              <a:ext uri="{FF2B5EF4-FFF2-40B4-BE49-F238E27FC236}">
                <a16:creationId xmlns:a16="http://schemas.microsoft.com/office/drawing/2014/main" id="{2B81B1A8-4DBD-A782-384B-E03C7412A8F0}"/>
              </a:ext>
            </a:extLst>
          </p:cNvPr>
          <p:cNvSpPr txBox="1">
            <a:spLocks/>
          </p:cNvSpPr>
          <p:nvPr/>
        </p:nvSpPr>
        <p:spPr>
          <a:xfrm>
            <a:off x="713341" y="3364990"/>
            <a:ext cx="2389859" cy="597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ctor"/>
              <a:buNone/>
              <a:defRPr sz="16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None/>
              <a:defRPr sz="1800" b="0" i="0" u="none" strike="noStrike" cap="none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pPr marL="0" indent="0"/>
            <a:r>
              <a:rPr lang="fi-FI" dirty="0">
                <a:latin typeface="+mj-lt"/>
              </a:rPr>
              <a:t>Nama :   Remmy Ardian</a:t>
            </a:r>
          </a:p>
          <a:p>
            <a:pPr marL="0" indent="0"/>
            <a:r>
              <a:rPr lang="fi-FI" dirty="0">
                <a:latin typeface="+mj-lt"/>
              </a:rPr>
              <a:t>NIM    :   202204011</a:t>
            </a:r>
          </a:p>
        </p:txBody>
      </p:sp>
      <p:cxnSp>
        <p:nvCxnSpPr>
          <p:cNvPr id="4" name="Konektor Lurus 3">
            <a:extLst>
              <a:ext uri="{FF2B5EF4-FFF2-40B4-BE49-F238E27FC236}">
                <a16:creationId xmlns:a16="http://schemas.microsoft.com/office/drawing/2014/main" id="{ADB3F4CD-F360-1283-1B80-C584D698D90B}"/>
              </a:ext>
            </a:extLst>
          </p:cNvPr>
          <p:cNvCxnSpPr>
            <a:cxnSpLocks/>
          </p:cNvCxnSpPr>
          <p:nvPr/>
        </p:nvCxnSpPr>
        <p:spPr>
          <a:xfrm>
            <a:off x="482400" y="2571750"/>
            <a:ext cx="420691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796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31"/>
          <p:cNvSpPr txBox="1">
            <a:spLocks noGrp="1"/>
          </p:cNvSpPr>
          <p:nvPr>
            <p:ph type="title"/>
          </p:nvPr>
        </p:nvSpPr>
        <p:spPr>
          <a:xfrm>
            <a:off x="4174101" y="481142"/>
            <a:ext cx="1952405" cy="5426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/>
              <a:t>Jawaban</a:t>
            </a:r>
            <a:r>
              <a:rPr lang="en-US" sz="2400" dirty="0"/>
              <a:t> :</a:t>
            </a:r>
            <a:endParaRPr sz="2400" dirty="0"/>
          </a:p>
        </p:txBody>
      </p:sp>
      <p:sp>
        <p:nvSpPr>
          <p:cNvPr id="1239" name="Google Shape;1239;p31"/>
          <p:cNvSpPr txBox="1">
            <a:spLocks noGrp="1"/>
          </p:cNvSpPr>
          <p:nvPr>
            <p:ph type="subTitle" idx="1"/>
          </p:nvPr>
        </p:nvSpPr>
        <p:spPr>
          <a:xfrm>
            <a:off x="4195164" y="945984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0363" lvl="0" indent="-1809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050" dirty="0">
                <a:latin typeface="+mn-lt"/>
              </a:rPr>
              <a:t>1.	PA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R</a:t>
            </a:r>
            <a:r>
              <a:rPr lang="en-ID" sz="1050" dirty="0">
                <a:latin typeface="+mn-lt"/>
              </a:rPr>
              <a:t>IT G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U</a:t>
            </a:r>
            <a:r>
              <a:rPr lang="en-ID" sz="1050" dirty="0">
                <a:latin typeface="+mn-lt"/>
              </a:rPr>
              <a:t>E MA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M</a:t>
            </a:r>
            <a:r>
              <a:rPr lang="en-ID" sz="1050" dirty="0">
                <a:latin typeface="+mn-lt"/>
              </a:rPr>
              <a:t>PET, MA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M</a:t>
            </a:r>
            <a:r>
              <a:rPr lang="en-ID" sz="1050" dirty="0">
                <a:latin typeface="+mn-lt"/>
              </a:rPr>
              <a:t>AH PU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Y</a:t>
            </a:r>
            <a:r>
              <a:rPr lang="en-ID" sz="1050" dirty="0">
                <a:latin typeface="+mn-lt"/>
              </a:rPr>
              <a:t>ENG. SU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A</a:t>
            </a:r>
            <a:r>
              <a:rPr lang="en-ID" sz="1050" dirty="0">
                <a:latin typeface="+mn-lt"/>
              </a:rPr>
              <a:t>TU KE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R</a:t>
            </a:r>
            <a:r>
              <a:rPr lang="en-ID" sz="1050" dirty="0">
                <a:latin typeface="+mn-lt"/>
              </a:rPr>
              <a:t>JAAN BA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D</a:t>
            </a:r>
            <a:r>
              <a:rPr lang="en-ID" sz="1050" dirty="0">
                <a:latin typeface="+mn-lt"/>
              </a:rPr>
              <a:t>RUL IN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I</a:t>
            </a:r>
            <a:r>
              <a:rPr lang="en-ID" sz="1050" dirty="0">
                <a:latin typeface="+mn-lt"/>
              </a:rPr>
              <a:t> AK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A</a:t>
            </a:r>
            <a:r>
              <a:rPr lang="en-ID" sz="1050" dirty="0">
                <a:latin typeface="+mn-lt"/>
              </a:rPr>
              <a:t>N ME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N</a:t>
            </a:r>
            <a:r>
              <a:rPr lang="en-ID" sz="1050" dirty="0">
                <a:latin typeface="+mn-lt"/>
              </a:rPr>
              <a:t>GEMBALIKAN UANG. (REMMY ARDIAN)</a:t>
            </a:r>
          </a:p>
          <a:p>
            <a:pPr marL="360363" lvl="0" indent="-1809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050" dirty="0">
                <a:latin typeface="+mn-lt"/>
              </a:rPr>
              <a:t>2.	A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D</a:t>
            </a:r>
            <a:r>
              <a:rPr lang="en-ID" sz="1050" dirty="0">
                <a:latin typeface="+mn-lt"/>
              </a:rPr>
              <a:t>A S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A</a:t>
            </a:r>
            <a:r>
              <a:rPr lang="en-ID" sz="1050" dirty="0">
                <a:latin typeface="+mn-lt"/>
              </a:rPr>
              <a:t>TU E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T</a:t>
            </a:r>
            <a:r>
              <a:rPr lang="en-ID" sz="1050" dirty="0">
                <a:latin typeface="+mn-lt"/>
              </a:rPr>
              <a:t>IKA Y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A</a:t>
            </a:r>
            <a:r>
              <a:rPr lang="en-ID" sz="1050" dirty="0">
                <a:latin typeface="+mn-lt"/>
              </a:rPr>
              <a:t>NG O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B</a:t>
            </a:r>
            <a:r>
              <a:rPr lang="en-ID" sz="1050" dirty="0">
                <a:latin typeface="+mn-lt"/>
              </a:rPr>
              <a:t>SESI J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A</a:t>
            </a:r>
            <a:r>
              <a:rPr lang="en-ID" sz="1050" dirty="0">
                <a:latin typeface="+mn-lt"/>
              </a:rPr>
              <a:t>DI I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S</a:t>
            </a:r>
            <a:r>
              <a:rPr lang="en-ID" sz="1050" dirty="0">
                <a:latin typeface="+mn-lt"/>
              </a:rPr>
              <a:t>U K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E</a:t>
            </a:r>
            <a:r>
              <a:rPr lang="en-ID" sz="1050" dirty="0">
                <a:latin typeface="+mn-lt"/>
              </a:rPr>
              <a:t>RBAU, I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S</a:t>
            </a:r>
            <a:r>
              <a:rPr lang="en-ID" sz="1050" dirty="0">
                <a:latin typeface="+mn-lt"/>
              </a:rPr>
              <a:t>U M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E</a:t>
            </a:r>
            <a:r>
              <a:rPr lang="en-ID" sz="1050" dirty="0">
                <a:latin typeface="+mn-lt"/>
              </a:rPr>
              <a:t>NJADIKAN U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C</a:t>
            </a:r>
            <a:r>
              <a:rPr lang="en-ID" sz="1050" dirty="0">
                <a:latin typeface="+mn-lt"/>
              </a:rPr>
              <a:t>UP J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U</a:t>
            </a:r>
            <a:r>
              <a:rPr lang="en-ID" sz="1050" dirty="0">
                <a:latin typeface="+mn-lt"/>
              </a:rPr>
              <a:t>ANDA P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R</a:t>
            </a:r>
            <a:r>
              <a:rPr lang="en-ID" sz="1050" dirty="0">
                <a:latin typeface="+mn-lt"/>
              </a:rPr>
              <a:t>AJURIT C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I</a:t>
            </a:r>
            <a:r>
              <a:rPr lang="en-ID" sz="1050" dirty="0">
                <a:latin typeface="+mn-lt"/>
              </a:rPr>
              <a:t>LEGONG P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T</a:t>
            </a:r>
            <a:r>
              <a:rPr lang="en-ID" sz="1050" dirty="0">
                <a:latin typeface="+mn-lt"/>
              </a:rPr>
              <a:t> S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Y</a:t>
            </a:r>
            <a:r>
              <a:rPr lang="en-ID" sz="1050" dirty="0">
                <a:latin typeface="+mn-lt"/>
              </a:rPr>
              <a:t>MPOLIN. (DATABASE SECURITY)</a:t>
            </a:r>
          </a:p>
          <a:p>
            <a:pPr marL="360363" lvl="0" indent="-180975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050" dirty="0">
                <a:latin typeface="+mn-lt"/>
              </a:rPr>
              <a:t>3.	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B</a:t>
            </a:r>
            <a:r>
              <a:rPr lang="en-ID" sz="1050" dirty="0">
                <a:latin typeface="+mn-lt"/>
              </a:rPr>
              <a:t>UDI 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L</a:t>
            </a:r>
            <a:r>
              <a:rPr lang="en-ID" sz="1050" dirty="0">
                <a:latin typeface="+mn-lt"/>
              </a:rPr>
              <a:t>OVE 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A</a:t>
            </a:r>
            <a:r>
              <a:rPr lang="en-ID" sz="1050" dirty="0">
                <a:latin typeface="+mn-lt"/>
              </a:rPr>
              <a:t> 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C</a:t>
            </a:r>
            <a:r>
              <a:rPr lang="en-ID" sz="1050" dirty="0">
                <a:latin typeface="+mn-lt"/>
              </a:rPr>
              <a:t>HOCOLATE 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K</a:t>
            </a:r>
            <a:r>
              <a:rPr lang="en-ID" sz="1050" dirty="0">
                <a:latin typeface="+mn-lt"/>
              </a:rPr>
              <a:t>INGDOM, 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D</a:t>
            </a:r>
            <a:r>
              <a:rPr lang="en-ID" sz="1050" dirty="0">
                <a:latin typeface="+mn-lt"/>
              </a:rPr>
              <a:t>ANCE, 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R</a:t>
            </a:r>
            <a:r>
              <a:rPr lang="en-ID" sz="1050" dirty="0">
                <a:latin typeface="+mn-lt"/>
              </a:rPr>
              <a:t>ABBIT, 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A</a:t>
            </a:r>
            <a:r>
              <a:rPr lang="en-ID" sz="1050" dirty="0">
                <a:latin typeface="+mn-lt"/>
              </a:rPr>
              <a:t>PPLE, 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G</a:t>
            </a:r>
            <a:r>
              <a:rPr lang="en-ID" sz="1050" dirty="0">
                <a:latin typeface="+mn-lt"/>
              </a:rPr>
              <a:t>ARDEN, 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O</a:t>
            </a:r>
            <a:r>
              <a:rPr lang="en-ID" sz="1050" dirty="0">
                <a:latin typeface="+mn-lt"/>
              </a:rPr>
              <a:t>RANGE, </a:t>
            </a:r>
            <a:r>
              <a:rPr lang="en-ID" sz="1050" dirty="0">
                <a:solidFill>
                  <a:srgbClr val="FFC000"/>
                </a:solidFill>
                <a:latin typeface="+mn-lt"/>
              </a:rPr>
              <a:t>N</a:t>
            </a:r>
            <a:r>
              <a:rPr lang="en-ID" sz="1050" dirty="0">
                <a:latin typeface="+mn-lt"/>
              </a:rPr>
              <a:t>ATURE. (BLACK DRAGON)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ID" sz="1050" dirty="0">
              <a:latin typeface="+mn-lt"/>
            </a:endParaRPr>
          </a:p>
        </p:txBody>
      </p:sp>
      <p:pic>
        <p:nvPicPr>
          <p:cNvPr id="1240" name="Google Shape;1240;p31"/>
          <p:cNvPicPr preferRelativeResize="0">
            <a:picLocks noGrp="1"/>
          </p:cNvPicPr>
          <p:nvPr>
            <p:ph type="pic" idx="2"/>
          </p:nvPr>
        </p:nvPicPr>
        <p:blipFill>
          <a:blip r:embed="rId3"/>
          <a:srcRect l="27143" r="27143"/>
          <a:stretch/>
        </p:blipFill>
        <p:spPr>
          <a:xfrm>
            <a:off x="713225" y="539500"/>
            <a:ext cx="2787000" cy="4064400"/>
          </a:xfrm>
          <a:prstGeom prst="snip2DiagRect">
            <a:avLst>
              <a:gd name="adj1" fmla="val 0"/>
              <a:gd name="adj2" fmla="val 21599"/>
            </a:avLst>
          </a:prstGeom>
        </p:spPr>
      </p:pic>
      <p:grpSp>
        <p:nvGrpSpPr>
          <p:cNvPr id="1241" name="Google Shape;1241;p31"/>
          <p:cNvGrpSpPr/>
          <p:nvPr/>
        </p:nvGrpSpPr>
        <p:grpSpPr>
          <a:xfrm>
            <a:off x="237431" y="64537"/>
            <a:ext cx="951612" cy="950150"/>
            <a:chOff x="422275" y="2508250"/>
            <a:chExt cx="1033462" cy="1031875"/>
          </a:xfrm>
        </p:grpSpPr>
        <p:sp>
          <p:nvSpPr>
            <p:cNvPr id="1242" name="Google Shape;1242;p31"/>
            <p:cNvSpPr/>
            <p:nvPr/>
          </p:nvSpPr>
          <p:spPr>
            <a:xfrm>
              <a:off x="422275" y="3025775"/>
              <a:ext cx="84138" cy="217488"/>
            </a:xfrm>
            <a:custGeom>
              <a:avLst/>
              <a:gdLst/>
              <a:ahLst/>
              <a:cxnLst/>
              <a:rect l="l" t="t" r="r" b="b"/>
              <a:pathLst>
                <a:path w="49" h="129" extrusionOk="0">
                  <a:moveTo>
                    <a:pt x="29" y="129"/>
                  </a:moveTo>
                  <a:cubicBezTo>
                    <a:pt x="10" y="88"/>
                    <a:pt x="0" y="45"/>
                    <a:pt x="0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41"/>
                    <a:pt x="32" y="82"/>
                    <a:pt x="49" y="119"/>
                  </a:cubicBezTo>
                  <a:lnTo>
                    <a:pt x="29" y="12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31"/>
            <p:cNvSpPr/>
            <p:nvPr/>
          </p:nvSpPr>
          <p:spPr>
            <a:xfrm>
              <a:off x="509588" y="3287713"/>
              <a:ext cx="176213" cy="174625"/>
            </a:xfrm>
            <a:custGeom>
              <a:avLst/>
              <a:gdLst/>
              <a:ahLst/>
              <a:cxnLst/>
              <a:rect l="l" t="t" r="r" b="b"/>
              <a:pathLst>
                <a:path w="105" h="103" extrusionOk="0">
                  <a:moveTo>
                    <a:pt x="93" y="103"/>
                  </a:moveTo>
                  <a:cubicBezTo>
                    <a:pt x="56" y="80"/>
                    <a:pt x="24" y="49"/>
                    <a:pt x="0" y="13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41" y="34"/>
                    <a:pt x="71" y="63"/>
                    <a:pt x="105" y="84"/>
                  </a:cubicBezTo>
                  <a:lnTo>
                    <a:pt x="93" y="103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31"/>
            <p:cNvSpPr/>
            <p:nvPr/>
          </p:nvSpPr>
          <p:spPr>
            <a:xfrm>
              <a:off x="728663" y="3460750"/>
              <a:ext cx="96838" cy="65087"/>
            </a:xfrm>
            <a:custGeom>
              <a:avLst/>
              <a:gdLst/>
              <a:ahLst/>
              <a:cxnLst/>
              <a:rect l="l" t="t" r="r" b="b"/>
              <a:pathLst>
                <a:path w="58" h="39" extrusionOk="0">
                  <a:moveTo>
                    <a:pt x="52" y="39"/>
                  </a:moveTo>
                  <a:cubicBezTo>
                    <a:pt x="34" y="34"/>
                    <a:pt x="17" y="28"/>
                    <a:pt x="0" y="21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5" y="7"/>
                    <a:pt x="41" y="12"/>
                    <a:pt x="58" y="16"/>
                  </a:cubicBezTo>
                  <a:lnTo>
                    <a:pt x="52" y="39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31"/>
            <p:cNvSpPr/>
            <p:nvPr/>
          </p:nvSpPr>
          <p:spPr>
            <a:xfrm>
              <a:off x="874713" y="3465513"/>
              <a:ext cx="260350" cy="74612"/>
            </a:xfrm>
            <a:custGeom>
              <a:avLst/>
              <a:gdLst/>
              <a:ahLst/>
              <a:cxnLst/>
              <a:rect l="l" t="t" r="r" b="b"/>
              <a:pathLst>
                <a:path w="154" h="44" extrusionOk="0">
                  <a:moveTo>
                    <a:pt x="38" y="44"/>
                  </a:moveTo>
                  <a:cubicBezTo>
                    <a:pt x="25" y="44"/>
                    <a:pt x="13" y="44"/>
                    <a:pt x="0" y="42"/>
                  </a:cubicBezTo>
                  <a:cubicBezTo>
                    <a:pt x="3" y="19"/>
                    <a:pt x="3" y="19"/>
                    <a:pt x="3" y="19"/>
                  </a:cubicBezTo>
                  <a:cubicBezTo>
                    <a:pt x="15" y="21"/>
                    <a:pt x="26" y="22"/>
                    <a:pt x="38" y="22"/>
                  </a:cubicBezTo>
                  <a:cubicBezTo>
                    <a:pt x="75" y="22"/>
                    <a:pt x="111" y="14"/>
                    <a:pt x="145" y="0"/>
                  </a:cubicBezTo>
                  <a:cubicBezTo>
                    <a:pt x="154" y="22"/>
                    <a:pt x="154" y="22"/>
                    <a:pt x="154" y="22"/>
                  </a:cubicBezTo>
                  <a:cubicBezTo>
                    <a:pt x="117" y="37"/>
                    <a:pt x="78" y="44"/>
                    <a:pt x="38" y="4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31"/>
            <p:cNvSpPr/>
            <p:nvPr/>
          </p:nvSpPr>
          <p:spPr>
            <a:xfrm>
              <a:off x="1198563" y="3281363"/>
              <a:ext cx="174625" cy="176212"/>
            </a:xfrm>
            <a:custGeom>
              <a:avLst/>
              <a:gdLst/>
              <a:ahLst/>
              <a:cxnLst/>
              <a:rect l="l" t="t" r="r" b="b"/>
              <a:pathLst>
                <a:path w="103" h="104" extrusionOk="0">
                  <a:moveTo>
                    <a:pt x="12" y="104"/>
                  </a:moveTo>
                  <a:cubicBezTo>
                    <a:pt x="0" y="85"/>
                    <a:pt x="0" y="85"/>
                    <a:pt x="0" y="85"/>
                  </a:cubicBezTo>
                  <a:cubicBezTo>
                    <a:pt x="33" y="63"/>
                    <a:pt x="63" y="34"/>
                    <a:pt x="84" y="0"/>
                  </a:cubicBezTo>
                  <a:cubicBezTo>
                    <a:pt x="103" y="12"/>
                    <a:pt x="103" y="12"/>
                    <a:pt x="103" y="12"/>
                  </a:cubicBezTo>
                  <a:cubicBezTo>
                    <a:pt x="80" y="49"/>
                    <a:pt x="49" y="81"/>
                    <a:pt x="12" y="104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31"/>
            <p:cNvSpPr/>
            <p:nvPr/>
          </p:nvSpPr>
          <p:spPr>
            <a:xfrm>
              <a:off x="1406525" y="2925763"/>
              <a:ext cx="49212" cy="198437"/>
            </a:xfrm>
            <a:custGeom>
              <a:avLst/>
              <a:gdLst/>
              <a:ahLst/>
              <a:cxnLst/>
              <a:rect l="l" t="t" r="r" b="b"/>
              <a:pathLst>
                <a:path w="29" h="118" extrusionOk="0">
                  <a:moveTo>
                    <a:pt x="23" y="118"/>
                  </a:moveTo>
                  <a:cubicBezTo>
                    <a:pt x="0" y="113"/>
                    <a:pt x="0" y="113"/>
                    <a:pt x="0" y="113"/>
                  </a:cubicBezTo>
                  <a:cubicBezTo>
                    <a:pt x="4" y="95"/>
                    <a:pt x="6" y="77"/>
                    <a:pt x="6" y="59"/>
                  </a:cubicBezTo>
                  <a:cubicBezTo>
                    <a:pt x="6" y="40"/>
                    <a:pt x="4" y="22"/>
                    <a:pt x="0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7" y="19"/>
                    <a:pt x="29" y="39"/>
                    <a:pt x="29" y="59"/>
                  </a:cubicBezTo>
                  <a:cubicBezTo>
                    <a:pt x="29" y="78"/>
                    <a:pt x="27" y="98"/>
                    <a:pt x="23" y="118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31"/>
            <p:cNvSpPr/>
            <p:nvPr/>
          </p:nvSpPr>
          <p:spPr>
            <a:xfrm>
              <a:off x="1219200" y="2606675"/>
              <a:ext cx="198437" cy="242888"/>
            </a:xfrm>
            <a:custGeom>
              <a:avLst/>
              <a:gdLst/>
              <a:ahLst/>
              <a:cxnLst/>
              <a:rect l="l" t="t" r="r" b="b"/>
              <a:pathLst>
                <a:path w="118" h="144" extrusionOk="0">
                  <a:moveTo>
                    <a:pt x="97" y="144"/>
                  </a:moveTo>
                  <a:cubicBezTo>
                    <a:pt x="77" y="94"/>
                    <a:pt x="44" y="51"/>
                    <a:pt x="0" y="1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1" y="35"/>
                    <a:pt x="97" y="81"/>
                    <a:pt x="118" y="135"/>
                  </a:cubicBezTo>
                  <a:lnTo>
                    <a:pt x="97" y="144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1"/>
            <p:cNvSpPr/>
            <p:nvPr/>
          </p:nvSpPr>
          <p:spPr>
            <a:xfrm>
              <a:off x="877888" y="2508250"/>
              <a:ext cx="315913" cy="101600"/>
            </a:xfrm>
            <a:custGeom>
              <a:avLst/>
              <a:gdLst/>
              <a:ahLst/>
              <a:cxnLst/>
              <a:rect l="l" t="t" r="r" b="b"/>
              <a:pathLst>
                <a:path w="187" h="60" extrusionOk="0">
                  <a:moveTo>
                    <a:pt x="176" y="60"/>
                  </a:moveTo>
                  <a:cubicBezTo>
                    <a:pt x="134" y="36"/>
                    <a:pt x="85" y="23"/>
                    <a:pt x="36" y="23"/>
                  </a:cubicBezTo>
                  <a:cubicBezTo>
                    <a:pt x="25" y="23"/>
                    <a:pt x="14" y="23"/>
                    <a:pt x="3" y="2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2" y="0"/>
                    <a:pt x="24" y="0"/>
                    <a:pt x="36" y="0"/>
                  </a:cubicBezTo>
                  <a:cubicBezTo>
                    <a:pt x="89" y="0"/>
                    <a:pt x="142" y="14"/>
                    <a:pt x="187" y="40"/>
                  </a:cubicBezTo>
                  <a:lnTo>
                    <a:pt x="176" y="60"/>
                  </a:ln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1"/>
            <p:cNvSpPr/>
            <p:nvPr/>
          </p:nvSpPr>
          <p:spPr>
            <a:xfrm>
              <a:off x="665163" y="2522538"/>
              <a:ext cx="160337" cy="95250"/>
            </a:xfrm>
            <a:custGeom>
              <a:avLst/>
              <a:gdLst/>
              <a:ahLst/>
              <a:cxnLst/>
              <a:rect l="l" t="t" r="r" b="b"/>
              <a:pathLst>
                <a:path w="95" h="57" extrusionOk="0">
                  <a:moveTo>
                    <a:pt x="12" y="57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28" y="21"/>
                    <a:pt x="58" y="8"/>
                    <a:pt x="89" y="0"/>
                  </a:cubicBezTo>
                  <a:cubicBezTo>
                    <a:pt x="95" y="23"/>
                    <a:pt x="95" y="23"/>
                    <a:pt x="95" y="23"/>
                  </a:cubicBezTo>
                  <a:cubicBezTo>
                    <a:pt x="65" y="30"/>
                    <a:pt x="38" y="41"/>
                    <a:pt x="12" y="57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31"/>
            <p:cNvSpPr/>
            <p:nvPr/>
          </p:nvSpPr>
          <p:spPr>
            <a:xfrm>
              <a:off x="431800" y="2651125"/>
              <a:ext cx="177800" cy="284163"/>
            </a:xfrm>
            <a:custGeom>
              <a:avLst/>
              <a:gdLst/>
              <a:ahLst/>
              <a:cxnLst/>
              <a:rect l="l" t="t" r="r" b="b"/>
              <a:pathLst>
                <a:path w="106" h="169" extrusionOk="0">
                  <a:moveTo>
                    <a:pt x="23" y="169"/>
                  </a:moveTo>
                  <a:cubicBezTo>
                    <a:pt x="0" y="165"/>
                    <a:pt x="0" y="165"/>
                    <a:pt x="0" y="165"/>
                  </a:cubicBezTo>
                  <a:cubicBezTo>
                    <a:pt x="12" y="101"/>
                    <a:pt x="43" y="44"/>
                    <a:pt x="90" y="0"/>
                  </a:cubicBezTo>
                  <a:cubicBezTo>
                    <a:pt x="106" y="16"/>
                    <a:pt x="106" y="16"/>
                    <a:pt x="106" y="16"/>
                  </a:cubicBezTo>
                  <a:cubicBezTo>
                    <a:pt x="63" y="57"/>
                    <a:pt x="34" y="110"/>
                    <a:pt x="23" y="169"/>
                  </a:cubicBezTo>
                  <a:close/>
                </a:path>
              </a:pathLst>
            </a:custGeom>
            <a:solidFill>
              <a:srgbClr val="746C6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31"/>
            <p:cNvSpPr/>
            <p:nvPr/>
          </p:nvSpPr>
          <p:spPr>
            <a:xfrm>
              <a:off x="520700" y="3173413"/>
              <a:ext cx="111125" cy="152400"/>
            </a:xfrm>
            <a:custGeom>
              <a:avLst/>
              <a:gdLst/>
              <a:ahLst/>
              <a:cxnLst/>
              <a:rect l="l" t="t" r="r" b="b"/>
              <a:pathLst>
                <a:path w="66" h="90" extrusionOk="0">
                  <a:moveTo>
                    <a:pt x="52" y="90"/>
                  </a:moveTo>
                  <a:cubicBezTo>
                    <a:pt x="29" y="66"/>
                    <a:pt x="12" y="38"/>
                    <a:pt x="0" y="7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9" y="28"/>
                    <a:pt x="45" y="55"/>
                    <a:pt x="66" y="77"/>
                  </a:cubicBezTo>
                  <a:lnTo>
                    <a:pt x="52" y="90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31"/>
            <p:cNvSpPr/>
            <p:nvPr/>
          </p:nvSpPr>
          <p:spPr>
            <a:xfrm>
              <a:off x="649288" y="3340100"/>
              <a:ext cx="290512" cy="131762"/>
            </a:xfrm>
            <a:custGeom>
              <a:avLst/>
              <a:gdLst/>
              <a:ahLst/>
              <a:cxnLst/>
              <a:rect l="l" t="t" r="r" b="b"/>
              <a:pathLst>
                <a:path w="172" h="78" extrusionOk="0">
                  <a:moveTo>
                    <a:pt x="172" y="78"/>
                  </a:moveTo>
                  <a:cubicBezTo>
                    <a:pt x="109" y="78"/>
                    <a:pt x="48" y="55"/>
                    <a:pt x="0" y="1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7" y="38"/>
                    <a:pt x="113" y="59"/>
                    <a:pt x="172" y="59"/>
                  </a:cubicBezTo>
                  <a:lnTo>
                    <a:pt x="172" y="7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31"/>
            <p:cNvSpPr/>
            <p:nvPr/>
          </p:nvSpPr>
          <p:spPr>
            <a:xfrm>
              <a:off x="1025525" y="3335338"/>
              <a:ext cx="207963" cy="127000"/>
            </a:xfrm>
            <a:custGeom>
              <a:avLst/>
              <a:gdLst/>
              <a:ahLst/>
              <a:cxnLst/>
              <a:rect l="l" t="t" r="r" b="b"/>
              <a:pathLst>
                <a:path w="124" h="75" extrusionOk="0">
                  <a:moveTo>
                    <a:pt x="4" y="75"/>
                  </a:moveTo>
                  <a:cubicBezTo>
                    <a:pt x="0" y="56"/>
                    <a:pt x="0" y="56"/>
                    <a:pt x="0" y="56"/>
                  </a:cubicBezTo>
                  <a:cubicBezTo>
                    <a:pt x="41" y="48"/>
                    <a:pt x="80" y="28"/>
                    <a:pt x="112" y="0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90" y="45"/>
                    <a:pt x="49" y="66"/>
                    <a:pt x="4" y="7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31"/>
            <p:cNvSpPr/>
            <p:nvPr/>
          </p:nvSpPr>
          <p:spPr>
            <a:xfrm>
              <a:off x="1246188" y="3165475"/>
              <a:ext cx="112712" cy="160337"/>
            </a:xfrm>
            <a:custGeom>
              <a:avLst/>
              <a:gdLst/>
              <a:ahLst/>
              <a:cxnLst/>
              <a:rect l="l" t="t" r="r" b="b"/>
              <a:pathLst>
                <a:path w="67" h="95" extrusionOk="0">
                  <a:moveTo>
                    <a:pt x="14" y="95"/>
                  </a:moveTo>
                  <a:cubicBezTo>
                    <a:pt x="0" y="82"/>
                    <a:pt x="0" y="82"/>
                    <a:pt x="0" y="82"/>
                  </a:cubicBezTo>
                  <a:cubicBezTo>
                    <a:pt x="22" y="58"/>
                    <a:pt x="38" y="30"/>
                    <a:pt x="49" y="0"/>
                  </a:cubicBezTo>
                  <a:cubicBezTo>
                    <a:pt x="67" y="6"/>
                    <a:pt x="67" y="6"/>
                    <a:pt x="67" y="6"/>
                  </a:cubicBezTo>
                  <a:cubicBezTo>
                    <a:pt x="56" y="39"/>
                    <a:pt x="37" y="69"/>
                    <a:pt x="14" y="9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31"/>
            <p:cNvSpPr/>
            <p:nvPr/>
          </p:nvSpPr>
          <p:spPr>
            <a:xfrm>
              <a:off x="1341438" y="2919413"/>
              <a:ext cx="44450" cy="182562"/>
            </a:xfrm>
            <a:custGeom>
              <a:avLst/>
              <a:gdLst/>
              <a:ahLst/>
              <a:cxnLst/>
              <a:rect l="l" t="t" r="r" b="b"/>
              <a:pathLst>
                <a:path w="26" h="109" extrusionOk="0">
                  <a:moveTo>
                    <a:pt x="22" y="109"/>
                  </a:moveTo>
                  <a:cubicBezTo>
                    <a:pt x="3" y="106"/>
                    <a:pt x="3" y="106"/>
                    <a:pt x="3" y="106"/>
                  </a:cubicBezTo>
                  <a:cubicBezTo>
                    <a:pt x="6" y="92"/>
                    <a:pt x="7" y="77"/>
                    <a:pt x="7" y="63"/>
                  </a:cubicBezTo>
                  <a:cubicBezTo>
                    <a:pt x="7" y="43"/>
                    <a:pt x="5" y="23"/>
                    <a:pt x="0" y="4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3" y="20"/>
                    <a:pt x="26" y="41"/>
                    <a:pt x="26" y="63"/>
                  </a:cubicBezTo>
                  <a:cubicBezTo>
                    <a:pt x="26" y="78"/>
                    <a:pt x="25" y="94"/>
                    <a:pt x="22" y="109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31"/>
            <p:cNvSpPr/>
            <p:nvPr/>
          </p:nvSpPr>
          <p:spPr>
            <a:xfrm>
              <a:off x="1244600" y="2720975"/>
              <a:ext cx="112712" cy="155575"/>
            </a:xfrm>
            <a:custGeom>
              <a:avLst/>
              <a:gdLst/>
              <a:ahLst/>
              <a:cxnLst/>
              <a:rect l="l" t="t" r="r" b="b"/>
              <a:pathLst>
                <a:path w="67" h="92" extrusionOk="0">
                  <a:moveTo>
                    <a:pt x="49" y="92"/>
                  </a:moveTo>
                  <a:cubicBezTo>
                    <a:pt x="38" y="63"/>
                    <a:pt x="21" y="36"/>
                    <a:pt x="0" y="13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37" y="25"/>
                    <a:pt x="55" y="54"/>
                    <a:pt x="67" y="85"/>
                  </a:cubicBezTo>
                  <a:lnTo>
                    <a:pt x="49" y="92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31"/>
            <p:cNvSpPr/>
            <p:nvPr/>
          </p:nvSpPr>
          <p:spPr>
            <a:xfrm>
              <a:off x="1030288" y="2587625"/>
              <a:ext cx="192087" cy="115887"/>
            </a:xfrm>
            <a:custGeom>
              <a:avLst/>
              <a:gdLst/>
              <a:ahLst/>
              <a:cxnLst/>
              <a:rect l="l" t="t" r="r" b="b"/>
              <a:pathLst>
                <a:path w="114" h="68" extrusionOk="0">
                  <a:moveTo>
                    <a:pt x="102" y="68"/>
                  </a:moveTo>
                  <a:cubicBezTo>
                    <a:pt x="72" y="44"/>
                    <a:pt x="37" y="27"/>
                    <a:pt x="0" y="19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4" y="9"/>
                    <a:pt x="82" y="27"/>
                    <a:pt x="114" y="53"/>
                  </a:cubicBezTo>
                  <a:lnTo>
                    <a:pt x="102" y="68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31"/>
            <p:cNvSpPr/>
            <p:nvPr/>
          </p:nvSpPr>
          <p:spPr>
            <a:xfrm>
              <a:off x="706438" y="2576513"/>
              <a:ext cx="276225" cy="92075"/>
            </a:xfrm>
            <a:custGeom>
              <a:avLst/>
              <a:gdLst/>
              <a:ahLst/>
              <a:cxnLst/>
              <a:rect l="l" t="t" r="r" b="b"/>
              <a:pathLst>
                <a:path w="164" h="55" extrusionOk="0">
                  <a:moveTo>
                    <a:pt x="10" y="55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42" y="14"/>
                    <a:pt x="89" y="0"/>
                    <a:pt x="138" y="0"/>
                  </a:cubicBezTo>
                  <a:cubicBezTo>
                    <a:pt x="146" y="0"/>
                    <a:pt x="155" y="1"/>
                    <a:pt x="164" y="2"/>
                  </a:cubicBezTo>
                  <a:cubicBezTo>
                    <a:pt x="162" y="21"/>
                    <a:pt x="162" y="21"/>
                    <a:pt x="162" y="21"/>
                  </a:cubicBezTo>
                  <a:cubicBezTo>
                    <a:pt x="154" y="20"/>
                    <a:pt x="146" y="20"/>
                    <a:pt x="138" y="20"/>
                  </a:cubicBezTo>
                  <a:cubicBezTo>
                    <a:pt x="93" y="20"/>
                    <a:pt x="49" y="32"/>
                    <a:pt x="10" y="5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31"/>
            <p:cNvSpPr/>
            <p:nvPr/>
          </p:nvSpPr>
          <p:spPr>
            <a:xfrm>
              <a:off x="523875" y="2673350"/>
              <a:ext cx="155575" cy="195263"/>
            </a:xfrm>
            <a:custGeom>
              <a:avLst/>
              <a:gdLst/>
              <a:ahLst/>
              <a:cxnLst/>
              <a:rect l="l" t="t" r="r" b="b"/>
              <a:pathLst>
                <a:path w="92" h="115" extrusionOk="0">
                  <a:moveTo>
                    <a:pt x="18" y="115"/>
                  </a:moveTo>
                  <a:cubicBezTo>
                    <a:pt x="0" y="108"/>
                    <a:pt x="0" y="108"/>
                    <a:pt x="0" y="108"/>
                  </a:cubicBezTo>
                  <a:cubicBezTo>
                    <a:pt x="17" y="66"/>
                    <a:pt x="45" y="29"/>
                    <a:pt x="81" y="0"/>
                  </a:cubicBezTo>
                  <a:cubicBezTo>
                    <a:pt x="92" y="15"/>
                    <a:pt x="92" y="15"/>
                    <a:pt x="92" y="15"/>
                  </a:cubicBezTo>
                  <a:cubicBezTo>
                    <a:pt x="59" y="41"/>
                    <a:pt x="34" y="76"/>
                    <a:pt x="18" y="115"/>
                  </a:cubicBez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31"/>
            <p:cNvSpPr/>
            <p:nvPr/>
          </p:nvSpPr>
          <p:spPr>
            <a:xfrm>
              <a:off x="492125" y="2916238"/>
              <a:ext cx="44450" cy="211138"/>
            </a:xfrm>
            <a:custGeom>
              <a:avLst/>
              <a:gdLst/>
              <a:ahLst/>
              <a:cxnLst/>
              <a:rect l="l" t="t" r="r" b="b"/>
              <a:pathLst>
                <a:path w="26" h="125" extrusionOk="0">
                  <a:moveTo>
                    <a:pt x="7" y="125"/>
                  </a:moveTo>
                  <a:cubicBezTo>
                    <a:pt x="2" y="105"/>
                    <a:pt x="0" y="84"/>
                    <a:pt x="0" y="64"/>
                  </a:cubicBezTo>
                  <a:cubicBezTo>
                    <a:pt x="0" y="42"/>
                    <a:pt x="2" y="21"/>
                    <a:pt x="7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21" y="24"/>
                    <a:pt x="19" y="44"/>
                    <a:pt x="19" y="64"/>
                  </a:cubicBezTo>
                  <a:cubicBezTo>
                    <a:pt x="19" y="83"/>
                    <a:pt x="21" y="102"/>
                    <a:pt x="25" y="121"/>
                  </a:cubicBezTo>
                  <a:lnTo>
                    <a:pt x="7" y="125"/>
                  </a:lnTo>
                  <a:close/>
                </a:path>
              </a:pathLst>
            </a:custGeom>
            <a:solidFill>
              <a:srgbClr val="324E7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31"/>
            <p:cNvSpPr/>
            <p:nvPr/>
          </p:nvSpPr>
          <p:spPr>
            <a:xfrm>
              <a:off x="939800" y="3117850"/>
              <a:ext cx="366713" cy="287337"/>
            </a:xfrm>
            <a:custGeom>
              <a:avLst/>
              <a:gdLst/>
              <a:ahLst/>
              <a:cxnLst/>
              <a:rect l="l" t="t" r="r" b="b"/>
              <a:pathLst>
                <a:path w="218" h="170" extrusionOk="0">
                  <a:moveTo>
                    <a:pt x="0" y="170"/>
                  </a:moveTo>
                  <a:cubicBezTo>
                    <a:pt x="0" y="161"/>
                    <a:pt x="0" y="161"/>
                    <a:pt x="0" y="161"/>
                  </a:cubicBezTo>
                  <a:cubicBezTo>
                    <a:pt x="98" y="161"/>
                    <a:pt x="183" y="95"/>
                    <a:pt x="209" y="0"/>
                  </a:cubicBezTo>
                  <a:cubicBezTo>
                    <a:pt x="218" y="3"/>
                    <a:pt x="218" y="3"/>
                    <a:pt x="218" y="3"/>
                  </a:cubicBezTo>
                  <a:cubicBezTo>
                    <a:pt x="192" y="101"/>
                    <a:pt x="102" y="170"/>
                    <a:pt x="0" y="17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31"/>
            <p:cNvSpPr/>
            <p:nvPr/>
          </p:nvSpPr>
          <p:spPr>
            <a:xfrm>
              <a:off x="1298575" y="2960688"/>
              <a:ext cx="20638" cy="65088"/>
            </a:xfrm>
            <a:custGeom>
              <a:avLst/>
              <a:gdLst/>
              <a:ahLst/>
              <a:cxnLst/>
              <a:rect l="l" t="t" r="r" b="b"/>
              <a:pathLst>
                <a:path w="12" h="38" extrusionOk="0">
                  <a:moveTo>
                    <a:pt x="12" y="38"/>
                  </a:moveTo>
                  <a:cubicBezTo>
                    <a:pt x="3" y="38"/>
                    <a:pt x="3" y="38"/>
                    <a:pt x="3" y="38"/>
                  </a:cubicBezTo>
                  <a:cubicBezTo>
                    <a:pt x="3" y="26"/>
                    <a:pt x="2" y="13"/>
                    <a:pt x="0" y="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1" y="12"/>
                    <a:pt x="12" y="25"/>
                    <a:pt x="12" y="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31"/>
            <p:cNvSpPr/>
            <p:nvPr/>
          </p:nvSpPr>
          <p:spPr>
            <a:xfrm>
              <a:off x="1169988" y="2730500"/>
              <a:ext cx="60325" cy="60325"/>
            </a:xfrm>
            <a:custGeom>
              <a:avLst/>
              <a:gdLst/>
              <a:ahLst/>
              <a:cxnLst/>
              <a:rect l="l" t="t" r="r" b="b"/>
              <a:pathLst>
                <a:path w="36" h="36" extrusionOk="0">
                  <a:moveTo>
                    <a:pt x="29" y="36"/>
                  </a:moveTo>
                  <a:cubicBezTo>
                    <a:pt x="20" y="26"/>
                    <a:pt x="10" y="16"/>
                    <a:pt x="0" y="7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17" y="9"/>
                    <a:pt x="27" y="19"/>
                    <a:pt x="36" y="30"/>
                  </a:cubicBezTo>
                  <a:lnTo>
                    <a:pt x="29" y="3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31"/>
            <p:cNvSpPr/>
            <p:nvPr/>
          </p:nvSpPr>
          <p:spPr>
            <a:xfrm>
              <a:off x="979488" y="2646363"/>
              <a:ext cx="173037" cy="76200"/>
            </a:xfrm>
            <a:custGeom>
              <a:avLst/>
              <a:gdLst/>
              <a:ahLst/>
              <a:cxnLst/>
              <a:rect l="l" t="t" r="r" b="b"/>
              <a:pathLst>
                <a:path w="103" h="45" extrusionOk="0">
                  <a:moveTo>
                    <a:pt x="97" y="45"/>
                  </a:moveTo>
                  <a:cubicBezTo>
                    <a:pt x="69" y="25"/>
                    <a:pt x="35" y="13"/>
                    <a:pt x="0" y="9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38" y="4"/>
                    <a:pt x="73" y="17"/>
                    <a:pt x="103" y="37"/>
                  </a:cubicBezTo>
                  <a:lnTo>
                    <a:pt x="97" y="4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31"/>
            <p:cNvSpPr/>
            <p:nvPr/>
          </p:nvSpPr>
          <p:spPr>
            <a:xfrm>
              <a:off x="860425" y="2643188"/>
              <a:ext cx="79375" cy="23812"/>
            </a:xfrm>
            <a:custGeom>
              <a:avLst/>
              <a:gdLst/>
              <a:ahLst/>
              <a:cxnLst/>
              <a:rect l="l" t="t" r="r" b="b"/>
              <a:pathLst>
                <a:path w="47" h="14" extrusionOk="0">
                  <a:moveTo>
                    <a:pt x="2" y="14"/>
                  </a:moveTo>
                  <a:cubicBezTo>
                    <a:pt x="0" y="5"/>
                    <a:pt x="0" y="5"/>
                    <a:pt x="0" y="5"/>
                  </a:cubicBezTo>
                  <a:cubicBezTo>
                    <a:pt x="15" y="2"/>
                    <a:pt x="31" y="0"/>
                    <a:pt x="47" y="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32" y="10"/>
                    <a:pt x="16" y="11"/>
                    <a:pt x="2" y="1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31"/>
            <p:cNvSpPr/>
            <p:nvPr/>
          </p:nvSpPr>
          <p:spPr>
            <a:xfrm>
              <a:off x="576263" y="2673350"/>
              <a:ext cx="219075" cy="239712"/>
            </a:xfrm>
            <a:custGeom>
              <a:avLst/>
              <a:gdLst/>
              <a:ahLst/>
              <a:cxnLst/>
              <a:rect l="l" t="t" r="r" b="b"/>
              <a:pathLst>
                <a:path w="130" h="142" extrusionOk="0">
                  <a:moveTo>
                    <a:pt x="9" y="142"/>
                  </a:moveTo>
                  <a:cubicBezTo>
                    <a:pt x="0" y="139"/>
                    <a:pt x="0" y="139"/>
                    <a:pt x="0" y="139"/>
                  </a:cubicBezTo>
                  <a:cubicBezTo>
                    <a:pt x="20" y="77"/>
                    <a:pt x="66" y="26"/>
                    <a:pt x="126" y="0"/>
                  </a:cubicBezTo>
                  <a:cubicBezTo>
                    <a:pt x="130" y="9"/>
                    <a:pt x="130" y="9"/>
                    <a:pt x="130" y="9"/>
                  </a:cubicBezTo>
                  <a:cubicBezTo>
                    <a:pt x="72" y="34"/>
                    <a:pt x="28" y="82"/>
                    <a:pt x="9" y="1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31"/>
            <p:cNvSpPr/>
            <p:nvPr/>
          </p:nvSpPr>
          <p:spPr>
            <a:xfrm>
              <a:off x="557213" y="2947988"/>
              <a:ext cx="23812" cy="77787"/>
            </a:xfrm>
            <a:custGeom>
              <a:avLst/>
              <a:gdLst/>
              <a:ahLst/>
              <a:cxnLst/>
              <a:rect l="l" t="t" r="r" b="b"/>
              <a:pathLst>
                <a:path w="14" h="46" extrusionOk="0">
                  <a:moveTo>
                    <a:pt x="10" y="46"/>
                  </a:moveTo>
                  <a:cubicBezTo>
                    <a:pt x="0" y="46"/>
                    <a:pt x="0" y="46"/>
                    <a:pt x="0" y="46"/>
                  </a:cubicBezTo>
                  <a:cubicBezTo>
                    <a:pt x="0" y="30"/>
                    <a:pt x="2" y="15"/>
                    <a:pt x="5" y="0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1" y="16"/>
                    <a:pt x="10" y="31"/>
                    <a:pt x="10" y="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31"/>
            <p:cNvSpPr/>
            <p:nvPr/>
          </p:nvSpPr>
          <p:spPr>
            <a:xfrm>
              <a:off x="576263" y="3135313"/>
              <a:ext cx="155575" cy="201613"/>
            </a:xfrm>
            <a:custGeom>
              <a:avLst/>
              <a:gdLst/>
              <a:ahLst/>
              <a:cxnLst/>
              <a:rect l="l" t="t" r="r" b="b"/>
              <a:pathLst>
                <a:path w="92" h="120" extrusionOk="0">
                  <a:moveTo>
                    <a:pt x="87" y="120"/>
                  </a:moveTo>
                  <a:cubicBezTo>
                    <a:pt x="46" y="92"/>
                    <a:pt x="15" y="50"/>
                    <a:pt x="0" y="3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3" y="46"/>
                    <a:pt x="53" y="85"/>
                    <a:pt x="92" y="112"/>
                  </a:cubicBezTo>
                  <a:lnTo>
                    <a:pt x="87" y="1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31"/>
            <p:cNvSpPr/>
            <p:nvPr/>
          </p:nvSpPr>
          <p:spPr>
            <a:xfrm>
              <a:off x="777875" y="3354388"/>
              <a:ext cx="53975" cy="33338"/>
            </a:xfrm>
            <a:custGeom>
              <a:avLst/>
              <a:gdLst/>
              <a:ahLst/>
              <a:cxnLst/>
              <a:rect l="l" t="t" r="r" b="b"/>
              <a:pathLst>
                <a:path w="32" h="20" extrusionOk="0">
                  <a:moveTo>
                    <a:pt x="29" y="20"/>
                  </a:moveTo>
                  <a:cubicBezTo>
                    <a:pt x="19" y="17"/>
                    <a:pt x="9" y="13"/>
                    <a:pt x="0" y="9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13" y="4"/>
                    <a:pt x="22" y="8"/>
                    <a:pt x="32" y="11"/>
                  </a:cubicBezTo>
                  <a:lnTo>
                    <a:pt x="29" y="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5853344"/>
      </p:ext>
    </p:extLst>
  </p:cSld>
  <p:clrMapOvr>
    <a:masterClrMapping/>
  </p:clrMapOvr>
</p:sld>
</file>

<file path=ppt/theme/theme1.xml><?xml version="1.0" encoding="utf-8"?>
<a:theme xmlns:a="http://schemas.openxmlformats.org/drawingml/2006/main" name="Innovation in Electric Motors Project Proposal by Slidesgo">
  <a:themeElements>
    <a:clrScheme name="Simple Light">
      <a:dk1>
        <a:srgbClr val="2B3F58"/>
      </a:dk1>
      <a:lt1>
        <a:srgbClr val="F2F2F2"/>
      </a:lt1>
      <a:dk2>
        <a:srgbClr val="324E73"/>
      </a:dk2>
      <a:lt2>
        <a:srgbClr val="746C69"/>
      </a:lt2>
      <a:accent1>
        <a:srgbClr val="A6A6A6"/>
      </a:accent1>
      <a:accent2>
        <a:srgbClr val="86DBE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B3F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681</Words>
  <Application>Microsoft Office PowerPoint</Application>
  <PresentationFormat>Peragaan Layar (16:9)</PresentationFormat>
  <Paragraphs>58</Paragraphs>
  <Slides>12</Slides>
  <Notes>12</Notes>
  <HiddenSlides>0</HiddenSlides>
  <MMClips>0</MMClips>
  <ScaleCrop>false</ScaleCrop>
  <HeadingPairs>
    <vt:vector size="6" baseType="variant">
      <vt:variant>
        <vt:lpstr>Font Dipakai</vt:lpstr>
      </vt:variant>
      <vt:variant>
        <vt:i4>7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12</vt:i4>
      </vt:variant>
    </vt:vector>
  </HeadingPairs>
  <TitlesOfParts>
    <vt:vector size="20" baseType="lpstr">
      <vt:lpstr>Calibri</vt:lpstr>
      <vt:lpstr>Arial</vt:lpstr>
      <vt:lpstr>Nunito Light</vt:lpstr>
      <vt:lpstr>Anaheim</vt:lpstr>
      <vt:lpstr>Actor</vt:lpstr>
      <vt:lpstr>Impact</vt:lpstr>
      <vt:lpstr>Raleway</vt:lpstr>
      <vt:lpstr>Innovation in Electric Motors Project Proposal by Slidesgo</vt:lpstr>
      <vt:lpstr>Tugas 3</vt:lpstr>
      <vt:lpstr>Bahasan</vt:lpstr>
      <vt:lpstr>ISO 27001</vt:lpstr>
      <vt:lpstr>Penjelasan</vt:lpstr>
      <vt:lpstr>Manfaat</vt:lpstr>
      <vt:lpstr>ISO 27002</vt:lpstr>
      <vt:lpstr>Penjelasan</vt:lpstr>
      <vt:lpstr>Manfaat</vt:lpstr>
      <vt:lpstr>Hasil Analisis Jurnal</vt:lpstr>
      <vt:lpstr>Analisis Keamanan Sistem Informasi Dengan ISO 27001 (Studi Kasus: Sistem Informasi Akademik Universitas Muhammadiyah Purwokerto)</vt:lpstr>
      <vt:lpstr>QUIZ</vt:lpstr>
      <vt:lpstr>Jawaban 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Tugas 3</dc:title>
  <dc:creator>Asus</dc:creator>
  <cp:lastModifiedBy>asus tuf</cp:lastModifiedBy>
  <cp:revision>5</cp:revision>
  <dcterms:modified xsi:type="dcterms:W3CDTF">2024-05-07T04:51:09Z</dcterms:modified>
</cp:coreProperties>
</file>